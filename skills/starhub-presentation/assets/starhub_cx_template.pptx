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28.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29.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0.xml" ContentType="application/vnd.openxmlformats-officedocument.drawingml.chart+xml"/>
  <Override PartName="/ppt/charts/chart31.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2.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33.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34.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35.xml" ContentType="application/vnd.openxmlformats-officedocument.drawingml.chart+xml"/>
  <Override PartName="/ppt/charts/style34.xml" ContentType="application/vnd.ms-office.chartstyle+xml"/>
  <Override PartName="/ppt/charts/colors34.xml" ContentType="application/vnd.ms-office.chartcolorstyle+xml"/>
  <Override PartName="/ppt/charts/chart36.xml" ContentType="application/vnd.openxmlformats-officedocument.drawingml.chart+xml"/>
  <Override PartName="/ppt/charts/style35.xml" ContentType="application/vnd.ms-office.chartstyle+xml"/>
  <Override PartName="/ppt/charts/colors35.xml" ContentType="application/vnd.ms-office.chartcolorstyle+xml"/>
  <Override PartName="/ppt/charts/chart37.xml" ContentType="application/vnd.openxmlformats-officedocument.drawingml.chart+xml"/>
  <Override PartName="/ppt/charts/style36.xml" ContentType="application/vnd.ms-office.chartstyle+xml"/>
  <Override PartName="/ppt/charts/colors36.xml" ContentType="application/vnd.ms-office.chartcolorstyle+xml"/>
  <Override PartName="/ppt/charts/chart38.xml" ContentType="application/vnd.openxmlformats-officedocument.drawingml.chart+xml"/>
  <Override PartName="/ppt/charts/style37.xml" ContentType="application/vnd.ms-office.chartstyle+xml"/>
  <Override PartName="/ppt/charts/colors37.xml" ContentType="application/vnd.ms-office.chartcolorstyle+xml"/>
  <Override PartName="/ppt/charts/chart39.xml" ContentType="application/vnd.openxmlformats-officedocument.drawingml.chart+xml"/>
  <Override PartName="/ppt/charts/style38.xml" ContentType="application/vnd.ms-office.chartstyle+xml"/>
  <Override PartName="/ppt/charts/colors38.xml" ContentType="application/vnd.ms-office.chartcolorstyle+xml"/>
  <Override PartName="/ppt/charts/chart40.xml" ContentType="application/vnd.openxmlformats-officedocument.drawingml.chart+xml"/>
  <Override PartName="/ppt/charts/style39.xml" ContentType="application/vnd.ms-office.chartstyle+xml"/>
  <Override PartName="/ppt/charts/colors39.xml" ContentType="application/vnd.ms-office.chartcolorstyle+xml"/>
  <Override PartName="/ppt/tags/tag6.xml" ContentType="application/vnd.openxmlformats-officedocument.presentationml.tags+xml"/>
  <Override PartName="/ppt/notesSlides/notesSlide5.xml" ContentType="application/vnd.openxmlformats-officedocument.presentationml.notesSlide+xml"/>
  <Override PartName="/ppt/charts/chart41.xml" ContentType="application/vnd.openxmlformats-officedocument.drawingml.chart+xml"/>
  <Override PartName="/ppt/charts/style40.xml" ContentType="application/vnd.ms-office.chartstyle+xml"/>
  <Override PartName="/ppt/charts/colors40.xml" ContentType="application/vnd.ms-office.chartcolorstyle+xml"/>
  <Override PartName="/ppt/charts/chart42.xml" ContentType="application/vnd.openxmlformats-officedocument.drawingml.chart+xml"/>
  <Override PartName="/ppt/charts/style41.xml" ContentType="application/vnd.ms-office.chartstyle+xml"/>
  <Override PartName="/ppt/charts/colors41.xml" ContentType="application/vnd.ms-office.chartcolorstyle+xml"/>
  <Override PartName="/ppt/charts/chart43.xml" ContentType="application/vnd.openxmlformats-officedocument.drawingml.chart+xml"/>
  <Override PartName="/ppt/charts/style42.xml" ContentType="application/vnd.ms-office.chartstyle+xml"/>
  <Override PartName="/ppt/charts/colors42.xml" ContentType="application/vnd.ms-office.chartcolorstyle+xml"/>
  <Override PartName="/ppt/charts/chart44.xml" ContentType="application/vnd.openxmlformats-officedocument.drawingml.chart+xml"/>
  <Override PartName="/ppt/charts/style43.xml" ContentType="application/vnd.ms-office.chartstyle+xml"/>
  <Override PartName="/ppt/charts/colors43.xml" ContentType="application/vnd.ms-office.chartcolorstyle+xml"/>
  <Override PartName="/ppt/tags/tag7.xml" ContentType="application/vnd.openxmlformats-officedocument.presentationml.tags+xml"/>
  <Override PartName="/ppt/notesSlides/notesSlide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2" r:id="rId2"/>
  </p:sldMasterIdLst>
  <p:notesMasterIdLst>
    <p:notesMasterId r:id="rId23"/>
  </p:notesMasterIdLst>
  <p:sldIdLst>
    <p:sldId id="420" r:id="rId3"/>
    <p:sldId id="307" r:id="rId4"/>
    <p:sldId id="276" r:id="rId5"/>
    <p:sldId id="427" r:id="rId6"/>
    <p:sldId id="430" r:id="rId7"/>
    <p:sldId id="415" r:id="rId8"/>
    <p:sldId id="422" r:id="rId9"/>
    <p:sldId id="431" r:id="rId10"/>
    <p:sldId id="408" r:id="rId11"/>
    <p:sldId id="403" r:id="rId12"/>
    <p:sldId id="413" r:id="rId13"/>
    <p:sldId id="405" r:id="rId14"/>
    <p:sldId id="406" r:id="rId15"/>
    <p:sldId id="407" r:id="rId16"/>
    <p:sldId id="432" r:id="rId17"/>
    <p:sldId id="412" r:id="rId18"/>
    <p:sldId id="433" r:id="rId19"/>
    <p:sldId id="425" r:id="rId20"/>
    <p:sldId id="434" r:id="rId21"/>
    <p:sldId id="42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61766E-8D99-4657-E61F-D8F89BAB1C34}" name="Jonathan ENG Zheng Jie" initials="ZE" userId="S::zjjjeng@starhub.com::0619c266-5b6f-4052-8836-ca8ab4843b6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35DB71"/>
    <a:srgbClr val="FF777E"/>
    <a:srgbClr val="D2F8E0"/>
    <a:srgbClr val="1BD760"/>
    <a:srgbClr val="FB1589"/>
    <a:srgbClr val="516AF5"/>
    <a:srgbClr val="A02B93"/>
    <a:srgbClr val="FFC000"/>
    <a:srgbClr val="196B24"/>
    <a:srgbClr val="E971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0D6401-98D3-974C-868D-7C44C04E5614}" v="1" dt="2026-01-09T07:24:59.720"/>
    <p1510:client id="{6DAB79AA-7309-1148-91F1-1CD063C18DE0}" v="11041" dt="2026-01-09T07:24:33.342"/>
    <p1510:client id="{956C00A1-95F0-4C8E-A475-FA890F029D85}" v="2769" dt="2026-01-09T06:35:53.7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60"/>
    <p:restoredTop sz="94662"/>
  </p:normalViewPr>
  <p:slideViewPr>
    <p:cSldViewPr snapToGrid="0">
      <p:cViewPr varScale="1">
        <p:scale>
          <a:sx n="135" d="100"/>
          <a:sy n="135" d="100"/>
        </p:scale>
        <p:origin x="632"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7.xml"/><Relationship Id="rId1" Type="http://schemas.microsoft.com/office/2011/relationships/chartStyle" Target="style27.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28.xml"/><Relationship Id="rId1" Type="http://schemas.microsoft.com/office/2011/relationships/chartStyle" Target="style28.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29.xml"/><Relationship Id="rId1" Type="http://schemas.microsoft.com/office/2011/relationships/chartStyle" Target="style29.xml"/></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_rels/chart31.xml.rels><?xml version="1.0" encoding="UTF-8" standalone="yes"?>
<Relationships xmlns="http://schemas.openxmlformats.org/package/2006/relationships"><Relationship Id="rId3" Type="http://schemas.openxmlformats.org/officeDocument/2006/relationships/package" Target="../embeddings/Microsoft_Excel_Worksheet30.xlsx"/><Relationship Id="rId2" Type="http://schemas.microsoft.com/office/2011/relationships/chartColorStyle" Target="colors30.xml"/><Relationship Id="rId1" Type="http://schemas.microsoft.com/office/2011/relationships/chartStyle" Target="style30.xml"/></Relationships>
</file>

<file path=ppt/charts/_rels/chart32.xml.rels><?xml version="1.0" encoding="UTF-8" standalone="yes"?>
<Relationships xmlns="http://schemas.openxmlformats.org/package/2006/relationships"><Relationship Id="rId3" Type="http://schemas.openxmlformats.org/officeDocument/2006/relationships/package" Target="../embeddings/Microsoft_Excel_Worksheet31.xlsx"/><Relationship Id="rId2" Type="http://schemas.microsoft.com/office/2011/relationships/chartColorStyle" Target="colors31.xml"/><Relationship Id="rId1" Type="http://schemas.microsoft.com/office/2011/relationships/chartStyle" Target="style31.xml"/></Relationships>
</file>

<file path=ppt/charts/_rels/chart33.xml.rels><?xml version="1.0" encoding="UTF-8" standalone="yes"?>
<Relationships xmlns="http://schemas.openxmlformats.org/package/2006/relationships"><Relationship Id="rId3" Type="http://schemas.openxmlformats.org/officeDocument/2006/relationships/package" Target="../embeddings/Microsoft_Excel_Worksheet32.xlsx"/><Relationship Id="rId2" Type="http://schemas.microsoft.com/office/2011/relationships/chartColorStyle" Target="colors32.xml"/><Relationship Id="rId1" Type="http://schemas.microsoft.com/office/2011/relationships/chartStyle" Target="style32.xml"/></Relationships>
</file>

<file path=ppt/charts/_rels/chart34.xml.rels><?xml version="1.0" encoding="UTF-8" standalone="yes"?>
<Relationships xmlns="http://schemas.openxmlformats.org/package/2006/relationships"><Relationship Id="rId3" Type="http://schemas.openxmlformats.org/officeDocument/2006/relationships/package" Target="../embeddings/Microsoft_Excel_Worksheet33.xlsx"/><Relationship Id="rId2" Type="http://schemas.microsoft.com/office/2011/relationships/chartColorStyle" Target="colors33.xml"/><Relationship Id="rId1" Type="http://schemas.microsoft.com/office/2011/relationships/chartStyle" Target="style33.xml"/></Relationships>
</file>

<file path=ppt/charts/_rels/chart35.xml.rels><?xml version="1.0" encoding="UTF-8" standalone="yes"?>
<Relationships xmlns="http://schemas.openxmlformats.org/package/2006/relationships"><Relationship Id="rId3" Type="http://schemas.openxmlformats.org/officeDocument/2006/relationships/package" Target="../embeddings/Microsoft_Excel_Worksheet34.xlsx"/><Relationship Id="rId2" Type="http://schemas.microsoft.com/office/2011/relationships/chartColorStyle" Target="colors34.xml"/><Relationship Id="rId1" Type="http://schemas.microsoft.com/office/2011/relationships/chartStyle" Target="style34.xml"/></Relationships>
</file>

<file path=ppt/charts/_rels/chart36.xml.rels><?xml version="1.0" encoding="UTF-8" standalone="yes"?>
<Relationships xmlns="http://schemas.openxmlformats.org/package/2006/relationships"><Relationship Id="rId3" Type="http://schemas.openxmlformats.org/officeDocument/2006/relationships/package" Target="../embeddings/Microsoft_Excel_Worksheet35.xlsx"/><Relationship Id="rId2" Type="http://schemas.microsoft.com/office/2011/relationships/chartColorStyle" Target="colors35.xml"/><Relationship Id="rId1" Type="http://schemas.microsoft.com/office/2011/relationships/chartStyle" Target="style35.xml"/></Relationships>
</file>

<file path=ppt/charts/_rels/chart37.xml.rels><?xml version="1.0" encoding="UTF-8" standalone="yes"?>
<Relationships xmlns="http://schemas.openxmlformats.org/package/2006/relationships"><Relationship Id="rId3" Type="http://schemas.openxmlformats.org/officeDocument/2006/relationships/package" Target="../embeddings/Microsoft_Excel_Worksheet36.xlsx"/><Relationship Id="rId2" Type="http://schemas.microsoft.com/office/2011/relationships/chartColorStyle" Target="colors36.xml"/><Relationship Id="rId1" Type="http://schemas.microsoft.com/office/2011/relationships/chartStyle" Target="style36.xml"/></Relationships>
</file>

<file path=ppt/charts/_rels/chart38.xml.rels><?xml version="1.0" encoding="UTF-8" standalone="yes"?>
<Relationships xmlns="http://schemas.openxmlformats.org/package/2006/relationships"><Relationship Id="rId3" Type="http://schemas.openxmlformats.org/officeDocument/2006/relationships/package" Target="../embeddings/Microsoft_Excel_Worksheet37.xlsx"/><Relationship Id="rId2" Type="http://schemas.microsoft.com/office/2011/relationships/chartColorStyle" Target="colors37.xml"/><Relationship Id="rId1" Type="http://schemas.microsoft.com/office/2011/relationships/chartStyle" Target="style37.xml"/></Relationships>
</file>

<file path=ppt/charts/_rels/chart39.xml.rels><?xml version="1.0" encoding="UTF-8" standalone="yes"?>
<Relationships xmlns="http://schemas.openxmlformats.org/package/2006/relationships"><Relationship Id="rId3" Type="http://schemas.openxmlformats.org/officeDocument/2006/relationships/package" Target="../embeddings/Microsoft_Excel_Worksheet38.xlsx"/><Relationship Id="rId2" Type="http://schemas.microsoft.com/office/2011/relationships/chartColorStyle" Target="colors38.xml"/><Relationship Id="rId1" Type="http://schemas.microsoft.com/office/2011/relationships/chartStyle" Target="style38.xml"/></Relationships>
</file>

<file path=ppt/charts/_rels/chart40.xml.rels><?xml version="1.0" encoding="UTF-8" standalone="yes"?>
<Relationships xmlns="http://schemas.openxmlformats.org/package/2006/relationships"><Relationship Id="rId3" Type="http://schemas.openxmlformats.org/officeDocument/2006/relationships/package" Target="../embeddings/Microsoft_Excel_Worksheet39.xlsx"/><Relationship Id="rId2" Type="http://schemas.microsoft.com/office/2011/relationships/chartColorStyle" Target="colors39.xml"/><Relationship Id="rId1" Type="http://schemas.microsoft.com/office/2011/relationships/chartStyle" Target="style39.xml"/></Relationships>
</file>

<file path=ppt/charts/_rels/chart41.xml.rels><?xml version="1.0" encoding="UTF-8" standalone="yes"?>
<Relationships xmlns="http://schemas.openxmlformats.org/package/2006/relationships"><Relationship Id="rId3" Type="http://schemas.openxmlformats.org/officeDocument/2006/relationships/package" Target="../embeddings/Microsoft_Excel_Worksheet40.xlsx"/><Relationship Id="rId2" Type="http://schemas.microsoft.com/office/2011/relationships/chartColorStyle" Target="colors40.xml"/><Relationship Id="rId1" Type="http://schemas.microsoft.com/office/2011/relationships/chartStyle" Target="style40.xml"/></Relationships>
</file>

<file path=ppt/charts/_rels/chart42.xml.rels><?xml version="1.0" encoding="UTF-8" standalone="yes"?>
<Relationships xmlns="http://schemas.openxmlformats.org/package/2006/relationships"><Relationship Id="rId3" Type="http://schemas.openxmlformats.org/officeDocument/2006/relationships/package" Target="../embeddings/Microsoft_Excel_Worksheet41.xlsx"/><Relationship Id="rId2" Type="http://schemas.microsoft.com/office/2011/relationships/chartColorStyle" Target="colors41.xml"/><Relationship Id="rId1" Type="http://schemas.microsoft.com/office/2011/relationships/chartStyle" Target="style41.xml"/></Relationships>
</file>

<file path=ppt/charts/_rels/chart43.xml.rels><?xml version="1.0" encoding="UTF-8" standalone="yes"?>
<Relationships xmlns="http://schemas.openxmlformats.org/package/2006/relationships"><Relationship Id="rId3" Type="http://schemas.openxmlformats.org/officeDocument/2006/relationships/package" Target="../embeddings/Microsoft_Excel_Worksheet42.xlsx"/><Relationship Id="rId2" Type="http://schemas.microsoft.com/office/2011/relationships/chartColorStyle" Target="colors42.xml"/><Relationship Id="rId1" Type="http://schemas.microsoft.com/office/2011/relationships/chartStyle" Target="style42.xml"/></Relationships>
</file>

<file path=ppt/charts/_rels/chart44.xml.rels><?xml version="1.0" encoding="UTF-8" standalone="yes"?>
<Relationships xmlns="http://schemas.openxmlformats.org/package/2006/relationships"><Relationship Id="rId3" Type="http://schemas.openxmlformats.org/officeDocument/2006/relationships/package" Target="../embeddings/Microsoft_Excel_Worksheet43.xlsx"/><Relationship Id="rId2" Type="http://schemas.microsoft.com/office/2011/relationships/chartColorStyle" Target="colors43.xml"/><Relationship Id="rId1" Type="http://schemas.microsoft.com/office/2011/relationships/chartStyle" Target="style4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Total Monthly</a:t>
            </a:r>
            <a:r>
              <a:rPr lang="en-US" sz="1200" b="1" baseline="0"/>
              <a:t> call volumes</a:t>
            </a:r>
            <a:endParaRPr lang="en-US" sz="1200" b="1"/>
          </a:p>
        </c:rich>
      </c:tx>
      <c:layout>
        <c:manualLayout>
          <c:xMode val="edge"/>
          <c:yMode val="edge"/>
          <c:x val="0.11986155972239268"/>
          <c:y val="2.0090956979006012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580800528150523"/>
          <c:w val="0.85752701808097298"/>
          <c:h val="0.5798452558979309"/>
        </c:manualLayout>
      </c:layout>
      <c:lineChart>
        <c:grouping val="standard"/>
        <c:varyColors val="0"/>
        <c:ser>
          <c:idx val="0"/>
          <c:order val="0"/>
          <c:tx>
            <c:strRef>
              <c:f>Sheet1!$B$1</c:f>
              <c:strCache>
                <c:ptCount val="1"/>
                <c:pt idx="0">
                  <c:v>Call volume</c:v>
                </c:pt>
              </c:strCache>
            </c:strRef>
          </c:tx>
          <c:spPr>
            <a:ln w="28575" cap="rnd">
              <a:solidFill>
                <a:schemeClr val="tx1"/>
              </a:solidFill>
              <a:round/>
            </a:ln>
            <a:effectLst/>
          </c:spPr>
          <c:marker>
            <c:symbol val="none"/>
          </c:marker>
          <c:dLbls>
            <c:dLbl>
              <c:idx val="1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5DA-3642-B834-244FB866E438}"/>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#,##0</c:formatCode>
                <c:ptCount val="12"/>
                <c:pt idx="0">
                  <c:v>94414</c:v>
                </c:pt>
                <c:pt idx="1">
                  <c:v>85770</c:v>
                </c:pt>
                <c:pt idx="2">
                  <c:v>91377</c:v>
                </c:pt>
                <c:pt idx="3">
                  <c:v>88839</c:v>
                </c:pt>
                <c:pt idx="4">
                  <c:v>86736</c:v>
                </c:pt>
                <c:pt idx="5">
                  <c:v>88646</c:v>
                </c:pt>
                <c:pt idx="6">
                  <c:v>88238</c:v>
                </c:pt>
                <c:pt idx="7">
                  <c:v>84928</c:v>
                </c:pt>
                <c:pt idx="8">
                  <c:v>86090</c:v>
                </c:pt>
                <c:pt idx="9">
                  <c:v>82785</c:v>
                </c:pt>
                <c:pt idx="10">
                  <c:v>84720</c:v>
                </c:pt>
              </c:numCache>
            </c:numRef>
          </c:val>
          <c:smooth val="1"/>
          <c:extLst>
            <c:ext xmlns:c16="http://schemas.microsoft.com/office/drawing/2014/chart" uri="{C3380CC4-5D6E-409C-BE32-E72D297353CC}">
              <c16:uniqueId val="{00000001-A5DA-3642-B834-244FB866E438}"/>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ax val="100000"/>
          <c:min val="80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StarHub NPS</a:t>
            </a:r>
          </a:p>
        </c:rich>
      </c:tx>
      <c:layout>
        <c:manualLayout>
          <c:xMode val="edge"/>
          <c:yMode val="edge"/>
          <c:x val="7.9834165337055132E-2"/>
          <c:y val="1.0437324742867526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3902462201727492"/>
          <c:w val="0.85752701808097298"/>
          <c:h val="0.56714163536607931"/>
        </c:manualLayout>
      </c:layout>
      <c:lineChart>
        <c:grouping val="standard"/>
        <c:varyColors val="0"/>
        <c:ser>
          <c:idx val="0"/>
          <c:order val="0"/>
          <c:tx>
            <c:strRef>
              <c:f>Sheet1!$B$1</c:f>
              <c:strCache>
                <c:ptCount val="1"/>
                <c:pt idx="0">
                  <c:v>StarHub NPS</c:v>
                </c:pt>
              </c:strCache>
            </c:strRef>
          </c:tx>
          <c:spPr>
            <a:ln w="28575" cap="rnd">
              <a:solidFill>
                <a:schemeClr val="tx1"/>
              </a:solidFill>
              <a:round/>
            </a:ln>
            <a:effectLst/>
          </c:spPr>
          <c:marker>
            <c:symbol val="none"/>
          </c:marker>
          <c:dLbls>
            <c:dLbl>
              <c:idx val="6"/>
              <c:layout>
                <c:manualLayout>
                  <c:x val="-3.5318289163533308E-2"/>
                  <c:y val="-4.344134506262319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306-5141-A47B-F713CD6136B4}"/>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Q2 '24</c:v>
                </c:pt>
                <c:pt idx="1">
                  <c:v>Q3 '24</c:v>
                </c:pt>
                <c:pt idx="2">
                  <c:v>Q4 '24</c:v>
                </c:pt>
                <c:pt idx="3">
                  <c:v>Q1 '25</c:v>
                </c:pt>
                <c:pt idx="4">
                  <c:v>Q2 '25</c:v>
                </c:pt>
                <c:pt idx="5">
                  <c:v>Q3 '25</c:v>
                </c:pt>
                <c:pt idx="6">
                  <c:v>Q4 '25</c:v>
                </c:pt>
              </c:strCache>
            </c:strRef>
          </c:cat>
          <c:val>
            <c:numRef>
              <c:f>Sheet1!$B$2:$B$8</c:f>
              <c:numCache>
                <c:formatCode>#,##0.0</c:formatCode>
                <c:ptCount val="7"/>
                <c:pt idx="0">
                  <c:v>21.699856509473083</c:v>
                </c:pt>
                <c:pt idx="1">
                  <c:v>23.403579459033296</c:v>
                </c:pt>
                <c:pt idx="2">
                  <c:v>26.687862753033574</c:v>
                </c:pt>
                <c:pt idx="3">
                  <c:v>30.289664676216933</c:v>
                </c:pt>
                <c:pt idx="4">
                  <c:v>30.330474511430012</c:v>
                </c:pt>
                <c:pt idx="5">
                  <c:v>29.948984836415775</c:v>
                </c:pt>
                <c:pt idx="6">
                  <c:v>29.91308069701843</c:v>
                </c:pt>
              </c:numCache>
            </c:numRef>
          </c:val>
          <c:smooth val="1"/>
          <c:extLst>
            <c:ext xmlns:c16="http://schemas.microsoft.com/office/drawing/2014/chart" uri="{C3380CC4-5D6E-409C-BE32-E72D297353CC}">
              <c16:uniqueId val="{00000000-52AF-AF4C-8D33-96AB35C461CB}"/>
            </c:ext>
          </c:extLst>
        </c:ser>
        <c:dLbls>
          <c:showLegendKey val="0"/>
          <c:showVal val="0"/>
          <c:showCatName val="0"/>
          <c:showSerName val="0"/>
          <c:showPercent val="0"/>
          <c:showBubbleSize val="0"/>
        </c:dLbls>
        <c:marker val="1"/>
        <c:smooth val="0"/>
        <c:axId val="328875327"/>
        <c:axId val="48386879"/>
      </c:lineChart>
      <c:scatterChart>
        <c:scatterStyle val="smoothMarker"/>
        <c:varyColors val="0"/>
        <c:ser>
          <c:idx val="1"/>
          <c:order val="1"/>
          <c:tx>
            <c:strRef>
              <c:f>Sheet1!$C$1</c:f>
              <c:strCache>
                <c:ptCount val="1"/>
                <c:pt idx="0">
                  <c:v>Mobile NPS</c:v>
                </c:pt>
              </c:strCache>
            </c:strRef>
          </c:tx>
          <c:spPr>
            <a:ln w="28575" cap="rnd">
              <a:solidFill>
                <a:srgbClr val="1BD760"/>
              </a:solidFill>
              <a:round/>
            </a:ln>
            <a:effectLst/>
          </c:spPr>
          <c:marker>
            <c:symbol val="circle"/>
            <c:size val="5"/>
            <c:spPr>
              <a:noFill/>
              <a:ln w="9525">
                <a:noFill/>
              </a:ln>
              <a:effectLst/>
            </c:spPr>
          </c:marker>
          <c:dLbls>
            <c:dLbl>
              <c:idx val="6"/>
              <c:layout>
                <c:manualLayout>
                  <c:x val="-4.4736499607141968E-2"/>
                  <c:y val="4.82681611806923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306-5141-A47B-F713CD6136B4}"/>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strRef>
              <c:f>Sheet1!$A$2:$A$8</c:f>
              <c:strCache>
                <c:ptCount val="7"/>
                <c:pt idx="0">
                  <c:v>Q2 '24</c:v>
                </c:pt>
                <c:pt idx="1">
                  <c:v>Q3 '24</c:v>
                </c:pt>
                <c:pt idx="2">
                  <c:v>Q4 '24</c:v>
                </c:pt>
                <c:pt idx="3">
                  <c:v>Q1 '25</c:v>
                </c:pt>
                <c:pt idx="4">
                  <c:v>Q2 '25</c:v>
                </c:pt>
                <c:pt idx="5">
                  <c:v>Q3 '25</c:v>
                </c:pt>
                <c:pt idx="6">
                  <c:v>Q4 '25</c:v>
                </c:pt>
              </c:strCache>
            </c:strRef>
          </c:xVal>
          <c:yVal>
            <c:numRef>
              <c:f>Sheet1!$C$2:$C$8</c:f>
              <c:numCache>
                <c:formatCode>#,##0.00</c:formatCode>
                <c:ptCount val="7"/>
                <c:pt idx="0">
                  <c:v>6.6257899123026798</c:v>
                </c:pt>
                <c:pt idx="1">
                  <c:v>6.3090377340260275</c:v>
                </c:pt>
                <c:pt idx="2">
                  <c:v>6.0530491070329733</c:v>
                </c:pt>
                <c:pt idx="3">
                  <c:v>6.9094584904517351</c:v>
                </c:pt>
                <c:pt idx="4">
                  <c:v>6.8032829108156241</c:v>
                </c:pt>
                <c:pt idx="5">
                  <c:v>6.6442800191173284</c:v>
                </c:pt>
                <c:pt idx="6">
                  <c:v>6.5186190238658819</c:v>
                </c:pt>
              </c:numCache>
            </c:numRef>
          </c:yVal>
          <c:smooth val="1"/>
          <c:extLst>
            <c:ext xmlns:c16="http://schemas.microsoft.com/office/drawing/2014/chart" uri="{C3380CC4-5D6E-409C-BE32-E72D297353CC}">
              <c16:uniqueId val="{00000001-D20E-F94C-8034-ACDC57FE9F05}"/>
            </c:ext>
          </c:extLst>
        </c:ser>
        <c:ser>
          <c:idx val="2"/>
          <c:order val="2"/>
          <c:tx>
            <c:strRef>
              <c:f>Sheet1!$D$1</c:f>
              <c:strCache>
                <c:ptCount val="1"/>
                <c:pt idx="0">
                  <c:v>Broadband NPS</c:v>
                </c:pt>
              </c:strCache>
            </c:strRef>
          </c:tx>
          <c:spPr>
            <a:ln w="28575" cap="rnd">
              <a:solidFill>
                <a:schemeClr val="accent3"/>
              </a:solidFill>
              <a:round/>
            </a:ln>
            <a:effectLst/>
          </c:spPr>
          <c:marker>
            <c:symbol val="circle"/>
            <c:size val="5"/>
            <c:spPr>
              <a:noFill/>
              <a:ln w="9525">
                <a:noFill/>
              </a:ln>
              <a:effectLst/>
            </c:spPr>
          </c:marker>
          <c:dLbls>
            <c:dLbl>
              <c:idx val="6"/>
              <c:layout>
                <c:manualLayout>
                  <c:x val="-4.4736499607142141E-2"/>
                  <c:y val="-5.79217934168310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306-5141-A47B-F713CD6136B4}"/>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strRef>
              <c:f>Sheet1!$A$2:$A$8</c:f>
              <c:strCache>
                <c:ptCount val="7"/>
                <c:pt idx="0">
                  <c:v>Q2 '24</c:v>
                </c:pt>
                <c:pt idx="1">
                  <c:v>Q3 '24</c:v>
                </c:pt>
                <c:pt idx="2">
                  <c:v>Q4 '24</c:v>
                </c:pt>
                <c:pt idx="3">
                  <c:v>Q1 '25</c:v>
                </c:pt>
                <c:pt idx="4">
                  <c:v>Q2 '25</c:v>
                </c:pt>
                <c:pt idx="5">
                  <c:v>Q3 '25</c:v>
                </c:pt>
                <c:pt idx="6">
                  <c:v>Q4 '25</c:v>
                </c:pt>
              </c:strCache>
            </c:strRef>
          </c:xVal>
          <c:yVal>
            <c:numRef>
              <c:f>Sheet1!$D$2:$D$8</c:f>
              <c:numCache>
                <c:formatCode>#,##0.00</c:formatCode>
                <c:ptCount val="7"/>
                <c:pt idx="0">
                  <c:v>5.5286907040373414</c:v>
                </c:pt>
                <c:pt idx="1">
                  <c:v>5.5116810528178659</c:v>
                </c:pt>
                <c:pt idx="2">
                  <c:v>5.4922645511766133</c:v>
                </c:pt>
                <c:pt idx="3">
                  <c:v>5.6259239191448573</c:v>
                </c:pt>
                <c:pt idx="4">
                  <c:v>5.5781627507894962</c:v>
                </c:pt>
                <c:pt idx="5">
                  <c:v>5.5803024707099729</c:v>
                </c:pt>
                <c:pt idx="6">
                  <c:v>5.4551967621666675</c:v>
                </c:pt>
              </c:numCache>
            </c:numRef>
          </c:yVal>
          <c:smooth val="1"/>
          <c:extLst>
            <c:ext xmlns:c16="http://schemas.microsoft.com/office/drawing/2014/chart" uri="{C3380CC4-5D6E-409C-BE32-E72D297353CC}">
              <c16:uniqueId val="{00000002-D20E-F94C-8034-ACDC57FE9F05}"/>
            </c:ext>
          </c:extLst>
        </c:ser>
        <c:ser>
          <c:idx val="3"/>
          <c:order val="3"/>
          <c:tx>
            <c:strRef>
              <c:f>Sheet1!$E$1</c:f>
              <c:strCache>
                <c:ptCount val="1"/>
                <c:pt idx="0">
                  <c:v>Entertainment NPS</c:v>
                </c:pt>
              </c:strCache>
            </c:strRef>
          </c:tx>
          <c:spPr>
            <a:ln w="28575" cap="rnd">
              <a:solidFill>
                <a:schemeClr val="accent6">
                  <a:lumMod val="60000"/>
                  <a:lumOff val="40000"/>
                </a:schemeClr>
              </a:solidFill>
              <a:round/>
            </a:ln>
            <a:effectLst/>
          </c:spPr>
          <c:marker>
            <c:symbol val="circle"/>
            <c:size val="5"/>
            <c:spPr>
              <a:noFill/>
              <a:ln w="9525">
                <a:noFill/>
              </a:ln>
              <a:effectLst/>
            </c:spPr>
          </c:marker>
          <c:dLbls>
            <c:dLbl>
              <c:idx val="6"/>
              <c:layout>
                <c:manualLayout>
                  <c:x val="-4.2381946996239761E-2"/>
                  <c:y val="5.79217934168309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306-5141-A47B-F713CD6136B4}"/>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strRef>
              <c:f>Sheet1!$A$2:$A$8</c:f>
              <c:strCache>
                <c:ptCount val="7"/>
                <c:pt idx="0">
                  <c:v>Q2 '24</c:v>
                </c:pt>
                <c:pt idx="1">
                  <c:v>Q3 '24</c:v>
                </c:pt>
                <c:pt idx="2">
                  <c:v>Q4 '24</c:v>
                </c:pt>
                <c:pt idx="3">
                  <c:v>Q1 '25</c:v>
                </c:pt>
                <c:pt idx="4">
                  <c:v>Q2 '25</c:v>
                </c:pt>
                <c:pt idx="5">
                  <c:v>Q3 '25</c:v>
                </c:pt>
                <c:pt idx="6">
                  <c:v>Q4 '25</c:v>
                </c:pt>
              </c:strCache>
            </c:strRef>
          </c:xVal>
          <c:yVal>
            <c:numRef>
              <c:f>Sheet1!$E$2:$E$8</c:f>
              <c:numCache>
                <c:formatCode>#,##0.00</c:formatCode>
                <c:ptCount val="7"/>
                <c:pt idx="0">
                  <c:v>4.9163360501780948</c:v>
                </c:pt>
                <c:pt idx="1">
                  <c:v>4.8173453175834489</c:v>
                </c:pt>
                <c:pt idx="2">
                  <c:v>4.9249036149064693</c:v>
                </c:pt>
                <c:pt idx="3">
                  <c:v>4.9760690575607276</c:v>
                </c:pt>
                <c:pt idx="4">
                  <c:v>4.8779020683224985</c:v>
                </c:pt>
                <c:pt idx="5">
                  <c:v>5.043760202610529</c:v>
                </c:pt>
                <c:pt idx="6">
                  <c:v>5.1273322123333331</c:v>
                </c:pt>
              </c:numCache>
            </c:numRef>
          </c:yVal>
          <c:smooth val="1"/>
          <c:extLst>
            <c:ext xmlns:c16="http://schemas.microsoft.com/office/drawing/2014/chart" uri="{C3380CC4-5D6E-409C-BE32-E72D297353CC}">
              <c16:uniqueId val="{00000003-D20E-F94C-8034-ACDC57FE9F05}"/>
            </c:ext>
          </c:extLst>
        </c:ser>
        <c:ser>
          <c:idx val="4"/>
          <c:order val="4"/>
          <c:tx>
            <c:strRef>
              <c:f>Sheet1!$F$1</c:f>
              <c:strCache>
                <c:ptCount val="1"/>
                <c:pt idx="0">
                  <c:v>Mob SPNV</c:v>
                </c:pt>
              </c:strCache>
            </c:strRef>
          </c:tx>
          <c:spPr>
            <a:ln w="66675" cap="rnd">
              <a:solidFill>
                <a:srgbClr val="1BD760"/>
              </a:solidFill>
              <a:round/>
            </a:ln>
            <a:effectLst/>
          </c:spPr>
          <c:marker>
            <c:symbol val="circle"/>
            <c:size val="5"/>
            <c:spPr>
              <a:solidFill>
                <a:srgbClr val="1BD760"/>
              </a:solidFill>
              <a:ln w="47625">
                <a:solidFill>
                  <a:srgbClr val="1BD760"/>
                </a:solidFill>
              </a:ln>
              <a:effectLst/>
            </c:spPr>
          </c:marker>
          <c:dLbls>
            <c:dLbl>
              <c:idx val="6"/>
              <c:layout>
                <c:manualLayout>
                  <c:x val="-1.4127315665413427E-2"/>
                  <c:y val="-6.25399542554655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306-5141-A47B-F713CD6136B4}"/>
                </c:ext>
              </c:extLst>
            </c:dLbl>
            <c:spPr>
              <a:solidFill>
                <a:srgbClr val="1BD760"/>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xVal>
            <c:strRef>
              <c:f>Sheet1!$A$2:$A$8</c:f>
              <c:strCache>
                <c:ptCount val="7"/>
                <c:pt idx="0">
                  <c:v>Q2 '24</c:v>
                </c:pt>
                <c:pt idx="1">
                  <c:v>Q3 '24</c:v>
                </c:pt>
                <c:pt idx="2">
                  <c:v>Q4 '24</c:v>
                </c:pt>
                <c:pt idx="3">
                  <c:v>Q1 '25</c:v>
                </c:pt>
                <c:pt idx="4">
                  <c:v>Q2 '25</c:v>
                </c:pt>
                <c:pt idx="5">
                  <c:v>Q3 '25</c:v>
                </c:pt>
                <c:pt idx="6">
                  <c:v>Q4 '25</c:v>
                </c:pt>
              </c:strCache>
            </c:strRef>
          </c:xVal>
          <c:yVal>
            <c:numRef>
              <c:f>Sheet1!$F$2:$F$8</c:f>
              <c:numCache>
                <c:formatCode>General</c:formatCode>
                <c:ptCount val="7"/>
                <c:pt idx="6" formatCode="#,##0.00">
                  <c:v>6.76</c:v>
                </c:pt>
              </c:numCache>
            </c:numRef>
          </c:yVal>
          <c:smooth val="1"/>
          <c:extLst>
            <c:ext xmlns:c16="http://schemas.microsoft.com/office/drawing/2014/chart" uri="{C3380CC4-5D6E-409C-BE32-E72D297353CC}">
              <c16:uniqueId val="{00000008-D20E-F94C-8034-ACDC57FE9F05}"/>
            </c:ext>
          </c:extLst>
        </c:ser>
        <c:dLbls>
          <c:showLegendKey val="0"/>
          <c:showVal val="0"/>
          <c:showCatName val="0"/>
          <c:showSerName val="0"/>
          <c:showPercent val="0"/>
          <c:showBubbleSize val="0"/>
        </c:dLbls>
        <c:axId val="670112319"/>
        <c:axId val="670117695"/>
      </c:scatterChart>
      <c:catAx>
        <c:axId val="32887532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ax val="34"/>
          <c:min val="15"/>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valAx>
        <c:axId val="670117695"/>
        <c:scaling>
          <c:orientation val="minMax"/>
          <c:max val="8.5"/>
          <c:min val="4.5"/>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1BD760"/>
                </a:solidFill>
                <a:latin typeface="+mn-lt"/>
                <a:ea typeface="+mn-ea"/>
                <a:cs typeface="+mn-cs"/>
              </a:defRPr>
            </a:pPr>
            <a:endParaRPr lang="en-US"/>
          </a:p>
        </c:txPr>
        <c:crossAx val="670112319"/>
        <c:crosses val="max"/>
        <c:crossBetween val="midCat"/>
      </c:valAx>
      <c:valAx>
        <c:axId val="670112319"/>
        <c:scaling>
          <c:orientation val="minMax"/>
        </c:scaling>
        <c:delete val="1"/>
        <c:axPos val="t"/>
        <c:majorTickMark val="out"/>
        <c:minorTickMark val="none"/>
        <c:tickLblPos val="nextTo"/>
        <c:crossAx val="670117695"/>
        <c:crosses val="max"/>
        <c:crossBetween val="midCat"/>
      </c:valAx>
      <c:spPr>
        <a:solidFill>
          <a:schemeClr val="bg1">
            <a:lumMod val="95000"/>
          </a:schemeClr>
        </a:solidFill>
        <a:ln>
          <a:noFill/>
        </a:ln>
        <a:effectLst/>
      </c:spPr>
    </c:plotArea>
    <c:legend>
      <c:legendPos val="b"/>
      <c:layout>
        <c:manualLayout>
          <c:xMode val="edge"/>
          <c:yMode val="edge"/>
          <c:x val="9.2586072921375134E-2"/>
          <c:y val="0.80420819933681098"/>
          <c:w val="0.81224782500495196"/>
          <c:h val="0.1894399903972632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Total Monthly</a:t>
            </a:r>
            <a:r>
              <a:rPr lang="en-US" sz="1200" b="1" baseline="0"/>
              <a:t> call percentages by journey</a:t>
            </a:r>
            <a:endParaRPr lang="en-US" sz="1200" b="1"/>
          </a:p>
        </c:rich>
      </c:tx>
      <c:layout>
        <c:manualLayout>
          <c:xMode val="edge"/>
          <c:yMode val="edge"/>
          <c:x val="9.39614810024684E-2"/>
          <c:y val="7.8369250672903775E-4"/>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4537643228320071"/>
          <c:w val="0.85752701808097298"/>
          <c:h val="0.58619706616385669"/>
        </c:manualLayout>
      </c:layout>
      <c:lineChart>
        <c:grouping val="standard"/>
        <c:varyColors val="0"/>
        <c:ser>
          <c:idx val="0"/>
          <c:order val="0"/>
          <c:tx>
            <c:strRef>
              <c:f>Sheet1!$B$1</c:f>
              <c:strCache>
                <c:ptCount val="1"/>
                <c:pt idx="0">
                  <c:v>BUY</c:v>
                </c:pt>
              </c:strCache>
            </c:strRef>
          </c:tx>
          <c:spPr>
            <a:ln w="28575" cap="rnd">
              <a:solidFill>
                <a:schemeClr val="tx1"/>
              </a:solidFill>
              <a:round/>
            </a:ln>
            <a:effectLst/>
          </c:spPr>
          <c:marker>
            <c:symbol val="none"/>
          </c:marker>
          <c:dLbls>
            <c:dLbl>
              <c:idx val="4"/>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A2CB-424F-B7F9-17811E2C17CC}"/>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mmm\-yy</c:formatCode>
                <c:ptCount val="5"/>
                <c:pt idx="0">
                  <c:v>45809</c:v>
                </c:pt>
                <c:pt idx="1">
                  <c:v>45839</c:v>
                </c:pt>
                <c:pt idx="2">
                  <c:v>45870</c:v>
                </c:pt>
                <c:pt idx="3">
                  <c:v>45901</c:v>
                </c:pt>
                <c:pt idx="4">
                  <c:v>45931</c:v>
                </c:pt>
              </c:numCache>
            </c:numRef>
          </c:cat>
          <c:val>
            <c:numRef>
              <c:f>Sheet1!$B$2:$B$6</c:f>
              <c:numCache>
                <c:formatCode>0.00%</c:formatCode>
                <c:ptCount val="5"/>
                <c:pt idx="0">
                  <c:v>7.4480000000000005E-2</c:v>
                </c:pt>
                <c:pt idx="1">
                  <c:v>7.8522999999999996E-2</c:v>
                </c:pt>
                <c:pt idx="2">
                  <c:v>7.9364000000000004E-2</c:v>
                </c:pt>
                <c:pt idx="3">
                  <c:v>7.7020000000000005E-2</c:v>
                </c:pt>
                <c:pt idx="4">
                  <c:v>8.0152000000000001E-2</c:v>
                </c:pt>
              </c:numCache>
            </c:numRef>
          </c:val>
          <c:smooth val="1"/>
          <c:extLst>
            <c:ext xmlns:c16="http://schemas.microsoft.com/office/drawing/2014/chart" uri="{C3380CC4-5D6E-409C-BE32-E72D297353CC}">
              <c16:uniqueId val="{00000001-A2CB-424F-B7F9-17811E2C17CC}"/>
            </c:ext>
          </c:extLst>
        </c:ser>
        <c:ser>
          <c:idx val="1"/>
          <c:order val="1"/>
          <c:tx>
            <c:strRef>
              <c:f>Sheet1!$C$1</c:f>
              <c:strCache>
                <c:ptCount val="1"/>
                <c:pt idx="0">
                  <c:v>ACTIVATE</c:v>
                </c:pt>
              </c:strCache>
            </c:strRef>
          </c:tx>
          <c:spPr>
            <a:ln w="28575" cap="rnd">
              <a:solidFill>
                <a:srgbClr val="1BD760"/>
              </a:solidFill>
              <a:round/>
            </a:ln>
            <a:effectLst/>
          </c:spPr>
          <c:marker>
            <c:symbol val="none"/>
          </c:marker>
          <c:cat>
            <c:numRef>
              <c:f>Sheet1!$A$2:$A$6</c:f>
              <c:numCache>
                <c:formatCode>mmm\-yy</c:formatCode>
                <c:ptCount val="5"/>
                <c:pt idx="0">
                  <c:v>45809</c:v>
                </c:pt>
                <c:pt idx="1">
                  <c:v>45839</c:v>
                </c:pt>
                <c:pt idx="2">
                  <c:v>45870</c:v>
                </c:pt>
                <c:pt idx="3">
                  <c:v>45901</c:v>
                </c:pt>
                <c:pt idx="4">
                  <c:v>45931</c:v>
                </c:pt>
              </c:numCache>
            </c:numRef>
          </c:cat>
          <c:val>
            <c:numRef>
              <c:f>Sheet1!$C$2:$C$6</c:f>
              <c:numCache>
                <c:formatCode>0.00%</c:formatCode>
                <c:ptCount val="5"/>
                <c:pt idx="0">
                  <c:v>9.6407999999999994E-2</c:v>
                </c:pt>
                <c:pt idx="1">
                  <c:v>9.4519000000000006E-2</c:v>
                </c:pt>
                <c:pt idx="2">
                  <c:v>9.1571E-2</c:v>
                </c:pt>
                <c:pt idx="3">
                  <c:v>9.1869999999999993E-2</c:v>
                </c:pt>
                <c:pt idx="4">
                  <c:v>8.8952000000000003E-2</c:v>
                </c:pt>
              </c:numCache>
            </c:numRef>
          </c:val>
          <c:smooth val="1"/>
          <c:extLst>
            <c:ext xmlns:c16="http://schemas.microsoft.com/office/drawing/2014/chart" uri="{C3380CC4-5D6E-409C-BE32-E72D297353CC}">
              <c16:uniqueId val="{00000002-A2CB-424F-B7F9-17811E2C17CC}"/>
            </c:ext>
          </c:extLst>
        </c:ser>
        <c:ser>
          <c:idx val="2"/>
          <c:order val="2"/>
          <c:tx>
            <c:strRef>
              <c:f>Sheet1!$D$1</c:f>
              <c:strCache>
                <c:ptCount val="1"/>
                <c:pt idx="0">
                  <c:v>USE</c:v>
                </c:pt>
              </c:strCache>
            </c:strRef>
          </c:tx>
          <c:spPr>
            <a:ln w="28575" cap="rnd">
              <a:solidFill>
                <a:schemeClr val="accent3"/>
              </a:solidFill>
              <a:round/>
            </a:ln>
            <a:effectLst/>
          </c:spPr>
          <c:marker>
            <c:symbol val="none"/>
          </c:marker>
          <c:dLbls>
            <c:dLbl>
              <c:idx val="4"/>
              <c:layout>
                <c:manualLayout>
                  <c:x val="4.709105221804245E-3"/>
                  <c:y val="4.82681611806923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2CB-424F-B7F9-17811E2C17CC}"/>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mmm\-yy</c:formatCode>
                <c:ptCount val="5"/>
                <c:pt idx="0">
                  <c:v>45809</c:v>
                </c:pt>
                <c:pt idx="1">
                  <c:v>45839</c:v>
                </c:pt>
                <c:pt idx="2">
                  <c:v>45870</c:v>
                </c:pt>
                <c:pt idx="3">
                  <c:v>45901</c:v>
                </c:pt>
                <c:pt idx="4">
                  <c:v>45931</c:v>
                </c:pt>
              </c:numCache>
            </c:numRef>
          </c:cat>
          <c:val>
            <c:numRef>
              <c:f>Sheet1!$D$2:$D$6</c:f>
              <c:numCache>
                <c:formatCode>0.00%</c:formatCode>
                <c:ptCount val="5"/>
                <c:pt idx="0">
                  <c:v>0.30160700000000001</c:v>
                </c:pt>
                <c:pt idx="1">
                  <c:v>0.29562899999999998</c:v>
                </c:pt>
                <c:pt idx="2">
                  <c:v>0.290686</c:v>
                </c:pt>
                <c:pt idx="3">
                  <c:v>0.27467200000000003</c:v>
                </c:pt>
                <c:pt idx="4">
                  <c:v>0.27243400000000001</c:v>
                </c:pt>
              </c:numCache>
            </c:numRef>
          </c:val>
          <c:smooth val="1"/>
          <c:extLst>
            <c:ext xmlns:c16="http://schemas.microsoft.com/office/drawing/2014/chart" uri="{C3380CC4-5D6E-409C-BE32-E72D297353CC}">
              <c16:uniqueId val="{00000003-A2CB-424F-B7F9-17811E2C17CC}"/>
            </c:ext>
          </c:extLst>
        </c:ser>
        <c:ser>
          <c:idx val="3"/>
          <c:order val="3"/>
          <c:tx>
            <c:strRef>
              <c:f>Sheet1!$E$1</c:f>
              <c:strCache>
                <c:ptCount val="1"/>
                <c:pt idx="0">
                  <c:v>GET HELP</c:v>
                </c:pt>
              </c:strCache>
            </c:strRef>
          </c:tx>
          <c:spPr>
            <a:ln w="28575" cap="rnd">
              <a:solidFill>
                <a:schemeClr val="accent4"/>
              </a:solidFill>
              <a:round/>
            </a:ln>
            <a:effectLst/>
          </c:spPr>
          <c:marker>
            <c:symbol val="none"/>
          </c:marker>
          <c:dLbls>
            <c:dLbl>
              <c:idx val="4"/>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2CB-424F-B7F9-17811E2C17CC}"/>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mmm\-yy</c:formatCode>
                <c:ptCount val="5"/>
                <c:pt idx="0">
                  <c:v>45809</c:v>
                </c:pt>
                <c:pt idx="1">
                  <c:v>45839</c:v>
                </c:pt>
                <c:pt idx="2">
                  <c:v>45870</c:v>
                </c:pt>
                <c:pt idx="3">
                  <c:v>45901</c:v>
                </c:pt>
                <c:pt idx="4">
                  <c:v>45931</c:v>
                </c:pt>
              </c:numCache>
            </c:numRef>
          </c:cat>
          <c:val>
            <c:numRef>
              <c:f>Sheet1!$E$2:$E$6</c:f>
              <c:numCache>
                <c:formatCode>0.00%</c:formatCode>
                <c:ptCount val="5"/>
                <c:pt idx="0">
                  <c:v>0.109641</c:v>
                </c:pt>
                <c:pt idx="1">
                  <c:v>0.115135</c:v>
                </c:pt>
                <c:pt idx="2">
                  <c:v>9.6350000000000005E-2</c:v>
                </c:pt>
                <c:pt idx="3">
                  <c:v>9.4383999999999996E-2</c:v>
                </c:pt>
                <c:pt idx="4">
                  <c:v>9.2257000000000006E-2</c:v>
                </c:pt>
              </c:numCache>
            </c:numRef>
          </c:val>
          <c:smooth val="1"/>
          <c:extLst>
            <c:ext xmlns:c16="http://schemas.microsoft.com/office/drawing/2014/chart" uri="{C3380CC4-5D6E-409C-BE32-E72D297353CC}">
              <c16:uniqueId val="{00000004-A2CB-424F-B7F9-17811E2C17CC}"/>
            </c:ext>
          </c:extLst>
        </c:ser>
        <c:ser>
          <c:idx val="4"/>
          <c:order val="4"/>
          <c:tx>
            <c:strRef>
              <c:f>Sheet1!$F$1</c:f>
              <c:strCache>
                <c:ptCount val="1"/>
                <c:pt idx="0">
                  <c:v>PAY</c:v>
                </c:pt>
              </c:strCache>
            </c:strRef>
          </c:tx>
          <c:spPr>
            <a:ln w="28575" cap="rnd">
              <a:solidFill>
                <a:srgbClr val="FB1589"/>
              </a:solidFill>
              <a:round/>
            </a:ln>
            <a:effectLst/>
          </c:spPr>
          <c:marker>
            <c:symbol val="none"/>
          </c:marker>
          <c:dLbls>
            <c:dLbl>
              <c:idx val="4"/>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2CB-424F-B7F9-17811E2C17CC}"/>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mmm\-yy</c:formatCode>
                <c:ptCount val="5"/>
                <c:pt idx="0">
                  <c:v>45809</c:v>
                </c:pt>
                <c:pt idx="1">
                  <c:v>45839</c:v>
                </c:pt>
                <c:pt idx="2">
                  <c:v>45870</c:v>
                </c:pt>
                <c:pt idx="3">
                  <c:v>45901</c:v>
                </c:pt>
                <c:pt idx="4">
                  <c:v>45931</c:v>
                </c:pt>
              </c:numCache>
            </c:numRef>
          </c:cat>
          <c:val>
            <c:numRef>
              <c:f>Sheet1!$F$2:$F$6</c:f>
              <c:numCache>
                <c:formatCode>0.00%</c:formatCode>
                <c:ptCount val="5"/>
                <c:pt idx="0">
                  <c:v>0.236011</c:v>
                </c:pt>
                <c:pt idx="1">
                  <c:v>0.23993600000000001</c:v>
                </c:pt>
                <c:pt idx="2">
                  <c:v>0.244197</c:v>
                </c:pt>
                <c:pt idx="3">
                  <c:v>0.25551800000000002</c:v>
                </c:pt>
                <c:pt idx="4">
                  <c:v>0.28237099999999998</c:v>
                </c:pt>
              </c:numCache>
            </c:numRef>
          </c:val>
          <c:smooth val="1"/>
          <c:extLst>
            <c:ext xmlns:c16="http://schemas.microsoft.com/office/drawing/2014/chart" uri="{C3380CC4-5D6E-409C-BE32-E72D297353CC}">
              <c16:uniqueId val="{00000005-A2CB-424F-B7F9-17811E2C17CC}"/>
            </c:ext>
          </c:extLst>
        </c:ser>
        <c:ser>
          <c:idx val="5"/>
          <c:order val="5"/>
          <c:tx>
            <c:strRef>
              <c:f>Sheet1!$G$1</c:f>
              <c:strCache>
                <c:ptCount val="1"/>
                <c:pt idx="0">
                  <c:v>RENEW</c:v>
                </c:pt>
              </c:strCache>
            </c:strRef>
          </c:tx>
          <c:spPr>
            <a:ln w="28575" cap="rnd">
              <a:solidFill>
                <a:srgbClr val="E97131"/>
              </a:solidFill>
              <a:round/>
            </a:ln>
            <a:effectLst/>
          </c:spPr>
          <c:marker>
            <c:symbol val="none"/>
          </c:marker>
          <c:dLbls>
            <c:dLbl>
              <c:idx val="4"/>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2CB-424F-B7F9-17811E2C17CC}"/>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mmm\-yy</c:formatCode>
                <c:ptCount val="5"/>
                <c:pt idx="0">
                  <c:v>45809</c:v>
                </c:pt>
                <c:pt idx="1">
                  <c:v>45839</c:v>
                </c:pt>
                <c:pt idx="2">
                  <c:v>45870</c:v>
                </c:pt>
                <c:pt idx="3">
                  <c:v>45901</c:v>
                </c:pt>
                <c:pt idx="4">
                  <c:v>45931</c:v>
                </c:pt>
              </c:numCache>
            </c:numRef>
          </c:cat>
          <c:val>
            <c:numRef>
              <c:f>Sheet1!$G$2:$G$6</c:f>
              <c:numCache>
                <c:formatCode>0.00%</c:formatCode>
                <c:ptCount val="5"/>
                <c:pt idx="0">
                  <c:v>0.18185299999999999</c:v>
                </c:pt>
                <c:pt idx="1">
                  <c:v>0.176259</c:v>
                </c:pt>
                <c:pt idx="2">
                  <c:v>0.19783200000000001</c:v>
                </c:pt>
                <c:pt idx="3">
                  <c:v>0.206537</c:v>
                </c:pt>
                <c:pt idx="4">
                  <c:v>0.183833</c:v>
                </c:pt>
              </c:numCache>
            </c:numRef>
          </c:val>
          <c:smooth val="1"/>
          <c:extLst>
            <c:ext xmlns:c16="http://schemas.microsoft.com/office/drawing/2014/chart" uri="{C3380CC4-5D6E-409C-BE32-E72D297353CC}">
              <c16:uniqueId val="{00000006-A2CB-424F-B7F9-17811E2C17CC}"/>
            </c:ext>
          </c:extLst>
        </c:ser>
        <c:dLbls>
          <c:showLegendKey val="0"/>
          <c:showVal val="0"/>
          <c:showCatName val="0"/>
          <c:showSerName val="0"/>
          <c:showPercent val="0"/>
          <c:showBubbleSize val="0"/>
        </c:dLbls>
        <c:smooth val="0"/>
        <c:axId val="328875327"/>
        <c:axId val="48386879"/>
      </c:lineChart>
      <c:dateAx>
        <c:axId val="328875327"/>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Offset val="100"/>
        <c:baseTimeUnit val="months"/>
      </c:dateAx>
      <c:valAx>
        <c:axId val="48386879"/>
        <c:scaling>
          <c:orientation val="minMax"/>
          <c:max val="0.35"/>
          <c:min val="0.05"/>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layout>
        <c:manualLayout>
          <c:xMode val="edge"/>
          <c:yMode val="edge"/>
          <c:x val="6.4487727085735178E-2"/>
          <c:y val="0.84970166497451771"/>
          <c:w val="0.87102454582852962"/>
          <c:h val="0.15029833502548223"/>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BUY - Journey CSAT</a:t>
            </a:r>
          </a:p>
        </c:rich>
      </c:tx>
      <c:layout>
        <c:manualLayout>
          <c:xMode val="edge"/>
          <c:yMode val="edge"/>
          <c:x val="0.13750499299628452"/>
          <c:y val="1.218503937007874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CSAT</c:v>
                </c:pt>
              </c:strCache>
            </c:strRef>
          </c:tx>
          <c:spPr>
            <a:ln w="28575" cap="rnd">
              <a:solidFill>
                <a:schemeClr val="tx1"/>
              </a:solidFill>
              <a:round/>
            </a:ln>
            <a:effectLst/>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09-D91E-4312-9D48-8889B60EBB05}"/>
                </c:ext>
              </c:extLst>
            </c:dLbl>
            <c:dLbl>
              <c:idx val="1"/>
              <c:delete val="1"/>
              <c:extLst>
                <c:ext xmlns:c15="http://schemas.microsoft.com/office/drawing/2012/chart" uri="{CE6537A1-D6FC-4f65-9D91-7224C49458BB}"/>
                <c:ext xmlns:c16="http://schemas.microsoft.com/office/drawing/2014/chart" uri="{C3380CC4-5D6E-409C-BE32-E72D297353CC}">
                  <c16:uniqueId val="{00000008-D91E-4312-9D48-8889B60EBB05}"/>
                </c:ext>
              </c:extLst>
            </c:dLbl>
            <c:dLbl>
              <c:idx val="2"/>
              <c:delete val="1"/>
              <c:extLst>
                <c:ext xmlns:c15="http://schemas.microsoft.com/office/drawing/2012/chart" uri="{CE6537A1-D6FC-4f65-9D91-7224C49458BB}"/>
                <c:ext xmlns:c16="http://schemas.microsoft.com/office/drawing/2014/chart" uri="{C3380CC4-5D6E-409C-BE32-E72D297353CC}">
                  <c16:uniqueId val="{00000007-D91E-4312-9D48-8889B60EBB05}"/>
                </c:ext>
              </c:extLst>
            </c:dLbl>
            <c:dLbl>
              <c:idx val="3"/>
              <c:delete val="1"/>
              <c:extLst>
                <c:ext xmlns:c15="http://schemas.microsoft.com/office/drawing/2012/chart" uri="{CE6537A1-D6FC-4f65-9D91-7224C49458BB}"/>
                <c:ext xmlns:c16="http://schemas.microsoft.com/office/drawing/2014/chart" uri="{C3380CC4-5D6E-409C-BE32-E72D297353CC}">
                  <c16:uniqueId val="{00000006-D91E-4312-9D48-8889B60EBB05}"/>
                </c:ext>
              </c:extLst>
            </c:dLbl>
            <c:dLbl>
              <c:idx val="4"/>
              <c:delete val="1"/>
              <c:extLst>
                <c:ext xmlns:c15="http://schemas.microsoft.com/office/drawing/2012/chart" uri="{CE6537A1-D6FC-4f65-9D91-7224C49458BB}"/>
                <c:ext xmlns:c16="http://schemas.microsoft.com/office/drawing/2014/chart" uri="{C3380CC4-5D6E-409C-BE32-E72D297353CC}">
                  <c16:uniqueId val="{00000005-D91E-4312-9D48-8889B60EBB05}"/>
                </c:ext>
              </c:extLst>
            </c:dLbl>
            <c:dLbl>
              <c:idx val="5"/>
              <c:delete val="1"/>
              <c:extLst>
                <c:ext xmlns:c15="http://schemas.microsoft.com/office/drawing/2012/chart" uri="{CE6537A1-D6FC-4f65-9D91-7224C49458BB}"/>
                <c:ext xmlns:c16="http://schemas.microsoft.com/office/drawing/2014/chart" uri="{C3380CC4-5D6E-409C-BE32-E72D297353CC}">
                  <c16:uniqueId val="{00000004-D91E-4312-9D48-8889B60EBB05}"/>
                </c:ext>
              </c:extLst>
            </c:dLbl>
            <c:dLbl>
              <c:idx val="6"/>
              <c:delete val="1"/>
              <c:extLst>
                <c:ext xmlns:c15="http://schemas.microsoft.com/office/drawing/2012/chart" uri="{CE6537A1-D6FC-4f65-9D91-7224C49458BB}"/>
                <c:ext xmlns:c16="http://schemas.microsoft.com/office/drawing/2014/chart" uri="{C3380CC4-5D6E-409C-BE32-E72D297353CC}">
                  <c16:uniqueId val="{00000003-D91E-4312-9D48-8889B60EBB05}"/>
                </c:ext>
              </c:extLst>
            </c:dLbl>
            <c:dLbl>
              <c:idx val="7"/>
              <c:delete val="1"/>
              <c:extLst>
                <c:ext xmlns:c15="http://schemas.microsoft.com/office/drawing/2012/chart" uri="{CE6537A1-D6FC-4f65-9D91-7224C49458BB}"/>
                <c:ext xmlns:c16="http://schemas.microsoft.com/office/drawing/2014/chart" uri="{C3380CC4-5D6E-409C-BE32-E72D297353CC}">
                  <c16:uniqueId val="{00000002-D91E-4312-9D48-8889B60EBB05}"/>
                </c:ext>
              </c:extLst>
            </c:dLbl>
            <c:dLbl>
              <c:idx val="8"/>
              <c:delete val="1"/>
              <c:extLst>
                <c:ext xmlns:c15="http://schemas.microsoft.com/office/drawing/2012/chart" uri="{CE6537A1-D6FC-4f65-9D91-7224C49458BB}"/>
                <c:ext xmlns:c16="http://schemas.microsoft.com/office/drawing/2014/chart" uri="{C3380CC4-5D6E-409C-BE32-E72D297353CC}">
                  <c16:uniqueId val="{00000001-D91E-4312-9D48-8889B60EBB05}"/>
                </c:ext>
              </c:extLst>
            </c:dLbl>
            <c:dLbl>
              <c:idx val="9"/>
              <c:delete val="1"/>
              <c:extLst>
                <c:ext xmlns:c15="http://schemas.microsoft.com/office/drawing/2012/chart" uri="{CE6537A1-D6FC-4f65-9D91-7224C49458BB}"/>
                <c:ext xmlns:c16="http://schemas.microsoft.com/office/drawing/2014/chart" uri="{C3380CC4-5D6E-409C-BE32-E72D297353CC}">
                  <c16:uniqueId val="{00000000-D91E-4312-9D48-8889B60EBB05}"/>
                </c:ext>
              </c:extLst>
            </c:dLbl>
            <c:dLbl>
              <c:idx val="10"/>
              <c:delete val="1"/>
              <c:extLst>
                <c:ext xmlns:c15="http://schemas.microsoft.com/office/drawing/2012/chart" uri="{CE6537A1-D6FC-4f65-9D91-7224C49458BB}"/>
                <c:ext xmlns:c16="http://schemas.microsoft.com/office/drawing/2014/chart" uri="{C3380CC4-5D6E-409C-BE32-E72D297353CC}">
                  <c16:uniqueId val="{00000002-9A6E-5640-8AC0-0D6D7AD5D5AA}"/>
                </c:ext>
              </c:extLst>
            </c:dLbl>
            <c:dLbl>
              <c:idx val="11"/>
              <c:spPr>
                <a:solidFill>
                  <a:srgbClr val="1BD760"/>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6="http://schemas.microsoft.com/office/drawing/2014/chart" uri="{C3380CC4-5D6E-409C-BE32-E72D297353CC}">
                  <c16:uniqueId val="{0000000A-D91E-4312-9D48-8889B60EBB05}"/>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4.1399999999999997</c:v>
                </c:pt>
                <c:pt idx="1">
                  <c:v>4.1500000000000004</c:v>
                </c:pt>
                <c:pt idx="2">
                  <c:v>4.1500000000000004</c:v>
                </c:pt>
                <c:pt idx="3">
                  <c:v>4.1500000000000004</c:v>
                </c:pt>
                <c:pt idx="4">
                  <c:v>4.2300000000000004</c:v>
                </c:pt>
                <c:pt idx="5">
                  <c:v>4.26</c:v>
                </c:pt>
                <c:pt idx="6">
                  <c:v>4.2699999999999996</c:v>
                </c:pt>
                <c:pt idx="7">
                  <c:v>4.28</c:v>
                </c:pt>
                <c:pt idx="8">
                  <c:v>4.32</c:v>
                </c:pt>
                <c:pt idx="9">
                  <c:v>4.33</c:v>
                </c:pt>
                <c:pt idx="10">
                  <c:v>4.4400000000000004</c:v>
                </c:pt>
                <c:pt idx="11">
                  <c:v>4.57</c:v>
                </c:pt>
              </c:numCache>
            </c:numRef>
          </c:val>
          <c:smooth val="0"/>
          <c:extLst>
            <c:ext xmlns:c16="http://schemas.microsoft.com/office/drawing/2014/chart" uri="{C3380CC4-5D6E-409C-BE32-E72D297353CC}">
              <c16:uniqueId val="{00000000-9A6E-5640-8AC0-0D6D7AD5D5AA}"/>
            </c:ext>
          </c:extLst>
        </c:ser>
        <c:ser>
          <c:idx val="1"/>
          <c:order val="1"/>
          <c:tx>
            <c:strRef>
              <c:f>Sheet1!$C$1</c:f>
              <c:strCache>
                <c:ptCount val="1"/>
                <c:pt idx="0">
                  <c:v>Target</c:v>
                </c:pt>
              </c:strCache>
            </c:strRef>
          </c:tx>
          <c:spPr>
            <a:ln w="19050" cap="rnd">
              <a:solidFill>
                <a:srgbClr val="C00000"/>
              </a:solidFill>
              <a:prstDash val="dash"/>
              <a:round/>
            </a:ln>
            <a:effectLst/>
          </c:spPr>
          <c:marker>
            <c:symbol val="none"/>
          </c:marker>
          <c:dLbls>
            <c:delete val="1"/>
          </c:dLbls>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3.75</c:v>
                </c:pt>
                <c:pt idx="1">
                  <c:v>3.75</c:v>
                </c:pt>
                <c:pt idx="2">
                  <c:v>3.75</c:v>
                </c:pt>
                <c:pt idx="3">
                  <c:v>3.75</c:v>
                </c:pt>
                <c:pt idx="4">
                  <c:v>3.75</c:v>
                </c:pt>
                <c:pt idx="5">
                  <c:v>3.75</c:v>
                </c:pt>
                <c:pt idx="6">
                  <c:v>3.75</c:v>
                </c:pt>
                <c:pt idx="7">
                  <c:v>3.75</c:v>
                </c:pt>
                <c:pt idx="8">
                  <c:v>3.75</c:v>
                </c:pt>
                <c:pt idx="9">
                  <c:v>3.75</c:v>
                </c:pt>
                <c:pt idx="10">
                  <c:v>3.75</c:v>
                </c:pt>
                <c:pt idx="11">
                  <c:v>3.75</c:v>
                </c:pt>
              </c:numCache>
            </c:numRef>
          </c:val>
          <c:smooth val="0"/>
          <c:extLst>
            <c:ext xmlns:c16="http://schemas.microsoft.com/office/drawing/2014/chart" uri="{C3380CC4-5D6E-409C-BE32-E72D297353CC}">
              <c16:uniqueId val="{00000001-9A6E-5640-8AC0-0D6D7AD5D5AA}"/>
            </c:ext>
          </c:extLst>
        </c:ser>
        <c:dLbls>
          <c:dLblPos val="t"/>
          <c:showLegendKey val="0"/>
          <c:showVal val="1"/>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in val="3.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BUY - % inbound calls</a:t>
            </a:r>
          </a:p>
        </c:rich>
      </c:tx>
      <c:layout>
        <c:manualLayout>
          <c:xMode val="edge"/>
          <c:yMode val="edge"/>
          <c:x val="0.17675361369313297"/>
          <c:y val="1.218503937007874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 inbound calls</c:v>
                </c:pt>
              </c:strCache>
            </c:strRef>
          </c:tx>
          <c:spPr>
            <a:ln w="28575" cap="rnd">
              <a:solidFill>
                <a:schemeClr val="tx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Jun</c:v>
                </c:pt>
                <c:pt idx="1">
                  <c:v>Jul</c:v>
                </c:pt>
                <c:pt idx="2">
                  <c:v>Aug</c:v>
                </c:pt>
                <c:pt idx="3">
                  <c:v>Sep</c:v>
                </c:pt>
                <c:pt idx="4">
                  <c:v>Oct</c:v>
                </c:pt>
                <c:pt idx="5">
                  <c:v>Nov</c:v>
                </c:pt>
                <c:pt idx="6">
                  <c:v>Dec</c:v>
                </c:pt>
              </c:strCache>
            </c:strRef>
          </c:cat>
          <c:val>
            <c:numRef>
              <c:f>Sheet1!$B$2:$B$8</c:f>
              <c:numCache>
                <c:formatCode>0.00%</c:formatCode>
                <c:ptCount val="7"/>
                <c:pt idx="0">
                  <c:v>7.4480149999999995E-2</c:v>
                </c:pt>
                <c:pt idx="1">
                  <c:v>7.8522519999999998E-2</c:v>
                </c:pt>
                <c:pt idx="2">
                  <c:v>7.9342090000000004E-2</c:v>
                </c:pt>
                <c:pt idx="3">
                  <c:v>7.8196210000000002E-2</c:v>
                </c:pt>
                <c:pt idx="4">
                  <c:v>8.0152039999999994E-2</c:v>
                </c:pt>
                <c:pt idx="5">
                  <c:v>7.6700000000000004E-2</c:v>
                </c:pt>
                <c:pt idx="6">
                  <c:v>7.46E-2</c:v>
                </c:pt>
              </c:numCache>
            </c:numRef>
          </c:val>
          <c:smooth val="0"/>
          <c:extLst>
            <c:ext xmlns:c16="http://schemas.microsoft.com/office/drawing/2014/chart" uri="{C3380CC4-5D6E-409C-BE32-E72D297353CC}">
              <c16:uniqueId val="{00000000-8627-6045-B233-668AFE2ABF4B}"/>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BUY – Customer</a:t>
            </a:r>
            <a:r>
              <a:rPr lang="en-US" sz="1200" b="1" baseline="0"/>
              <a:t> Effort Score</a:t>
            </a:r>
            <a:endParaRPr lang="en-US" sz="1200" b="1"/>
          </a:p>
        </c:rich>
      </c:tx>
      <c:layout>
        <c:manualLayout>
          <c:xMode val="edge"/>
          <c:yMode val="edge"/>
          <c:x val="0.1620353809318148"/>
          <c:y val="1.218503937007874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CES</c:v>
                </c:pt>
              </c:strCache>
            </c:strRef>
          </c:tx>
          <c:spPr>
            <a:ln w="28575" cap="rnd">
              <a:solidFill>
                <a:schemeClr val="tx1"/>
              </a:solidFill>
              <a:round/>
            </a:ln>
            <a:effectLst/>
          </c:spPr>
          <c:marker>
            <c:symbol val="none"/>
          </c:marker>
          <c:dLbls>
            <c:dLbl>
              <c:idx val="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351-024B-8B09-E57BDC2AEAB0}"/>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Dec '25</c:v>
                </c:pt>
                <c:pt idx="1">
                  <c:v>Jan '26</c:v>
                </c:pt>
              </c:strCache>
            </c:strRef>
          </c:cat>
          <c:val>
            <c:numRef>
              <c:f>Sheet1!$B$2:$B$3</c:f>
              <c:numCache>
                <c:formatCode>General</c:formatCode>
                <c:ptCount val="2"/>
                <c:pt idx="0">
                  <c:v>4.46</c:v>
                </c:pt>
                <c:pt idx="1">
                  <c:v>4.58</c:v>
                </c:pt>
              </c:numCache>
            </c:numRef>
          </c:val>
          <c:smooth val="0"/>
          <c:extLst>
            <c:ext xmlns:c16="http://schemas.microsoft.com/office/drawing/2014/chart" uri="{C3380CC4-5D6E-409C-BE32-E72D297353CC}">
              <c16:uniqueId val="{00000000-52AF-AF4C-8D33-96AB35C461CB}"/>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ax val="5"/>
          <c:min val="1"/>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Digital Conversion rate</a:t>
            </a:r>
          </a:p>
        </c:rich>
      </c:tx>
      <c:layout>
        <c:manualLayout>
          <c:xMode val="edge"/>
          <c:yMode val="edge"/>
          <c:x val="0.17675361369313297"/>
          <c:y val="1.218503937007874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Web CVR</c:v>
                </c:pt>
              </c:strCache>
            </c:strRef>
          </c:tx>
          <c:spPr>
            <a:ln w="28575" cap="rnd">
              <a:solidFill>
                <a:schemeClr val="tx1"/>
              </a:solidFill>
              <a:round/>
            </a:ln>
            <a:effectLst/>
          </c:spPr>
          <c:marker>
            <c:symbol val="none"/>
          </c:marker>
          <c:dLbls>
            <c:dLbl>
              <c:idx val="10"/>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252-1C4B-8313-CEB013095065}"/>
                </c:ext>
              </c:extLst>
            </c:dLbl>
            <c:spPr>
              <a:solidFill>
                <a:srgbClr val="1BD760"/>
              </a:solid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0.00%</c:formatCode>
                <c:ptCount val="12"/>
                <c:pt idx="0">
                  <c:v>8.6767895878524896E-3</c:v>
                </c:pt>
                <c:pt idx="1">
                  <c:v>9.7672947872626901E-3</c:v>
                </c:pt>
                <c:pt idx="2">
                  <c:v>7.7558555678173199E-3</c:v>
                </c:pt>
                <c:pt idx="3">
                  <c:v>8.2443524369869899E-3</c:v>
                </c:pt>
                <c:pt idx="4">
                  <c:v>7.4080083878376298E-3</c:v>
                </c:pt>
                <c:pt idx="5">
                  <c:v>5.1123872026251002E-3</c:v>
                </c:pt>
                <c:pt idx="6">
                  <c:v>6.0316376465232701E-3</c:v>
                </c:pt>
                <c:pt idx="7">
                  <c:v>5.8384479350879004E-3</c:v>
                </c:pt>
                <c:pt idx="8">
                  <c:v>5.8797671889821296E-3</c:v>
                </c:pt>
                <c:pt idx="9">
                  <c:v>7.4901405293032602E-3</c:v>
                </c:pt>
                <c:pt idx="10">
                  <c:v>3.5799999999999998E-2</c:v>
                </c:pt>
                <c:pt idx="11">
                  <c:v>1.9699999999999999E-2</c:v>
                </c:pt>
              </c:numCache>
            </c:numRef>
          </c:val>
          <c:smooth val="0"/>
          <c:extLst>
            <c:ext xmlns:c16="http://schemas.microsoft.com/office/drawing/2014/chart" uri="{C3380CC4-5D6E-409C-BE32-E72D297353CC}">
              <c16:uniqueId val="{00000000-4252-1C4B-8313-CEB013095065}"/>
            </c:ext>
          </c:extLst>
        </c:ser>
        <c:ser>
          <c:idx val="1"/>
          <c:order val="1"/>
          <c:tx>
            <c:strRef>
              <c:f>Sheet1!$C$1</c:f>
              <c:strCache>
                <c:ptCount val="1"/>
                <c:pt idx="0">
                  <c:v>App CVR</c:v>
                </c:pt>
              </c:strCache>
            </c:strRef>
          </c:tx>
          <c:spPr>
            <a:ln w="28575" cap="rnd">
              <a:solidFill>
                <a:srgbClr val="1BD760"/>
              </a:solidFill>
              <a:round/>
            </a:ln>
            <a:effectLst/>
          </c:spPr>
          <c:marker>
            <c:symbol val="none"/>
          </c:marker>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0.00%</c:formatCode>
                <c:ptCount val="12"/>
                <c:pt idx="0">
                  <c:v>1.7943879512178001E-2</c:v>
                </c:pt>
                <c:pt idx="1">
                  <c:v>1.9632146680839398E-2</c:v>
                </c:pt>
                <c:pt idx="2">
                  <c:v>1.6577833233561001E-2</c:v>
                </c:pt>
                <c:pt idx="3">
                  <c:v>1.51026050462E-2</c:v>
                </c:pt>
                <c:pt idx="4">
                  <c:v>1.42862083142812E-2</c:v>
                </c:pt>
                <c:pt idx="5">
                  <c:v>1.2187318088176399E-2</c:v>
                </c:pt>
                <c:pt idx="6">
                  <c:v>1.33061022403762E-2</c:v>
                </c:pt>
                <c:pt idx="7">
                  <c:v>1.7329298756345399E-2</c:v>
                </c:pt>
                <c:pt idx="8">
                  <c:v>1.7584913759695699E-2</c:v>
                </c:pt>
                <c:pt idx="9">
                  <c:v>1.1927014463003399E-2</c:v>
                </c:pt>
                <c:pt idx="10">
                  <c:v>1.9800000000000002E-2</c:v>
                </c:pt>
                <c:pt idx="11">
                  <c:v>2.06E-2</c:v>
                </c:pt>
              </c:numCache>
            </c:numRef>
          </c:val>
          <c:smooth val="0"/>
          <c:extLst>
            <c:ext xmlns:c16="http://schemas.microsoft.com/office/drawing/2014/chart" uri="{C3380CC4-5D6E-409C-BE32-E72D297353CC}">
              <c16:uniqueId val="{00000000-316D-4A4F-A65E-593890229C49}"/>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ax val="0.05"/>
          <c:min val="0"/>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Online</a:t>
            </a:r>
            <a:r>
              <a:rPr lang="en-US" sz="1200" b="1" baseline="0"/>
              <a:t> s</a:t>
            </a:r>
            <a:r>
              <a:rPr lang="en-US" sz="1200" b="1"/>
              <a:t>essions with errors</a:t>
            </a:r>
          </a:p>
        </c:rich>
      </c:tx>
      <c:layout>
        <c:manualLayout>
          <c:xMode val="edge"/>
          <c:yMode val="edge"/>
          <c:x val="0.18656576886734508"/>
          <c:y val="1.9129483814523188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 with errors</c:v>
                </c:pt>
              </c:strCache>
            </c:strRef>
          </c:tx>
          <c:spPr>
            <a:ln w="28575" cap="rnd">
              <a:solidFill>
                <a:schemeClr val="tx1"/>
              </a:solidFill>
              <a:round/>
            </a:ln>
            <a:effectLst/>
          </c:spPr>
          <c:marker>
            <c:symbol val="none"/>
          </c:marker>
          <c:dLbls>
            <c:dLbl>
              <c:idx val="5"/>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1-53E8-5F4C-897E-74E32ED0D113}"/>
                </c:ext>
              </c:extLst>
            </c:dLbl>
            <c:spPr>
              <a:solidFill>
                <a:srgbClr val="FFC000"/>
              </a:solid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Jul '25</c:v>
                </c:pt>
                <c:pt idx="1">
                  <c:v>Aug</c:v>
                </c:pt>
                <c:pt idx="2">
                  <c:v>Sep</c:v>
                </c:pt>
                <c:pt idx="3">
                  <c:v>Oct</c:v>
                </c:pt>
                <c:pt idx="4">
                  <c:v>Nov</c:v>
                </c:pt>
                <c:pt idx="5">
                  <c:v>Dec</c:v>
                </c:pt>
              </c:strCache>
            </c:strRef>
          </c:cat>
          <c:val>
            <c:numRef>
              <c:f>Sheet1!$B$2:$B$7</c:f>
              <c:numCache>
                <c:formatCode>0.0%</c:formatCode>
                <c:ptCount val="6"/>
                <c:pt idx="0">
                  <c:v>4.5261054744533999E-2</c:v>
                </c:pt>
                <c:pt idx="1">
                  <c:v>4.3778223325134501E-2</c:v>
                </c:pt>
                <c:pt idx="2">
                  <c:v>5.6882692817386601E-2</c:v>
                </c:pt>
                <c:pt idx="3">
                  <c:v>5.2276169185728798E-2</c:v>
                </c:pt>
                <c:pt idx="4">
                  <c:v>6.0610079365133303E-2</c:v>
                </c:pt>
                <c:pt idx="5">
                  <c:v>6.8598213951848994E-2</c:v>
                </c:pt>
              </c:numCache>
            </c:numRef>
          </c:val>
          <c:smooth val="0"/>
          <c:extLst>
            <c:ext xmlns:c16="http://schemas.microsoft.com/office/drawing/2014/chart" uri="{C3380CC4-5D6E-409C-BE32-E72D297353CC}">
              <c16:uniqueId val="{00000000-916B-AA4F-90AA-F5E25573F43B}"/>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ax val="0.1"/>
          <c:min val="0.03"/>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majorUnit val="0.03"/>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Av. cost to connect</a:t>
            </a:r>
          </a:p>
        </c:rich>
      </c:tx>
      <c:layout>
        <c:manualLayout>
          <c:xMode val="edge"/>
          <c:yMode val="edge"/>
          <c:x val="0.23072046715129957"/>
          <c:y val="1.218503937007874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SGD</c:v>
                </c:pt>
              </c:strCache>
            </c:strRef>
          </c:tx>
          <c:spPr>
            <a:ln w="28575" cap="rnd">
              <a:solidFill>
                <a:schemeClr val="tx1"/>
              </a:solidFill>
              <a:round/>
            </a:ln>
            <a:effectLst/>
          </c:spPr>
          <c:marker>
            <c:symbol val="none"/>
          </c:marker>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_("$"* #,##0.00_);_("$"* \(#,##0.00\);_("$"* "-"??_);_(@_)</c:formatCode>
                <c:ptCount val="12"/>
                <c:pt idx="0">
                  <c:v>27.6</c:v>
                </c:pt>
                <c:pt idx="1">
                  <c:v>27.6</c:v>
                </c:pt>
                <c:pt idx="2">
                  <c:v>27.6</c:v>
                </c:pt>
                <c:pt idx="3">
                  <c:v>27.6</c:v>
                </c:pt>
                <c:pt idx="4">
                  <c:v>27.6</c:v>
                </c:pt>
                <c:pt idx="5">
                  <c:v>27.6</c:v>
                </c:pt>
                <c:pt idx="6">
                  <c:v>27.6</c:v>
                </c:pt>
                <c:pt idx="7">
                  <c:v>27.6</c:v>
                </c:pt>
                <c:pt idx="8">
                  <c:v>27.6</c:v>
                </c:pt>
                <c:pt idx="9">
                  <c:v>27.6</c:v>
                </c:pt>
                <c:pt idx="10">
                  <c:v>27.6</c:v>
                </c:pt>
                <c:pt idx="11">
                  <c:v>27.6</c:v>
                </c:pt>
              </c:numCache>
            </c:numRef>
          </c:val>
          <c:smooth val="0"/>
          <c:extLst>
            <c:ext xmlns:c16="http://schemas.microsoft.com/office/drawing/2014/chart" uri="{C3380CC4-5D6E-409C-BE32-E72D297353CC}">
              <c16:uniqueId val="{00000000-8B26-5047-BB26-7D67A032F949}"/>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00_);_(&quot;$&quot;* \(#,##0.0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ACTIVATE - Journey CSAT</a:t>
            </a:r>
          </a:p>
        </c:rich>
      </c:tx>
      <c:layout>
        <c:manualLayout>
          <c:xMode val="edge"/>
          <c:yMode val="edge"/>
          <c:x val="0.13750499299628452"/>
          <c:y val="1.218503937007874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CSAT</c:v>
                </c:pt>
              </c:strCache>
            </c:strRef>
          </c:tx>
          <c:spPr>
            <a:ln w="28575" cap="rnd">
              <a:solidFill>
                <a:schemeClr val="tx1"/>
              </a:solidFill>
              <a:round/>
            </a:ln>
            <a:effectLst/>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01-90E6-4AAA-B053-ECC66B1103F3}"/>
                </c:ext>
              </c:extLst>
            </c:dLbl>
            <c:dLbl>
              <c:idx val="1"/>
              <c:delete val="1"/>
              <c:extLst>
                <c:ext xmlns:c15="http://schemas.microsoft.com/office/drawing/2012/chart" uri="{CE6537A1-D6FC-4f65-9D91-7224C49458BB}"/>
                <c:ext xmlns:c16="http://schemas.microsoft.com/office/drawing/2014/chart" uri="{C3380CC4-5D6E-409C-BE32-E72D297353CC}">
                  <c16:uniqueId val="{00000000-90E6-4AAA-B053-ECC66B1103F3}"/>
                </c:ext>
              </c:extLst>
            </c:dLbl>
            <c:dLbl>
              <c:idx val="2"/>
              <c:delete val="1"/>
              <c:extLst>
                <c:ext xmlns:c15="http://schemas.microsoft.com/office/drawing/2012/chart" uri="{CE6537A1-D6FC-4f65-9D91-7224C49458BB}"/>
                <c:ext xmlns:c16="http://schemas.microsoft.com/office/drawing/2014/chart" uri="{C3380CC4-5D6E-409C-BE32-E72D297353CC}">
                  <c16:uniqueId val="{00000002-90E6-4AAA-B053-ECC66B1103F3}"/>
                </c:ext>
              </c:extLst>
            </c:dLbl>
            <c:dLbl>
              <c:idx val="3"/>
              <c:delete val="1"/>
              <c:extLst>
                <c:ext xmlns:c15="http://schemas.microsoft.com/office/drawing/2012/chart" uri="{CE6537A1-D6FC-4f65-9D91-7224C49458BB}"/>
                <c:ext xmlns:c16="http://schemas.microsoft.com/office/drawing/2014/chart" uri="{C3380CC4-5D6E-409C-BE32-E72D297353CC}">
                  <c16:uniqueId val="{00000003-90E6-4AAA-B053-ECC66B1103F3}"/>
                </c:ext>
              </c:extLst>
            </c:dLbl>
            <c:dLbl>
              <c:idx val="4"/>
              <c:delete val="1"/>
              <c:extLst>
                <c:ext xmlns:c15="http://schemas.microsoft.com/office/drawing/2012/chart" uri="{CE6537A1-D6FC-4f65-9D91-7224C49458BB}"/>
                <c:ext xmlns:c16="http://schemas.microsoft.com/office/drawing/2014/chart" uri="{C3380CC4-5D6E-409C-BE32-E72D297353CC}">
                  <c16:uniqueId val="{00000004-90E6-4AAA-B053-ECC66B1103F3}"/>
                </c:ext>
              </c:extLst>
            </c:dLbl>
            <c:dLbl>
              <c:idx val="5"/>
              <c:delete val="1"/>
              <c:extLst>
                <c:ext xmlns:c15="http://schemas.microsoft.com/office/drawing/2012/chart" uri="{CE6537A1-D6FC-4f65-9D91-7224C49458BB}"/>
                <c:ext xmlns:c16="http://schemas.microsoft.com/office/drawing/2014/chart" uri="{C3380CC4-5D6E-409C-BE32-E72D297353CC}">
                  <c16:uniqueId val="{00000006-90E6-4AAA-B053-ECC66B1103F3}"/>
                </c:ext>
              </c:extLst>
            </c:dLbl>
            <c:dLbl>
              <c:idx val="6"/>
              <c:delete val="1"/>
              <c:extLst>
                <c:ext xmlns:c15="http://schemas.microsoft.com/office/drawing/2012/chart" uri="{CE6537A1-D6FC-4f65-9D91-7224C49458BB}"/>
                <c:ext xmlns:c16="http://schemas.microsoft.com/office/drawing/2014/chart" uri="{C3380CC4-5D6E-409C-BE32-E72D297353CC}">
                  <c16:uniqueId val="{00000005-90E6-4AAA-B053-ECC66B1103F3}"/>
                </c:ext>
              </c:extLst>
            </c:dLbl>
            <c:dLbl>
              <c:idx val="7"/>
              <c:delete val="1"/>
              <c:extLst>
                <c:ext xmlns:c15="http://schemas.microsoft.com/office/drawing/2012/chart" uri="{CE6537A1-D6FC-4f65-9D91-7224C49458BB}"/>
                <c:ext xmlns:c16="http://schemas.microsoft.com/office/drawing/2014/chart" uri="{C3380CC4-5D6E-409C-BE32-E72D297353CC}">
                  <c16:uniqueId val="{00000009-90E6-4AAA-B053-ECC66B1103F3}"/>
                </c:ext>
              </c:extLst>
            </c:dLbl>
            <c:dLbl>
              <c:idx val="8"/>
              <c:delete val="1"/>
              <c:extLst>
                <c:ext xmlns:c15="http://schemas.microsoft.com/office/drawing/2012/chart" uri="{CE6537A1-D6FC-4f65-9D91-7224C49458BB}"/>
                <c:ext xmlns:c16="http://schemas.microsoft.com/office/drawing/2014/chart" uri="{C3380CC4-5D6E-409C-BE32-E72D297353CC}">
                  <c16:uniqueId val="{00000007-90E6-4AAA-B053-ECC66B1103F3}"/>
                </c:ext>
              </c:extLst>
            </c:dLbl>
            <c:dLbl>
              <c:idx val="9"/>
              <c:delete val="1"/>
              <c:extLst>
                <c:ext xmlns:c15="http://schemas.microsoft.com/office/drawing/2012/chart" uri="{CE6537A1-D6FC-4f65-9D91-7224C49458BB}"/>
                <c:ext xmlns:c16="http://schemas.microsoft.com/office/drawing/2014/chart" uri="{C3380CC4-5D6E-409C-BE32-E72D297353CC}">
                  <c16:uniqueId val="{00000008-90E6-4AAA-B053-ECC66B1103F3}"/>
                </c:ext>
              </c:extLst>
            </c:dLbl>
            <c:dLbl>
              <c:idx val="10"/>
              <c:delete val="1"/>
              <c:extLst>
                <c:ext xmlns:c15="http://schemas.microsoft.com/office/drawing/2012/chart" uri="{CE6537A1-D6FC-4f65-9D91-7224C49458BB}"/>
                <c:ext xmlns:c16="http://schemas.microsoft.com/office/drawing/2014/chart" uri="{C3380CC4-5D6E-409C-BE32-E72D297353CC}">
                  <c16:uniqueId val="{00000002-9A6E-5640-8AC0-0D6D7AD5D5AA}"/>
                </c:ext>
              </c:extLst>
            </c:dLbl>
            <c:dLbl>
              <c:idx val="11"/>
              <c:tx>
                <c:rich>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fld id="{5D5FEB17-57F2-4379-B417-FC03C670CF1D}" type="VALUE">
                      <a:rPr lang="en-US" sz="1050" b="1"/>
                      <a:pPr>
                        <a:defRPr/>
                      </a:pPr>
                      <a:t>[VALUE]</a:t>
                    </a:fld>
                    <a:endParaRPr lang="en-US"/>
                  </a:p>
                </c:rich>
              </c:tx>
              <c:spPr>
                <a:solidFill>
                  <a:srgbClr val="1BD760"/>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A-90E6-4AAA-B053-ECC66B1103F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4.43</c:v>
                </c:pt>
                <c:pt idx="1">
                  <c:v>4.54</c:v>
                </c:pt>
                <c:pt idx="2">
                  <c:v>4.59</c:v>
                </c:pt>
                <c:pt idx="3">
                  <c:v>4.57</c:v>
                </c:pt>
                <c:pt idx="4">
                  <c:v>4.76</c:v>
                </c:pt>
                <c:pt idx="5">
                  <c:v>4.72</c:v>
                </c:pt>
                <c:pt idx="6">
                  <c:v>4.7300000000000004</c:v>
                </c:pt>
                <c:pt idx="7">
                  <c:v>4.75</c:v>
                </c:pt>
                <c:pt idx="8">
                  <c:v>4.76</c:v>
                </c:pt>
                <c:pt idx="9">
                  <c:v>4.7699999999999996</c:v>
                </c:pt>
                <c:pt idx="10">
                  <c:v>4.76</c:v>
                </c:pt>
                <c:pt idx="11">
                  <c:v>4.7699999999999996</c:v>
                </c:pt>
              </c:numCache>
            </c:numRef>
          </c:val>
          <c:smooth val="0"/>
          <c:extLst>
            <c:ext xmlns:c16="http://schemas.microsoft.com/office/drawing/2014/chart" uri="{C3380CC4-5D6E-409C-BE32-E72D297353CC}">
              <c16:uniqueId val="{00000000-9A6E-5640-8AC0-0D6D7AD5D5AA}"/>
            </c:ext>
          </c:extLst>
        </c:ser>
        <c:ser>
          <c:idx val="1"/>
          <c:order val="1"/>
          <c:tx>
            <c:strRef>
              <c:f>Sheet1!$C$1</c:f>
              <c:strCache>
                <c:ptCount val="1"/>
                <c:pt idx="0">
                  <c:v>Target</c:v>
                </c:pt>
              </c:strCache>
            </c:strRef>
          </c:tx>
          <c:spPr>
            <a:ln w="19050" cap="rnd">
              <a:solidFill>
                <a:srgbClr val="C00000"/>
              </a:solidFill>
              <a:prstDash val="dash"/>
              <a:round/>
            </a:ln>
            <a:effectLst/>
          </c:spPr>
          <c:marker>
            <c:symbol val="none"/>
          </c:marker>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4.37</c:v>
                </c:pt>
                <c:pt idx="1">
                  <c:v>4.37</c:v>
                </c:pt>
                <c:pt idx="2">
                  <c:v>4.37</c:v>
                </c:pt>
                <c:pt idx="3">
                  <c:v>4.37</c:v>
                </c:pt>
                <c:pt idx="4">
                  <c:v>4.37</c:v>
                </c:pt>
                <c:pt idx="5">
                  <c:v>4.37</c:v>
                </c:pt>
                <c:pt idx="6">
                  <c:v>4.37</c:v>
                </c:pt>
                <c:pt idx="7">
                  <c:v>4.37</c:v>
                </c:pt>
                <c:pt idx="8">
                  <c:v>4.37</c:v>
                </c:pt>
                <c:pt idx="9">
                  <c:v>4.37</c:v>
                </c:pt>
                <c:pt idx="10">
                  <c:v>4.37</c:v>
                </c:pt>
                <c:pt idx="11">
                  <c:v>4.37</c:v>
                </c:pt>
              </c:numCache>
            </c:numRef>
          </c:val>
          <c:smooth val="0"/>
          <c:extLst>
            <c:ext xmlns:c16="http://schemas.microsoft.com/office/drawing/2014/chart" uri="{C3380CC4-5D6E-409C-BE32-E72D297353CC}">
              <c16:uniqueId val="{00000001-9A6E-5640-8AC0-0D6D7AD5D5AA}"/>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in val="4"/>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ACTIVATE - % inbound calls</a:t>
            </a:r>
          </a:p>
        </c:rich>
      </c:tx>
      <c:layout>
        <c:manualLayout>
          <c:xMode val="edge"/>
          <c:yMode val="edge"/>
          <c:x val="0.20619007921576923"/>
          <c:y val="1.9129483814523188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 inbound calls</c:v>
                </c:pt>
              </c:strCache>
            </c:strRef>
          </c:tx>
          <c:spPr>
            <a:ln w="28575" cap="rnd">
              <a:solidFill>
                <a:schemeClr val="tx1"/>
              </a:solidFill>
              <a:round/>
            </a:ln>
            <a:effectLst/>
          </c:spPr>
          <c:marker>
            <c:symbol val="none"/>
          </c:marker>
          <c:dLbls>
            <c:dLbl>
              <c:idx val="6"/>
              <c:layout>
                <c:manualLayout>
                  <c:x val="-4.9060775871060556E-3"/>
                  <c:y val="8.746555118110235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51D-A34B-AEF9-E019A288CD67}"/>
                </c:ext>
              </c:extLst>
            </c:dLbl>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Jun</c:v>
                </c:pt>
                <c:pt idx="1">
                  <c:v>Jul</c:v>
                </c:pt>
                <c:pt idx="2">
                  <c:v>Aug</c:v>
                </c:pt>
                <c:pt idx="3">
                  <c:v>Sep</c:v>
                </c:pt>
                <c:pt idx="4">
                  <c:v>Oct</c:v>
                </c:pt>
                <c:pt idx="5">
                  <c:v>Nov</c:v>
                </c:pt>
                <c:pt idx="6">
                  <c:v>Dec</c:v>
                </c:pt>
              </c:strCache>
            </c:strRef>
          </c:cat>
          <c:val>
            <c:numRef>
              <c:f>Sheet1!$B$2:$B$8</c:f>
              <c:numCache>
                <c:formatCode>0.00%</c:formatCode>
                <c:ptCount val="7"/>
                <c:pt idx="0">
                  <c:v>9.6408320000000006E-2</c:v>
                </c:pt>
                <c:pt idx="1">
                  <c:v>9.4519210000000006E-2</c:v>
                </c:pt>
                <c:pt idx="2">
                  <c:v>9.156926E-2</c:v>
                </c:pt>
                <c:pt idx="3">
                  <c:v>9.1448790000000002E-2</c:v>
                </c:pt>
                <c:pt idx="4">
                  <c:v>8.8952240000000002E-2</c:v>
                </c:pt>
                <c:pt idx="5">
                  <c:v>9.2399999999999996E-2</c:v>
                </c:pt>
                <c:pt idx="6">
                  <c:v>8.7400000000000005E-2</c:v>
                </c:pt>
              </c:numCache>
            </c:numRef>
          </c:val>
          <c:smooth val="0"/>
          <c:extLst>
            <c:ext xmlns:c16="http://schemas.microsoft.com/office/drawing/2014/chart" uri="{C3380CC4-5D6E-409C-BE32-E72D297353CC}">
              <c16:uniqueId val="{00000000-8627-6045-B233-668AFE2ABF4B}"/>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First install. success</a:t>
            </a:r>
            <a:r>
              <a:rPr lang="en-US" sz="1200" b="1" baseline="0"/>
              <a:t> rate</a:t>
            </a:r>
            <a:endParaRPr lang="en-US" sz="1200" b="1"/>
          </a:p>
        </c:rich>
      </c:tx>
      <c:layout>
        <c:manualLayout>
          <c:xMode val="edge"/>
          <c:yMode val="edge"/>
          <c:x val="0.26015693267393586"/>
          <c:y val="1.218503937007874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FTRR</c:v>
                </c:pt>
              </c:strCache>
            </c:strRef>
          </c:tx>
          <c:spPr>
            <a:ln w="28575" cap="rnd">
              <a:solidFill>
                <a:schemeClr val="tx1"/>
              </a:solidFill>
              <a:round/>
            </a:ln>
            <a:effectLst/>
          </c:spPr>
          <c:marker>
            <c:symbol val="none"/>
          </c:marker>
          <c:dLbls>
            <c:dLbl>
              <c:idx val="10"/>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252-1C4B-8313-CEB013095065}"/>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0.0%</c:formatCode>
                <c:ptCount val="12"/>
                <c:pt idx="0">
                  <c:v>0.98</c:v>
                </c:pt>
                <c:pt idx="1">
                  <c:v>0.98399999999999999</c:v>
                </c:pt>
                <c:pt idx="2">
                  <c:v>0.98099999999999998</c:v>
                </c:pt>
                <c:pt idx="3">
                  <c:v>0.98199999999999998</c:v>
                </c:pt>
                <c:pt idx="4">
                  <c:v>0.98199999999999998</c:v>
                </c:pt>
                <c:pt idx="5">
                  <c:v>0.97799999999999998</c:v>
                </c:pt>
                <c:pt idx="6">
                  <c:v>0.98399999999999999</c:v>
                </c:pt>
                <c:pt idx="7">
                  <c:v>0.98699999999999999</c:v>
                </c:pt>
                <c:pt idx="8">
                  <c:v>0.98699999999999999</c:v>
                </c:pt>
                <c:pt idx="9">
                  <c:v>0.99</c:v>
                </c:pt>
                <c:pt idx="10">
                  <c:v>0.98599999999999999</c:v>
                </c:pt>
                <c:pt idx="11">
                  <c:v>0.98799999999999999</c:v>
                </c:pt>
              </c:numCache>
            </c:numRef>
          </c:val>
          <c:smooth val="0"/>
          <c:extLst>
            <c:ext xmlns:c16="http://schemas.microsoft.com/office/drawing/2014/chart" uri="{C3380CC4-5D6E-409C-BE32-E72D297353CC}">
              <c16:uniqueId val="{00000000-4252-1C4B-8313-CEB013095065}"/>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ax val="1"/>
          <c:min val="0.95"/>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majorUnit val="0.01"/>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Days to install (median)</a:t>
            </a:r>
          </a:p>
        </c:rich>
      </c:tx>
      <c:layout>
        <c:manualLayout>
          <c:xMode val="edge"/>
          <c:yMode val="edge"/>
          <c:x val="0.11297460506075424"/>
          <c:y val="3.3018372703412076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Entertainment</c:v>
                </c:pt>
              </c:strCache>
            </c:strRef>
          </c:tx>
          <c:spPr>
            <a:ln w="28575" cap="rnd">
              <a:solidFill>
                <a:schemeClr val="tx1"/>
              </a:solidFill>
              <a:round/>
            </a:ln>
            <a:effectLst/>
          </c:spPr>
          <c:marker>
            <c:symbol val="none"/>
          </c:marker>
          <c:dLbls>
            <c:dLbl>
              <c:idx val="1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017-BB4A-BE47-2B3955229A2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12</c:v>
                </c:pt>
                <c:pt idx="1">
                  <c:v>9</c:v>
                </c:pt>
                <c:pt idx="2">
                  <c:v>14</c:v>
                </c:pt>
                <c:pt idx="3">
                  <c:v>13</c:v>
                </c:pt>
                <c:pt idx="4">
                  <c:v>7</c:v>
                </c:pt>
                <c:pt idx="5">
                  <c:v>7</c:v>
                </c:pt>
                <c:pt idx="6">
                  <c:v>1</c:v>
                </c:pt>
                <c:pt idx="7">
                  <c:v>0</c:v>
                </c:pt>
                <c:pt idx="8">
                  <c:v>2</c:v>
                </c:pt>
                <c:pt idx="9">
                  <c:v>0</c:v>
                </c:pt>
                <c:pt idx="10">
                  <c:v>1</c:v>
                </c:pt>
                <c:pt idx="11">
                  <c:v>1</c:v>
                </c:pt>
              </c:numCache>
            </c:numRef>
          </c:val>
          <c:smooth val="0"/>
          <c:extLst>
            <c:ext xmlns:c16="http://schemas.microsoft.com/office/drawing/2014/chart" uri="{C3380CC4-5D6E-409C-BE32-E72D297353CC}">
              <c16:uniqueId val="{00000000-916B-AA4F-90AA-F5E25573F43B}"/>
            </c:ext>
          </c:extLst>
        </c:ser>
        <c:ser>
          <c:idx val="1"/>
          <c:order val="1"/>
          <c:tx>
            <c:strRef>
              <c:f>Sheet1!$C$1</c:f>
              <c:strCache>
                <c:ptCount val="1"/>
                <c:pt idx="0">
                  <c:v>Broadband</c:v>
                </c:pt>
              </c:strCache>
            </c:strRef>
          </c:tx>
          <c:spPr>
            <a:ln w="28575" cap="rnd">
              <a:solidFill>
                <a:srgbClr val="1BD760"/>
              </a:solidFill>
              <a:round/>
            </a:ln>
            <a:effectLst/>
          </c:spPr>
          <c:marker>
            <c:symbol val="none"/>
          </c:marker>
          <c:dLbls>
            <c:dLbl>
              <c:idx val="1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017-BB4A-BE47-2B3955229A2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20</c:v>
                </c:pt>
                <c:pt idx="1">
                  <c:v>23</c:v>
                </c:pt>
                <c:pt idx="2">
                  <c:v>15</c:v>
                </c:pt>
                <c:pt idx="3">
                  <c:v>17</c:v>
                </c:pt>
                <c:pt idx="4">
                  <c:v>10</c:v>
                </c:pt>
                <c:pt idx="5">
                  <c:v>8</c:v>
                </c:pt>
                <c:pt idx="6">
                  <c:v>10</c:v>
                </c:pt>
                <c:pt idx="7">
                  <c:v>10</c:v>
                </c:pt>
                <c:pt idx="8">
                  <c:v>15</c:v>
                </c:pt>
                <c:pt idx="9">
                  <c:v>12</c:v>
                </c:pt>
                <c:pt idx="10">
                  <c:v>7</c:v>
                </c:pt>
                <c:pt idx="11">
                  <c:v>6</c:v>
                </c:pt>
              </c:numCache>
            </c:numRef>
          </c:val>
          <c:smooth val="0"/>
          <c:extLst>
            <c:ext xmlns:c16="http://schemas.microsoft.com/office/drawing/2014/chart" uri="{C3380CC4-5D6E-409C-BE32-E72D297353CC}">
              <c16:uniqueId val="{00000000-8017-BB4A-BE47-2B3955229A21}"/>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ax val="30"/>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layout>
        <c:manualLayout>
          <c:xMode val="edge"/>
          <c:yMode val="edge"/>
          <c:x val="0.10406640433959946"/>
          <c:y val="0.81371828521434819"/>
          <c:w val="0.87036443271449793"/>
          <c:h val="0.18628171478565178"/>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Cost to Activate</a:t>
            </a:r>
          </a:p>
        </c:rich>
      </c:tx>
      <c:layout>
        <c:manualLayout>
          <c:xMode val="edge"/>
          <c:yMode val="edge"/>
          <c:x val="0.2258143895641935"/>
          <c:y val="1.218503937007874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SGD</c:v>
                </c:pt>
              </c:strCache>
            </c:strRef>
          </c:tx>
          <c:spPr>
            <a:ln w="28575" cap="rnd">
              <a:solidFill>
                <a:schemeClr val="tx1"/>
              </a:solidFill>
              <a:round/>
            </a:ln>
            <a:effectLst/>
          </c:spPr>
          <c:marker>
            <c:symbol val="none"/>
          </c:marker>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_("$"* #,##0.00_);_("$"* \(#,##0.00\);_("$"* "-"??_);_(@_)</c:formatCode>
                <c:ptCount val="12"/>
                <c:pt idx="0">
                  <c:v>27.6</c:v>
                </c:pt>
                <c:pt idx="1">
                  <c:v>27.6</c:v>
                </c:pt>
                <c:pt idx="2">
                  <c:v>27.6</c:v>
                </c:pt>
                <c:pt idx="3">
                  <c:v>27.6</c:v>
                </c:pt>
                <c:pt idx="4">
                  <c:v>27.6</c:v>
                </c:pt>
                <c:pt idx="5">
                  <c:v>27.6</c:v>
                </c:pt>
                <c:pt idx="6">
                  <c:v>27.6</c:v>
                </c:pt>
                <c:pt idx="7">
                  <c:v>27.6</c:v>
                </c:pt>
                <c:pt idx="8">
                  <c:v>27.6</c:v>
                </c:pt>
                <c:pt idx="9">
                  <c:v>27.6</c:v>
                </c:pt>
                <c:pt idx="10">
                  <c:v>27.6</c:v>
                </c:pt>
                <c:pt idx="11">
                  <c:v>27.6</c:v>
                </c:pt>
              </c:numCache>
            </c:numRef>
          </c:val>
          <c:smooth val="0"/>
          <c:extLst>
            <c:ext xmlns:c16="http://schemas.microsoft.com/office/drawing/2014/chart" uri="{C3380CC4-5D6E-409C-BE32-E72D297353CC}">
              <c16:uniqueId val="{00000000-8B26-5047-BB26-7D67A032F949}"/>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00_);_(&quot;$&quot;* \(#,##0.0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ACTIVATE – C. Effort Score</a:t>
            </a:r>
          </a:p>
        </c:rich>
      </c:tx>
      <c:layout>
        <c:manualLayout>
          <c:xMode val="edge"/>
          <c:yMode val="edge"/>
          <c:x val="0.10316244988654211"/>
          <c:y val="1.218503937007874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CES</c:v>
                </c:pt>
              </c:strCache>
            </c:strRef>
          </c:tx>
          <c:spPr>
            <a:ln w="28575" cap="rnd">
              <a:solidFill>
                <a:schemeClr val="tx1"/>
              </a:solidFill>
              <a:round/>
            </a:ln>
            <a:effectLst/>
          </c:spPr>
          <c:marker>
            <c:symbol val="none"/>
          </c:marker>
          <c:dLbls>
            <c:dLbl>
              <c:idx val="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8BA-F94F-937E-E1CF378E4957}"/>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Dec '25</c:v>
                </c:pt>
                <c:pt idx="1">
                  <c:v>Jan '26</c:v>
                </c:pt>
              </c:strCache>
            </c:strRef>
          </c:cat>
          <c:val>
            <c:numRef>
              <c:f>Sheet1!$B$2:$B$3</c:f>
              <c:numCache>
                <c:formatCode>General</c:formatCode>
                <c:ptCount val="2"/>
                <c:pt idx="0">
                  <c:v>4.67</c:v>
                </c:pt>
                <c:pt idx="1">
                  <c:v>4.6399999999999997</c:v>
                </c:pt>
              </c:numCache>
            </c:numRef>
          </c:val>
          <c:smooth val="0"/>
          <c:extLst>
            <c:ext xmlns:c16="http://schemas.microsoft.com/office/drawing/2014/chart" uri="{C3380CC4-5D6E-409C-BE32-E72D297353CC}">
              <c16:uniqueId val="{00000001-38BA-F94F-937E-E1CF378E4957}"/>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ax val="5"/>
          <c:min val="1"/>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USE - Journey NPS</a:t>
            </a:r>
          </a:p>
        </c:rich>
      </c:tx>
      <c:layout>
        <c:manualLayout>
          <c:xMode val="edge"/>
          <c:yMode val="edge"/>
          <c:x val="0.13259891540917845"/>
          <c:y val="1.218503937007874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Mobile</c:v>
                </c:pt>
              </c:strCache>
            </c:strRef>
          </c:tx>
          <c:spPr>
            <a:ln w="28575" cap="rnd">
              <a:solidFill>
                <a:schemeClr val="tx1"/>
              </a:solidFill>
              <a:round/>
            </a:ln>
            <a:effectLst/>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01-988B-4CC5-8682-016B462670BD}"/>
                </c:ext>
              </c:extLst>
            </c:dLbl>
            <c:dLbl>
              <c:idx val="1"/>
              <c:delete val="1"/>
              <c:extLst>
                <c:ext xmlns:c15="http://schemas.microsoft.com/office/drawing/2012/chart" uri="{CE6537A1-D6FC-4f65-9D91-7224C49458BB}"/>
                <c:ext xmlns:c16="http://schemas.microsoft.com/office/drawing/2014/chart" uri="{C3380CC4-5D6E-409C-BE32-E72D297353CC}">
                  <c16:uniqueId val="{00000000-988B-4CC5-8682-016B462670BD}"/>
                </c:ext>
              </c:extLst>
            </c:dLbl>
            <c:dLbl>
              <c:idx val="2"/>
              <c:delete val="1"/>
              <c:extLst>
                <c:ext xmlns:c15="http://schemas.microsoft.com/office/drawing/2012/chart" uri="{CE6537A1-D6FC-4f65-9D91-7224C49458BB}"/>
                <c:ext xmlns:c16="http://schemas.microsoft.com/office/drawing/2014/chart" uri="{C3380CC4-5D6E-409C-BE32-E72D297353CC}">
                  <c16:uniqueId val="{00000002-988B-4CC5-8682-016B462670BD}"/>
                </c:ext>
              </c:extLst>
            </c:dLbl>
            <c:dLbl>
              <c:idx val="3"/>
              <c:delete val="1"/>
              <c:extLst>
                <c:ext xmlns:c15="http://schemas.microsoft.com/office/drawing/2012/chart" uri="{CE6537A1-D6FC-4f65-9D91-7224C49458BB}"/>
                <c:ext xmlns:c16="http://schemas.microsoft.com/office/drawing/2014/chart" uri="{C3380CC4-5D6E-409C-BE32-E72D297353CC}">
                  <c16:uniqueId val="{00000003-988B-4CC5-8682-016B462670BD}"/>
                </c:ext>
              </c:extLst>
            </c:dLbl>
            <c:dLbl>
              <c:idx val="4"/>
              <c:delete val="1"/>
              <c:extLst>
                <c:ext xmlns:c15="http://schemas.microsoft.com/office/drawing/2012/chart" uri="{CE6537A1-D6FC-4f65-9D91-7224C49458BB}"/>
                <c:ext xmlns:c16="http://schemas.microsoft.com/office/drawing/2014/chart" uri="{C3380CC4-5D6E-409C-BE32-E72D297353CC}">
                  <c16:uniqueId val="{00000004-988B-4CC5-8682-016B462670BD}"/>
                </c:ext>
              </c:extLst>
            </c:dLbl>
            <c:dLbl>
              <c:idx val="5"/>
              <c:delete val="1"/>
              <c:extLst>
                <c:ext xmlns:c15="http://schemas.microsoft.com/office/drawing/2012/chart" uri="{CE6537A1-D6FC-4f65-9D91-7224C49458BB}"/>
                <c:ext xmlns:c16="http://schemas.microsoft.com/office/drawing/2014/chart" uri="{C3380CC4-5D6E-409C-BE32-E72D297353CC}">
                  <c16:uniqueId val="{00000006-988B-4CC5-8682-016B462670BD}"/>
                </c:ext>
              </c:extLst>
            </c:dLbl>
            <c:dLbl>
              <c:idx val="6"/>
              <c:delete val="1"/>
              <c:extLst>
                <c:ext xmlns:c15="http://schemas.microsoft.com/office/drawing/2012/chart" uri="{CE6537A1-D6FC-4f65-9D91-7224C49458BB}"/>
                <c:ext xmlns:c16="http://schemas.microsoft.com/office/drawing/2014/chart" uri="{C3380CC4-5D6E-409C-BE32-E72D297353CC}">
                  <c16:uniqueId val="{00000005-988B-4CC5-8682-016B462670BD}"/>
                </c:ext>
              </c:extLst>
            </c:dLbl>
            <c:dLbl>
              <c:idx val="7"/>
              <c:delete val="1"/>
              <c:extLst>
                <c:ext xmlns:c15="http://schemas.microsoft.com/office/drawing/2012/chart" uri="{CE6537A1-D6FC-4f65-9D91-7224C49458BB}"/>
                <c:ext xmlns:c16="http://schemas.microsoft.com/office/drawing/2014/chart" uri="{C3380CC4-5D6E-409C-BE32-E72D297353CC}">
                  <c16:uniqueId val="{00000007-988B-4CC5-8682-016B462670BD}"/>
                </c:ext>
              </c:extLst>
            </c:dLbl>
            <c:dLbl>
              <c:idx val="8"/>
              <c:delete val="1"/>
              <c:extLst>
                <c:ext xmlns:c15="http://schemas.microsoft.com/office/drawing/2012/chart" uri="{CE6537A1-D6FC-4f65-9D91-7224C49458BB}"/>
                <c:ext xmlns:c16="http://schemas.microsoft.com/office/drawing/2014/chart" uri="{C3380CC4-5D6E-409C-BE32-E72D297353CC}">
                  <c16:uniqueId val="{00000008-988B-4CC5-8682-016B462670BD}"/>
                </c:ext>
              </c:extLst>
            </c:dLbl>
            <c:dLbl>
              <c:idx val="9"/>
              <c:delete val="1"/>
              <c:extLst>
                <c:ext xmlns:c15="http://schemas.microsoft.com/office/drawing/2012/chart" uri="{CE6537A1-D6FC-4f65-9D91-7224C49458BB}"/>
                <c:ext xmlns:c16="http://schemas.microsoft.com/office/drawing/2014/chart" uri="{C3380CC4-5D6E-409C-BE32-E72D297353CC}">
                  <c16:uniqueId val="{00000009-988B-4CC5-8682-016B462670BD}"/>
                </c:ext>
              </c:extLst>
            </c:dLbl>
            <c:dLbl>
              <c:idx val="10"/>
              <c:delete val="1"/>
              <c:extLst>
                <c:ext xmlns:c15="http://schemas.microsoft.com/office/drawing/2012/chart" uri="{CE6537A1-D6FC-4f65-9D91-7224C49458BB}"/>
                <c:ext xmlns:c16="http://schemas.microsoft.com/office/drawing/2014/chart" uri="{C3380CC4-5D6E-409C-BE32-E72D297353CC}">
                  <c16:uniqueId val="{00000002-9A6E-5640-8AC0-0D6D7AD5D5AA}"/>
                </c:ext>
              </c:extLst>
            </c:dLbl>
            <c:dLbl>
              <c:idx val="11"/>
              <c:spPr>
                <a:solidFill>
                  <a:srgbClr val="1BD760"/>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6="http://schemas.microsoft.com/office/drawing/2014/chart" uri="{C3380CC4-5D6E-409C-BE32-E72D297353CC}">
                  <c16:uniqueId val="{0000000A-988B-4CC5-8682-016B462670B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6.79</c:v>
                </c:pt>
                <c:pt idx="1">
                  <c:v>6.64</c:v>
                </c:pt>
                <c:pt idx="2">
                  <c:v>6.71</c:v>
                </c:pt>
                <c:pt idx="3">
                  <c:v>6.67</c:v>
                </c:pt>
                <c:pt idx="4">
                  <c:v>6.67</c:v>
                </c:pt>
                <c:pt idx="5">
                  <c:v>6.63</c:v>
                </c:pt>
                <c:pt idx="6">
                  <c:v>6.59</c:v>
                </c:pt>
                <c:pt idx="7">
                  <c:v>6.29</c:v>
                </c:pt>
                <c:pt idx="8">
                  <c:v>6.39</c:v>
                </c:pt>
                <c:pt idx="9">
                  <c:v>6.48</c:v>
                </c:pt>
                <c:pt idx="10">
                  <c:v>6.52</c:v>
                </c:pt>
                <c:pt idx="11">
                  <c:v>6.45</c:v>
                </c:pt>
              </c:numCache>
            </c:numRef>
          </c:val>
          <c:smooth val="0"/>
          <c:extLst>
            <c:ext xmlns:c16="http://schemas.microsoft.com/office/drawing/2014/chart" uri="{C3380CC4-5D6E-409C-BE32-E72D297353CC}">
              <c16:uniqueId val="{00000000-9A6E-5640-8AC0-0D6D7AD5D5AA}"/>
            </c:ext>
          </c:extLst>
        </c:ser>
        <c:ser>
          <c:idx val="1"/>
          <c:order val="1"/>
          <c:tx>
            <c:strRef>
              <c:f>Sheet1!$C$1</c:f>
              <c:strCache>
                <c:ptCount val="1"/>
                <c:pt idx="0">
                  <c:v>Mob Target</c:v>
                </c:pt>
              </c:strCache>
            </c:strRef>
          </c:tx>
          <c:spPr>
            <a:ln w="19050" cap="rnd">
              <a:solidFill>
                <a:schemeClr val="bg1">
                  <a:lumMod val="65000"/>
                </a:schemeClr>
              </a:solidFill>
              <a:prstDash val="sysDot"/>
              <a:round/>
            </a:ln>
            <a:effectLst/>
          </c:spPr>
          <c:marker>
            <c:symbol val="none"/>
          </c:marker>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6.7</c:v>
                </c:pt>
                <c:pt idx="1">
                  <c:v>6.7</c:v>
                </c:pt>
                <c:pt idx="2">
                  <c:v>6.7</c:v>
                </c:pt>
                <c:pt idx="3">
                  <c:v>6.7</c:v>
                </c:pt>
                <c:pt idx="4">
                  <c:v>6.7</c:v>
                </c:pt>
                <c:pt idx="5">
                  <c:v>6.7</c:v>
                </c:pt>
                <c:pt idx="6">
                  <c:v>6.7</c:v>
                </c:pt>
                <c:pt idx="7">
                  <c:v>6.7</c:v>
                </c:pt>
                <c:pt idx="8">
                  <c:v>6.7</c:v>
                </c:pt>
                <c:pt idx="9">
                  <c:v>6.7</c:v>
                </c:pt>
                <c:pt idx="10">
                  <c:v>6.7</c:v>
                </c:pt>
                <c:pt idx="11">
                  <c:v>6.7</c:v>
                </c:pt>
              </c:numCache>
            </c:numRef>
          </c:val>
          <c:smooth val="0"/>
          <c:extLst>
            <c:ext xmlns:c16="http://schemas.microsoft.com/office/drawing/2014/chart" uri="{C3380CC4-5D6E-409C-BE32-E72D297353CC}">
              <c16:uniqueId val="{00000001-9A6E-5640-8AC0-0D6D7AD5D5AA}"/>
            </c:ext>
          </c:extLst>
        </c:ser>
        <c:ser>
          <c:idx val="2"/>
          <c:order val="2"/>
          <c:tx>
            <c:strRef>
              <c:f>Sheet1!$D$1</c:f>
              <c:strCache>
                <c:ptCount val="1"/>
                <c:pt idx="0">
                  <c:v>Broadband</c:v>
                </c:pt>
              </c:strCache>
            </c:strRef>
          </c:tx>
          <c:spPr>
            <a:ln w="28575" cap="rnd">
              <a:solidFill>
                <a:srgbClr val="516AF5"/>
              </a:solidFill>
              <a:round/>
            </a:ln>
            <a:effectLst/>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0B-988B-4CC5-8682-016B462670BD}"/>
                </c:ext>
              </c:extLst>
            </c:dLbl>
            <c:dLbl>
              <c:idx val="1"/>
              <c:delete val="1"/>
              <c:extLst>
                <c:ext xmlns:c15="http://schemas.microsoft.com/office/drawing/2012/chart" uri="{CE6537A1-D6FC-4f65-9D91-7224C49458BB}"/>
                <c:ext xmlns:c16="http://schemas.microsoft.com/office/drawing/2014/chart" uri="{C3380CC4-5D6E-409C-BE32-E72D297353CC}">
                  <c16:uniqueId val="{0000000C-988B-4CC5-8682-016B462670BD}"/>
                </c:ext>
              </c:extLst>
            </c:dLbl>
            <c:dLbl>
              <c:idx val="2"/>
              <c:delete val="1"/>
              <c:extLst>
                <c:ext xmlns:c15="http://schemas.microsoft.com/office/drawing/2012/chart" uri="{CE6537A1-D6FC-4f65-9D91-7224C49458BB}"/>
                <c:ext xmlns:c16="http://schemas.microsoft.com/office/drawing/2014/chart" uri="{C3380CC4-5D6E-409C-BE32-E72D297353CC}">
                  <c16:uniqueId val="{0000000D-988B-4CC5-8682-016B462670BD}"/>
                </c:ext>
              </c:extLst>
            </c:dLbl>
            <c:dLbl>
              <c:idx val="3"/>
              <c:delete val="1"/>
              <c:extLst>
                <c:ext xmlns:c15="http://schemas.microsoft.com/office/drawing/2012/chart" uri="{CE6537A1-D6FC-4f65-9D91-7224C49458BB}"/>
                <c:ext xmlns:c16="http://schemas.microsoft.com/office/drawing/2014/chart" uri="{C3380CC4-5D6E-409C-BE32-E72D297353CC}">
                  <c16:uniqueId val="{0000000F-988B-4CC5-8682-016B462670BD}"/>
                </c:ext>
              </c:extLst>
            </c:dLbl>
            <c:dLbl>
              <c:idx val="4"/>
              <c:delete val="1"/>
              <c:extLst>
                <c:ext xmlns:c15="http://schemas.microsoft.com/office/drawing/2012/chart" uri="{CE6537A1-D6FC-4f65-9D91-7224C49458BB}"/>
                <c:ext xmlns:c16="http://schemas.microsoft.com/office/drawing/2014/chart" uri="{C3380CC4-5D6E-409C-BE32-E72D297353CC}">
                  <c16:uniqueId val="{0000000E-988B-4CC5-8682-016B462670BD}"/>
                </c:ext>
              </c:extLst>
            </c:dLbl>
            <c:dLbl>
              <c:idx val="5"/>
              <c:delete val="1"/>
              <c:extLst>
                <c:ext xmlns:c15="http://schemas.microsoft.com/office/drawing/2012/chart" uri="{CE6537A1-D6FC-4f65-9D91-7224C49458BB}"/>
                <c:ext xmlns:c16="http://schemas.microsoft.com/office/drawing/2014/chart" uri="{C3380CC4-5D6E-409C-BE32-E72D297353CC}">
                  <c16:uniqueId val="{00000010-988B-4CC5-8682-016B462670BD}"/>
                </c:ext>
              </c:extLst>
            </c:dLbl>
            <c:dLbl>
              <c:idx val="6"/>
              <c:delete val="1"/>
              <c:extLst>
                <c:ext xmlns:c15="http://schemas.microsoft.com/office/drawing/2012/chart" uri="{CE6537A1-D6FC-4f65-9D91-7224C49458BB}"/>
                <c:ext xmlns:c16="http://schemas.microsoft.com/office/drawing/2014/chart" uri="{C3380CC4-5D6E-409C-BE32-E72D297353CC}">
                  <c16:uniqueId val="{00000011-988B-4CC5-8682-016B462670BD}"/>
                </c:ext>
              </c:extLst>
            </c:dLbl>
            <c:dLbl>
              <c:idx val="7"/>
              <c:delete val="1"/>
              <c:extLst>
                <c:ext xmlns:c15="http://schemas.microsoft.com/office/drawing/2012/chart" uri="{CE6537A1-D6FC-4f65-9D91-7224C49458BB}"/>
                <c:ext xmlns:c16="http://schemas.microsoft.com/office/drawing/2014/chart" uri="{C3380CC4-5D6E-409C-BE32-E72D297353CC}">
                  <c16:uniqueId val="{00000012-988B-4CC5-8682-016B462670BD}"/>
                </c:ext>
              </c:extLst>
            </c:dLbl>
            <c:dLbl>
              <c:idx val="8"/>
              <c:delete val="1"/>
              <c:extLst>
                <c:ext xmlns:c15="http://schemas.microsoft.com/office/drawing/2012/chart" uri="{CE6537A1-D6FC-4f65-9D91-7224C49458BB}"/>
                <c:ext xmlns:c16="http://schemas.microsoft.com/office/drawing/2014/chart" uri="{C3380CC4-5D6E-409C-BE32-E72D297353CC}">
                  <c16:uniqueId val="{00000013-988B-4CC5-8682-016B462670BD}"/>
                </c:ext>
              </c:extLst>
            </c:dLbl>
            <c:dLbl>
              <c:idx val="9"/>
              <c:delete val="1"/>
              <c:extLst>
                <c:ext xmlns:c15="http://schemas.microsoft.com/office/drawing/2012/chart" uri="{CE6537A1-D6FC-4f65-9D91-7224C49458BB}"/>
                <c:ext xmlns:c16="http://schemas.microsoft.com/office/drawing/2014/chart" uri="{C3380CC4-5D6E-409C-BE32-E72D297353CC}">
                  <c16:uniqueId val="{00000014-988B-4CC5-8682-016B462670BD}"/>
                </c:ext>
              </c:extLst>
            </c:dLbl>
            <c:dLbl>
              <c:idx val="10"/>
              <c:delete val="1"/>
              <c:extLst>
                <c:ext xmlns:c15="http://schemas.microsoft.com/office/drawing/2012/chart" uri="{CE6537A1-D6FC-4f65-9D91-7224C49458BB}"/>
                <c:ext xmlns:c16="http://schemas.microsoft.com/office/drawing/2014/chart" uri="{C3380CC4-5D6E-409C-BE32-E72D297353CC}">
                  <c16:uniqueId val="{00000005-DEED-B048-929B-8BBD44FB3919}"/>
                </c:ext>
              </c:extLst>
            </c:dLbl>
            <c:spPr>
              <a:solidFill>
                <a:srgbClr val="1BD760"/>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General</c:formatCode>
                <c:ptCount val="12"/>
                <c:pt idx="0">
                  <c:v>5.61</c:v>
                </c:pt>
                <c:pt idx="1">
                  <c:v>5.67</c:v>
                </c:pt>
                <c:pt idx="2">
                  <c:v>5.61</c:v>
                </c:pt>
                <c:pt idx="3">
                  <c:v>5.58</c:v>
                </c:pt>
                <c:pt idx="4">
                  <c:v>5.68</c:v>
                </c:pt>
                <c:pt idx="5">
                  <c:v>5.47</c:v>
                </c:pt>
                <c:pt idx="6">
                  <c:v>5.44</c:v>
                </c:pt>
                <c:pt idx="7">
                  <c:v>5.46</c:v>
                </c:pt>
                <c:pt idx="8">
                  <c:v>5.84</c:v>
                </c:pt>
                <c:pt idx="9">
                  <c:v>5.51</c:v>
                </c:pt>
                <c:pt idx="10">
                  <c:v>5.49</c:v>
                </c:pt>
                <c:pt idx="11">
                  <c:v>5.37</c:v>
                </c:pt>
              </c:numCache>
            </c:numRef>
          </c:val>
          <c:smooth val="0"/>
          <c:extLst>
            <c:ext xmlns:c16="http://schemas.microsoft.com/office/drawing/2014/chart" uri="{C3380CC4-5D6E-409C-BE32-E72D297353CC}">
              <c16:uniqueId val="{00000000-DEED-B048-929B-8BBD44FB3919}"/>
            </c:ext>
          </c:extLst>
        </c:ser>
        <c:ser>
          <c:idx val="3"/>
          <c:order val="3"/>
          <c:tx>
            <c:strRef>
              <c:f>Sheet1!$E$1</c:f>
              <c:strCache>
                <c:ptCount val="1"/>
                <c:pt idx="0">
                  <c:v>BB Target</c:v>
                </c:pt>
              </c:strCache>
            </c:strRef>
          </c:tx>
          <c:spPr>
            <a:ln w="19050" cap="rnd">
              <a:solidFill>
                <a:srgbClr val="516AF5"/>
              </a:solidFill>
              <a:prstDash val="sysDot"/>
              <a:round/>
            </a:ln>
            <a:effectLst/>
          </c:spPr>
          <c:marker>
            <c:symbol val="none"/>
          </c:marker>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Sheet1!$E$2:$E$13</c:f>
              <c:numCache>
                <c:formatCode>General</c:formatCode>
                <c:ptCount val="12"/>
                <c:pt idx="0">
                  <c:v>5.79</c:v>
                </c:pt>
                <c:pt idx="1">
                  <c:v>5.79</c:v>
                </c:pt>
                <c:pt idx="2">
                  <c:v>5.79</c:v>
                </c:pt>
                <c:pt idx="3">
                  <c:v>5.79</c:v>
                </c:pt>
                <c:pt idx="4">
                  <c:v>5.79</c:v>
                </c:pt>
                <c:pt idx="5">
                  <c:v>5.79</c:v>
                </c:pt>
                <c:pt idx="6">
                  <c:v>5.79</c:v>
                </c:pt>
                <c:pt idx="7">
                  <c:v>5.79</c:v>
                </c:pt>
                <c:pt idx="8">
                  <c:v>5.79</c:v>
                </c:pt>
                <c:pt idx="9">
                  <c:v>5.79</c:v>
                </c:pt>
                <c:pt idx="10">
                  <c:v>5.79</c:v>
                </c:pt>
                <c:pt idx="11">
                  <c:v>5.79</c:v>
                </c:pt>
              </c:numCache>
            </c:numRef>
          </c:val>
          <c:smooth val="0"/>
          <c:extLst>
            <c:ext xmlns:c16="http://schemas.microsoft.com/office/drawing/2014/chart" uri="{C3380CC4-5D6E-409C-BE32-E72D297353CC}">
              <c16:uniqueId val="{00000001-DEED-B048-929B-8BBD44FB3919}"/>
            </c:ext>
          </c:extLst>
        </c:ser>
        <c:ser>
          <c:idx val="4"/>
          <c:order val="4"/>
          <c:tx>
            <c:strRef>
              <c:f>Sheet1!$F$1</c:f>
              <c:strCache>
                <c:ptCount val="1"/>
                <c:pt idx="0">
                  <c:v>Entertainment</c:v>
                </c:pt>
              </c:strCache>
            </c:strRef>
          </c:tx>
          <c:spPr>
            <a:ln w="28575" cap="rnd">
              <a:solidFill>
                <a:srgbClr val="1BD760"/>
              </a:solidFill>
              <a:round/>
            </a:ln>
            <a:effectLst/>
          </c:spPr>
          <c:marker>
            <c:symbol val="none"/>
          </c:marker>
          <c:dLbls>
            <c:dLbl>
              <c:idx val="11"/>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988B-4CC5-8682-016B462670BD}"/>
                </c:ext>
              </c:extLst>
            </c:dLbl>
            <c:spPr>
              <a:solidFill>
                <a:srgbClr val="1BD760"/>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Sheet1!$F$2:$F$13</c:f>
              <c:numCache>
                <c:formatCode>General</c:formatCode>
                <c:ptCount val="12"/>
                <c:pt idx="0">
                  <c:v>4.9000000000000004</c:v>
                </c:pt>
                <c:pt idx="1">
                  <c:v>5.08</c:v>
                </c:pt>
                <c:pt idx="2">
                  <c:v>4.95</c:v>
                </c:pt>
                <c:pt idx="3">
                  <c:v>4.96</c:v>
                </c:pt>
                <c:pt idx="4">
                  <c:v>4.68</c:v>
                </c:pt>
                <c:pt idx="5">
                  <c:v>4.99</c:v>
                </c:pt>
                <c:pt idx="6">
                  <c:v>4.84</c:v>
                </c:pt>
                <c:pt idx="7">
                  <c:v>5.1100000000000003</c:v>
                </c:pt>
                <c:pt idx="8">
                  <c:v>5.18</c:v>
                </c:pt>
                <c:pt idx="9">
                  <c:v>5.1100000000000003</c:v>
                </c:pt>
                <c:pt idx="10">
                  <c:v>5.0199999999999996</c:v>
                </c:pt>
                <c:pt idx="11">
                  <c:v>5.25</c:v>
                </c:pt>
              </c:numCache>
            </c:numRef>
          </c:val>
          <c:smooth val="0"/>
          <c:extLst>
            <c:ext xmlns:c16="http://schemas.microsoft.com/office/drawing/2014/chart" uri="{C3380CC4-5D6E-409C-BE32-E72D297353CC}">
              <c16:uniqueId val="{00000003-DEED-B048-929B-8BBD44FB3919}"/>
            </c:ext>
          </c:extLst>
        </c:ser>
        <c:ser>
          <c:idx val="5"/>
          <c:order val="5"/>
          <c:tx>
            <c:strRef>
              <c:f>Sheet1!$G$1</c:f>
              <c:strCache>
                <c:ptCount val="1"/>
                <c:pt idx="0">
                  <c:v>Ent Target</c:v>
                </c:pt>
              </c:strCache>
            </c:strRef>
          </c:tx>
          <c:spPr>
            <a:ln w="19050" cap="rnd">
              <a:solidFill>
                <a:srgbClr val="1BD760"/>
              </a:solidFill>
              <a:prstDash val="sysDot"/>
              <a:round/>
            </a:ln>
            <a:effectLst/>
          </c:spPr>
          <c:marker>
            <c:symbol val="none"/>
          </c:marker>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Sheet1!$G$2:$G$13</c:f>
              <c:numCache>
                <c:formatCode>General</c:formatCode>
                <c:ptCount val="12"/>
                <c:pt idx="0">
                  <c:v>5.13</c:v>
                </c:pt>
                <c:pt idx="1">
                  <c:v>5.13</c:v>
                </c:pt>
                <c:pt idx="2">
                  <c:v>5.13</c:v>
                </c:pt>
                <c:pt idx="3">
                  <c:v>5.13</c:v>
                </c:pt>
                <c:pt idx="4">
                  <c:v>5.13</c:v>
                </c:pt>
                <c:pt idx="5">
                  <c:v>5.13</c:v>
                </c:pt>
                <c:pt idx="6">
                  <c:v>5.13</c:v>
                </c:pt>
                <c:pt idx="7">
                  <c:v>5.13</c:v>
                </c:pt>
                <c:pt idx="8">
                  <c:v>5.13</c:v>
                </c:pt>
                <c:pt idx="9">
                  <c:v>5.13</c:v>
                </c:pt>
                <c:pt idx="10">
                  <c:v>5.13</c:v>
                </c:pt>
                <c:pt idx="11">
                  <c:v>5.13</c:v>
                </c:pt>
              </c:numCache>
            </c:numRef>
          </c:val>
          <c:smooth val="0"/>
          <c:extLst>
            <c:ext xmlns:c16="http://schemas.microsoft.com/office/drawing/2014/chart" uri="{C3380CC4-5D6E-409C-BE32-E72D297353CC}">
              <c16:uniqueId val="{00000004-DEED-B048-929B-8BBD44FB3919}"/>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ax val="7"/>
          <c:min val="4.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legendEntry>
        <c:idx val="1"/>
        <c:delete val="1"/>
      </c:legendEntry>
      <c:legendEntry>
        <c:idx val="3"/>
        <c:delete val="1"/>
      </c:legendEntry>
      <c:layout>
        <c:manualLayout>
          <c:xMode val="edge"/>
          <c:yMode val="edge"/>
          <c:x val="3.0094729791016541E-2"/>
          <c:y val="0.84384131671041118"/>
          <c:w val="0.9692470059406032"/>
          <c:h val="0.15615868328958885"/>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USE - % inbound calls</a:t>
            </a:r>
          </a:p>
        </c:rich>
      </c:tx>
      <c:layout>
        <c:manualLayout>
          <c:xMode val="edge"/>
          <c:yMode val="edge"/>
          <c:x val="0.14731714817049663"/>
          <c:y val="1.218503937007874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 inbound calls</c:v>
                </c:pt>
              </c:strCache>
            </c:strRef>
          </c:tx>
          <c:spPr>
            <a:ln w="28575" cap="rnd">
              <a:solidFill>
                <a:schemeClr val="tx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Jun</c:v>
                </c:pt>
                <c:pt idx="1">
                  <c:v>Jul</c:v>
                </c:pt>
                <c:pt idx="2">
                  <c:v>Aug</c:v>
                </c:pt>
                <c:pt idx="3">
                  <c:v>Sep</c:v>
                </c:pt>
                <c:pt idx="4">
                  <c:v>Oct</c:v>
                </c:pt>
                <c:pt idx="5">
                  <c:v>Nov</c:v>
                </c:pt>
                <c:pt idx="6">
                  <c:v>Dec</c:v>
                </c:pt>
              </c:strCache>
            </c:strRef>
          </c:cat>
          <c:val>
            <c:numRef>
              <c:f>Sheet1!$B$2:$B$8</c:f>
              <c:numCache>
                <c:formatCode>0.00%</c:formatCode>
                <c:ptCount val="7"/>
                <c:pt idx="0">
                  <c:v>0.30160680000000001</c:v>
                </c:pt>
                <c:pt idx="1">
                  <c:v>0.29562889999999997</c:v>
                </c:pt>
                <c:pt idx="2">
                  <c:v>0.29067959999999998</c:v>
                </c:pt>
                <c:pt idx="3">
                  <c:v>0.27394659999999998</c:v>
                </c:pt>
                <c:pt idx="4">
                  <c:v>0.27243430000000002</c:v>
                </c:pt>
                <c:pt idx="5">
                  <c:v>0.30380000000000001</c:v>
                </c:pt>
                <c:pt idx="6">
                  <c:v>0.31490000000000001</c:v>
                </c:pt>
              </c:numCache>
            </c:numRef>
          </c:val>
          <c:smooth val="0"/>
          <c:extLst>
            <c:ext xmlns:c16="http://schemas.microsoft.com/office/drawing/2014/chart" uri="{C3380CC4-5D6E-409C-BE32-E72D297353CC}">
              <c16:uniqueId val="{00000000-8627-6045-B233-668AFE2ABF4B}"/>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ax val="0.35"/>
          <c:min val="0.25"/>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Base active on App</a:t>
            </a:r>
          </a:p>
        </c:rich>
      </c:tx>
      <c:layout>
        <c:manualLayout>
          <c:xMode val="edge"/>
          <c:yMode val="edge"/>
          <c:x val="0.15222322575760269"/>
          <c:y val="1.218503937007874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 active on MSA</c:v>
                </c:pt>
              </c:strCache>
            </c:strRef>
          </c:tx>
          <c:spPr>
            <a:ln w="28575" cap="rnd">
              <a:solidFill>
                <a:schemeClr val="tx1"/>
              </a:solidFill>
              <a:round/>
            </a:ln>
            <a:effectLst/>
          </c:spPr>
          <c:marker>
            <c:symbol val="none"/>
          </c:marker>
          <c:dLbls>
            <c:dLbl>
              <c:idx val="10"/>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CDA-0140-A1C8-A5437ECFAE0C}"/>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Jan '25</c:v>
                </c:pt>
                <c:pt idx="1">
                  <c:v>Feb</c:v>
                </c:pt>
                <c:pt idx="2">
                  <c:v>Mar</c:v>
                </c:pt>
                <c:pt idx="3">
                  <c:v>Apr</c:v>
                </c:pt>
                <c:pt idx="4">
                  <c:v>May</c:v>
                </c:pt>
                <c:pt idx="5">
                  <c:v>Jun</c:v>
                </c:pt>
                <c:pt idx="6">
                  <c:v>Jul</c:v>
                </c:pt>
                <c:pt idx="7">
                  <c:v>Aug</c:v>
                </c:pt>
                <c:pt idx="8">
                  <c:v>Sep</c:v>
                </c:pt>
                <c:pt idx="9">
                  <c:v>Oct</c:v>
                </c:pt>
                <c:pt idx="10">
                  <c:v>Nov</c:v>
                </c:pt>
              </c:strCache>
            </c:strRef>
          </c:cat>
          <c:val>
            <c:numRef>
              <c:f>Sheet1!$B$2:$B$12</c:f>
              <c:numCache>
                <c:formatCode>0.0%</c:formatCode>
                <c:ptCount val="11"/>
                <c:pt idx="0">
                  <c:v>0.46867799999999998</c:v>
                </c:pt>
                <c:pt idx="1">
                  <c:v>0.45245200000000002</c:v>
                </c:pt>
                <c:pt idx="2">
                  <c:v>0.46834999999999999</c:v>
                </c:pt>
                <c:pt idx="3">
                  <c:v>0.45449400000000001</c:v>
                </c:pt>
                <c:pt idx="4">
                  <c:v>0.44987199999999999</c:v>
                </c:pt>
                <c:pt idx="5">
                  <c:v>0.43284600000000001</c:v>
                </c:pt>
                <c:pt idx="6">
                  <c:v>0.44547100000000001</c:v>
                </c:pt>
                <c:pt idx="7">
                  <c:v>0.45051799999999997</c:v>
                </c:pt>
                <c:pt idx="8">
                  <c:v>0.450625</c:v>
                </c:pt>
                <c:pt idx="9">
                  <c:v>0.44361800000000001</c:v>
                </c:pt>
                <c:pt idx="10">
                  <c:v>0.44511299999999998</c:v>
                </c:pt>
              </c:numCache>
            </c:numRef>
          </c:val>
          <c:smooth val="0"/>
          <c:extLst>
            <c:ext xmlns:c16="http://schemas.microsoft.com/office/drawing/2014/chart" uri="{C3380CC4-5D6E-409C-BE32-E72D297353CC}">
              <c16:uniqueId val="{00000000-52AF-AF4C-8D33-96AB35C461CB}"/>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Av. Cost to USE</a:t>
            </a:r>
          </a:p>
        </c:rich>
      </c:tx>
      <c:layout>
        <c:manualLayout>
          <c:xMode val="edge"/>
          <c:yMode val="edge"/>
          <c:x val="0.24053262232551165"/>
          <c:y val="1.218503937007874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SGD</c:v>
                </c:pt>
              </c:strCache>
            </c:strRef>
          </c:tx>
          <c:spPr>
            <a:ln w="28575" cap="rnd">
              <a:solidFill>
                <a:schemeClr val="tx1"/>
              </a:solidFill>
              <a:round/>
            </a:ln>
            <a:effectLst/>
          </c:spPr>
          <c:marker>
            <c:symbol val="none"/>
          </c:marker>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_("$"* #,##0.00_);_("$"* \(#,##0.00\);_("$"* "-"??_);_(@_)</c:formatCode>
                <c:ptCount val="12"/>
                <c:pt idx="0">
                  <c:v>27.6</c:v>
                </c:pt>
                <c:pt idx="1">
                  <c:v>27.6</c:v>
                </c:pt>
                <c:pt idx="2">
                  <c:v>27.6</c:v>
                </c:pt>
                <c:pt idx="3">
                  <c:v>27.6</c:v>
                </c:pt>
                <c:pt idx="4">
                  <c:v>27.6</c:v>
                </c:pt>
                <c:pt idx="5">
                  <c:v>27.6</c:v>
                </c:pt>
                <c:pt idx="6">
                  <c:v>27.6</c:v>
                </c:pt>
                <c:pt idx="7">
                  <c:v>27.6</c:v>
                </c:pt>
                <c:pt idx="8">
                  <c:v>27.6</c:v>
                </c:pt>
                <c:pt idx="9">
                  <c:v>27.6</c:v>
                </c:pt>
                <c:pt idx="10">
                  <c:v>27.6</c:v>
                </c:pt>
                <c:pt idx="11">
                  <c:v>27.6</c:v>
                </c:pt>
              </c:numCache>
            </c:numRef>
          </c:val>
          <c:smooth val="0"/>
          <c:extLst>
            <c:ext xmlns:c16="http://schemas.microsoft.com/office/drawing/2014/chart" uri="{C3380CC4-5D6E-409C-BE32-E72D297353CC}">
              <c16:uniqueId val="{00000000-8B26-5047-BB26-7D67A032F949}"/>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00_);_(&quot;$&quot;* \(#,##0.0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Service/Network availability</a:t>
            </a:r>
          </a:p>
        </c:rich>
      </c:tx>
      <c:layout>
        <c:manualLayout>
          <c:xMode val="edge"/>
          <c:yMode val="edge"/>
          <c:x val="4.6549791279234497E-3"/>
          <c:y val="2.8526534308307528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0484135763725226"/>
        </c:manualLayout>
      </c:layout>
      <c:lineChart>
        <c:grouping val="standard"/>
        <c:varyColors val="0"/>
        <c:ser>
          <c:idx val="0"/>
          <c:order val="0"/>
          <c:tx>
            <c:strRef>
              <c:f>Sheet1!$B$1</c:f>
              <c:strCache>
                <c:ptCount val="1"/>
                <c:pt idx="0">
                  <c:v>4G</c:v>
                </c:pt>
              </c:strCache>
            </c:strRef>
          </c:tx>
          <c:spPr>
            <a:ln w="28575" cap="rnd">
              <a:solidFill>
                <a:schemeClr val="tx1"/>
              </a:solidFill>
              <a:round/>
            </a:ln>
            <a:effectLst/>
          </c:spPr>
          <c:marker>
            <c:symbol val="none"/>
          </c:marker>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0.00%</c:formatCode>
                <c:ptCount val="12"/>
                <c:pt idx="0">
                  <c:v>0.99970000000000003</c:v>
                </c:pt>
                <c:pt idx="1">
                  <c:v>0.99970000000000003</c:v>
                </c:pt>
                <c:pt idx="2">
                  <c:v>0.99970000000000003</c:v>
                </c:pt>
                <c:pt idx="3">
                  <c:v>0.99970000000000003</c:v>
                </c:pt>
                <c:pt idx="4">
                  <c:v>0.99970000000000003</c:v>
                </c:pt>
                <c:pt idx="5">
                  <c:v>0.99970000000000003</c:v>
                </c:pt>
                <c:pt idx="6">
                  <c:v>0.99970000000000003</c:v>
                </c:pt>
                <c:pt idx="7">
                  <c:v>0.99970000000000003</c:v>
                </c:pt>
                <c:pt idx="8">
                  <c:v>0.99970000000000003</c:v>
                </c:pt>
                <c:pt idx="9">
                  <c:v>0.99990000000000001</c:v>
                </c:pt>
                <c:pt idx="10">
                  <c:v>0.99980000000000002</c:v>
                </c:pt>
              </c:numCache>
            </c:numRef>
          </c:val>
          <c:smooth val="0"/>
          <c:extLst>
            <c:ext xmlns:c16="http://schemas.microsoft.com/office/drawing/2014/chart" uri="{C3380CC4-5D6E-409C-BE32-E72D297353CC}">
              <c16:uniqueId val="{00000000-807E-7248-9C51-D582301E514D}"/>
            </c:ext>
          </c:extLst>
        </c:ser>
        <c:ser>
          <c:idx val="1"/>
          <c:order val="1"/>
          <c:tx>
            <c:strRef>
              <c:f>Sheet1!$C$1</c:f>
              <c:strCache>
                <c:ptCount val="1"/>
                <c:pt idx="0">
                  <c:v>5G </c:v>
                </c:pt>
              </c:strCache>
            </c:strRef>
          </c:tx>
          <c:spPr>
            <a:ln w="28575" cap="rnd">
              <a:solidFill>
                <a:srgbClr val="FB1589"/>
              </a:solidFill>
              <a:round/>
            </a:ln>
            <a:effectLst/>
          </c:spPr>
          <c:marker>
            <c:symbol val="none"/>
          </c:marker>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0.00%</c:formatCode>
                <c:ptCount val="12"/>
                <c:pt idx="0">
                  <c:v>0.99939999999999996</c:v>
                </c:pt>
                <c:pt idx="1">
                  <c:v>0.99950000000000006</c:v>
                </c:pt>
                <c:pt idx="2">
                  <c:v>0.99939999999999996</c:v>
                </c:pt>
                <c:pt idx="3">
                  <c:v>0.99939999999999996</c:v>
                </c:pt>
                <c:pt idx="4">
                  <c:v>0.99939999999999996</c:v>
                </c:pt>
                <c:pt idx="5">
                  <c:v>0.99939999999999996</c:v>
                </c:pt>
                <c:pt idx="6">
                  <c:v>0.99950000000000006</c:v>
                </c:pt>
                <c:pt idx="7">
                  <c:v>0.99950000000000006</c:v>
                </c:pt>
                <c:pt idx="8">
                  <c:v>0.99939999999999996</c:v>
                </c:pt>
                <c:pt idx="9">
                  <c:v>0.99929999999999997</c:v>
                </c:pt>
                <c:pt idx="10">
                  <c:v>0.99939999999999996</c:v>
                </c:pt>
              </c:numCache>
            </c:numRef>
          </c:val>
          <c:smooth val="0"/>
          <c:extLst>
            <c:ext xmlns:c16="http://schemas.microsoft.com/office/drawing/2014/chart" uri="{C3380CC4-5D6E-409C-BE32-E72D297353CC}">
              <c16:uniqueId val="{00000000-F285-094D-A125-62C237E6EF32}"/>
            </c:ext>
          </c:extLst>
        </c:ser>
        <c:ser>
          <c:idx val="2"/>
          <c:order val="2"/>
          <c:tx>
            <c:strRef>
              <c:f>Sheet1!$D$1</c:f>
              <c:strCache>
                <c:ptCount val="1"/>
                <c:pt idx="0">
                  <c:v>Broadband</c:v>
                </c:pt>
              </c:strCache>
            </c:strRef>
          </c:tx>
          <c:spPr>
            <a:ln w="28575" cap="rnd">
              <a:solidFill>
                <a:srgbClr val="1BD760"/>
              </a:solidFill>
              <a:round/>
            </a:ln>
            <a:effectLst/>
          </c:spPr>
          <c:marker>
            <c:symbol val="none"/>
          </c:marker>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0.00%</c:formatCode>
                <c:ptCount val="12"/>
                <c:pt idx="0">
                  <c:v>0.99999000000000005</c:v>
                </c:pt>
                <c:pt idx="1">
                  <c:v>1</c:v>
                </c:pt>
                <c:pt idx="2">
                  <c:v>1</c:v>
                </c:pt>
                <c:pt idx="3">
                  <c:v>1</c:v>
                </c:pt>
                <c:pt idx="4">
                  <c:v>1</c:v>
                </c:pt>
                <c:pt idx="5">
                  <c:v>0.99999000000000005</c:v>
                </c:pt>
                <c:pt idx="6">
                  <c:v>1</c:v>
                </c:pt>
                <c:pt idx="7">
                  <c:v>1</c:v>
                </c:pt>
                <c:pt idx="8">
                  <c:v>1</c:v>
                </c:pt>
                <c:pt idx="9">
                  <c:v>1</c:v>
                </c:pt>
                <c:pt idx="10">
                  <c:v>1</c:v>
                </c:pt>
              </c:numCache>
            </c:numRef>
          </c:val>
          <c:smooth val="0"/>
          <c:extLst>
            <c:ext xmlns:c16="http://schemas.microsoft.com/office/drawing/2014/chart" uri="{C3380CC4-5D6E-409C-BE32-E72D297353CC}">
              <c16:uniqueId val="{00000001-F285-094D-A125-62C237E6EF32}"/>
            </c:ext>
          </c:extLst>
        </c:ser>
        <c:dLbls>
          <c:showLegendKey val="0"/>
          <c:showVal val="0"/>
          <c:showCatName val="0"/>
          <c:showSerName val="0"/>
          <c:showPercent val="0"/>
          <c:showBubbleSize val="0"/>
        </c:dLbls>
        <c:marker val="1"/>
        <c:smooth val="0"/>
        <c:axId val="328875327"/>
        <c:axId val="48386879"/>
      </c:lineChart>
      <c:lineChart>
        <c:grouping val="standard"/>
        <c:varyColors val="0"/>
        <c:ser>
          <c:idx val="3"/>
          <c:order val="3"/>
          <c:tx>
            <c:strRef>
              <c:f>Sheet1!$E$1</c:f>
              <c:strCache>
                <c:ptCount val="1"/>
                <c:pt idx="0">
                  <c:v>SPI</c:v>
                </c:pt>
              </c:strCache>
            </c:strRef>
          </c:tx>
          <c:spPr>
            <a:ln w="28575" cap="rnd">
              <a:solidFill>
                <a:srgbClr val="516AF5"/>
              </a:solidFill>
              <a:round/>
            </a:ln>
            <a:effectLst/>
          </c:spPr>
          <c:marker>
            <c:symbol val="none"/>
          </c:marker>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Sheet1!$E$2:$E$13</c:f>
              <c:numCache>
                <c:formatCode>0.00%</c:formatCode>
                <c:ptCount val="12"/>
                <c:pt idx="0">
                  <c:v>0.97599999999999998</c:v>
                </c:pt>
                <c:pt idx="1">
                  <c:v>0.97199999999999998</c:v>
                </c:pt>
                <c:pt idx="2">
                  <c:v>0.98299999999999998</c:v>
                </c:pt>
                <c:pt idx="3">
                  <c:v>0.97299999999999998</c:v>
                </c:pt>
                <c:pt idx="4">
                  <c:v>0.98099999999999998</c:v>
                </c:pt>
                <c:pt idx="5">
                  <c:v>0.98099999999999998</c:v>
                </c:pt>
                <c:pt idx="6">
                  <c:v>0.98599999999999999</c:v>
                </c:pt>
                <c:pt idx="7">
                  <c:v>0.98599999999999999</c:v>
                </c:pt>
                <c:pt idx="8">
                  <c:v>0.98499999999999999</c:v>
                </c:pt>
                <c:pt idx="9">
                  <c:v>0.98099999999999998</c:v>
                </c:pt>
                <c:pt idx="10">
                  <c:v>0.97699999999999998</c:v>
                </c:pt>
                <c:pt idx="11">
                  <c:v>0.97699999999999998</c:v>
                </c:pt>
              </c:numCache>
            </c:numRef>
          </c:val>
          <c:smooth val="0"/>
          <c:extLst>
            <c:ext xmlns:c16="http://schemas.microsoft.com/office/drawing/2014/chart" uri="{C3380CC4-5D6E-409C-BE32-E72D297353CC}">
              <c16:uniqueId val="{00000002-F285-094D-A125-62C237E6EF32}"/>
            </c:ext>
          </c:extLst>
        </c:ser>
        <c:dLbls>
          <c:showLegendKey val="0"/>
          <c:showVal val="0"/>
          <c:showCatName val="0"/>
          <c:showSerName val="0"/>
          <c:showPercent val="0"/>
          <c:showBubbleSize val="0"/>
        </c:dLbls>
        <c:marker val="1"/>
        <c:smooth val="0"/>
        <c:axId val="1397455743"/>
        <c:axId val="11955404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ax val="1.0000500000000001"/>
          <c:min val="0.999"/>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valAx>
        <c:axId val="1195540479"/>
        <c:scaling>
          <c:orientation val="minMax"/>
        </c:scaling>
        <c:delete val="0"/>
        <c:axPos val="r"/>
        <c:numFmt formatCode="0.0%" sourceLinked="0"/>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2">
                    <a:lumMod val="50000"/>
                    <a:lumOff val="50000"/>
                  </a:schemeClr>
                </a:solidFill>
                <a:latin typeface="+mn-lt"/>
                <a:ea typeface="+mn-ea"/>
                <a:cs typeface="+mn-cs"/>
              </a:defRPr>
            </a:pPr>
            <a:endParaRPr lang="en-US"/>
          </a:p>
        </c:txPr>
        <c:crossAx val="1397455743"/>
        <c:crosses val="max"/>
        <c:crossBetween val="between"/>
      </c:valAx>
      <c:catAx>
        <c:axId val="1397455743"/>
        <c:scaling>
          <c:orientation val="minMax"/>
        </c:scaling>
        <c:delete val="1"/>
        <c:axPos val="b"/>
        <c:numFmt formatCode="General" sourceLinked="1"/>
        <c:majorTickMark val="out"/>
        <c:minorTickMark val="none"/>
        <c:tickLblPos val="nextTo"/>
        <c:crossAx val="1195540479"/>
        <c:crosses val="autoZero"/>
        <c:auto val="1"/>
        <c:lblAlgn val="ctr"/>
        <c:lblOffset val="100"/>
        <c:noMultiLvlLbl val="0"/>
      </c:catAx>
      <c:spPr>
        <a:solidFill>
          <a:schemeClr val="bg1">
            <a:lumMod val="95000"/>
          </a:schemeClr>
        </a:solidFill>
        <a:ln>
          <a:noFill/>
        </a:ln>
        <a:effectLst/>
      </c:spPr>
    </c:plotArea>
    <c:legend>
      <c:legendPos val="b"/>
      <c:layout>
        <c:manualLayout>
          <c:xMode val="edge"/>
          <c:yMode val="edge"/>
          <c:x val="0.21994563911511358"/>
          <c:y val="0.76787756891982706"/>
          <c:w val="0.77597613560243928"/>
          <c:h val="0.14920202411512501"/>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USE – CES</a:t>
            </a:r>
          </a:p>
        </c:rich>
      </c:tx>
      <c:layout>
        <c:manualLayout>
          <c:xMode val="edge"/>
          <c:yMode val="edge"/>
          <c:x val="0.1620353809318148"/>
          <c:y val="1.218503937007874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8367454068241472"/>
        </c:manualLayout>
      </c:layout>
      <c:lineChart>
        <c:grouping val="standard"/>
        <c:varyColors val="0"/>
        <c:ser>
          <c:idx val="0"/>
          <c:order val="0"/>
          <c:tx>
            <c:strRef>
              <c:f>Sheet1!$B$1</c:f>
              <c:strCache>
                <c:ptCount val="1"/>
                <c:pt idx="0">
                  <c:v>Rewards</c:v>
                </c:pt>
              </c:strCache>
            </c:strRef>
          </c:tx>
          <c:spPr>
            <a:ln w="28575" cap="rnd">
              <a:solidFill>
                <a:srgbClr val="516AF5"/>
              </a:solidFill>
              <a:round/>
            </a:ln>
            <a:effectLst/>
          </c:spPr>
          <c:marker>
            <c:symbol val="none"/>
          </c:marker>
          <c:dLbls>
            <c:dLbl>
              <c:idx val="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C53-F340-9A66-3A8ACCA00619}"/>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Dec '25</c:v>
                </c:pt>
                <c:pt idx="1">
                  <c:v>Jan '26</c:v>
                </c:pt>
              </c:strCache>
            </c:strRef>
          </c:cat>
          <c:val>
            <c:numRef>
              <c:f>Sheet1!$B$2:$B$3</c:f>
              <c:numCache>
                <c:formatCode>General</c:formatCode>
                <c:ptCount val="2"/>
                <c:pt idx="0">
                  <c:v>2.67</c:v>
                </c:pt>
                <c:pt idx="1">
                  <c:v>2.62</c:v>
                </c:pt>
              </c:numCache>
            </c:numRef>
          </c:val>
          <c:smooth val="0"/>
          <c:extLst>
            <c:ext xmlns:c16="http://schemas.microsoft.com/office/drawing/2014/chart" uri="{C3380CC4-5D6E-409C-BE32-E72D297353CC}">
              <c16:uniqueId val="{00000001-DC53-F340-9A66-3A8ACCA00619}"/>
            </c:ext>
          </c:extLst>
        </c:ser>
        <c:ser>
          <c:idx val="1"/>
          <c:order val="1"/>
          <c:tx>
            <c:strRef>
              <c:f>Sheet1!$C$1</c:f>
              <c:strCache>
                <c:ptCount val="1"/>
                <c:pt idx="0">
                  <c:v>Update details</c:v>
                </c:pt>
              </c:strCache>
            </c:strRef>
          </c:tx>
          <c:spPr>
            <a:ln w="28575" cap="rnd">
              <a:solidFill>
                <a:schemeClr val="tx1"/>
              </a:solidFill>
              <a:round/>
            </a:ln>
            <a:effectLst/>
          </c:spPr>
          <c:marker>
            <c:symbol val="none"/>
          </c:marker>
          <c:dLbls>
            <c:dLbl>
              <c:idx val="1"/>
              <c:layout>
                <c:manualLayout>
                  <c:x val="-1.4141390657577379E-16"/>
                  <c:y val="3.472222222222222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C53-F340-9A66-3A8ACCA00619}"/>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Dec '25</c:v>
                </c:pt>
                <c:pt idx="1">
                  <c:v>Jan '26</c:v>
                </c:pt>
              </c:strCache>
            </c:strRef>
          </c:cat>
          <c:val>
            <c:numRef>
              <c:f>Sheet1!$C$2:$C$3</c:f>
              <c:numCache>
                <c:formatCode>General</c:formatCode>
                <c:ptCount val="2"/>
                <c:pt idx="0">
                  <c:v>3.43</c:v>
                </c:pt>
                <c:pt idx="1">
                  <c:v>3.61</c:v>
                </c:pt>
              </c:numCache>
            </c:numRef>
          </c:val>
          <c:smooth val="0"/>
          <c:extLst>
            <c:ext xmlns:c16="http://schemas.microsoft.com/office/drawing/2014/chart" uri="{C3380CC4-5D6E-409C-BE32-E72D297353CC}">
              <c16:uniqueId val="{00000002-DC53-F340-9A66-3A8ACCA00619}"/>
            </c:ext>
          </c:extLst>
        </c:ser>
        <c:ser>
          <c:idx val="2"/>
          <c:order val="2"/>
          <c:tx>
            <c:strRef>
              <c:f>Sheet1!$D$1</c:f>
              <c:strCache>
                <c:ptCount val="1"/>
                <c:pt idx="0">
                  <c:v>Manage plan</c:v>
                </c:pt>
              </c:strCache>
            </c:strRef>
          </c:tx>
          <c:spPr>
            <a:ln w="28575" cap="rnd">
              <a:solidFill>
                <a:srgbClr val="1BD760"/>
              </a:solidFill>
              <a:round/>
            </a:ln>
            <a:effectLst/>
          </c:spPr>
          <c:marker>
            <c:symbol val="none"/>
          </c:marker>
          <c:dLbls>
            <c:dLbl>
              <c:idx val="1"/>
              <c:layout>
                <c:manualLayout>
                  <c:x val="-1.4141390657577379E-16"/>
                  <c:y val="-2.777777777777777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C53-F340-9A66-3A8ACCA00619}"/>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Dec '25</c:v>
                </c:pt>
                <c:pt idx="1">
                  <c:v>Jan '26</c:v>
                </c:pt>
              </c:strCache>
            </c:strRef>
          </c:cat>
          <c:val>
            <c:numRef>
              <c:f>Sheet1!$D$2:$D$3</c:f>
              <c:numCache>
                <c:formatCode>General</c:formatCode>
                <c:ptCount val="2"/>
                <c:pt idx="0">
                  <c:v>3.28</c:v>
                </c:pt>
                <c:pt idx="1">
                  <c:v>3.01</c:v>
                </c:pt>
              </c:numCache>
            </c:numRef>
          </c:val>
          <c:smooth val="0"/>
          <c:extLst>
            <c:ext xmlns:c16="http://schemas.microsoft.com/office/drawing/2014/chart" uri="{C3380CC4-5D6E-409C-BE32-E72D297353CC}">
              <c16:uniqueId val="{00000003-DC53-F340-9A66-3A8ACCA00619}"/>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ax val="3.8"/>
          <c:min val="2.6"/>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majorUnit val="0.5"/>
      </c:valAx>
      <c:spPr>
        <a:solidFill>
          <a:schemeClr val="bg1">
            <a:lumMod val="95000"/>
          </a:schemeClr>
        </a:solidFill>
        <a:ln>
          <a:noFill/>
        </a:ln>
        <a:effectLst/>
      </c:spPr>
    </c:plotArea>
    <c:legend>
      <c:legendPos val="b"/>
      <c:layout>
        <c:manualLayout>
          <c:xMode val="edge"/>
          <c:yMode val="edge"/>
          <c:x val="0"/>
          <c:y val="0.79523020559929991"/>
          <c:w val="0.92150275860630315"/>
          <c:h val="0.16310312773403324"/>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GET HELP - Journey CSAT</a:t>
            </a:r>
          </a:p>
        </c:rich>
      </c:tx>
      <c:layout>
        <c:manualLayout>
          <c:xMode val="edge"/>
          <c:yMode val="edge"/>
          <c:x val="0.15222322575760269"/>
          <c:y val="1.218503937007874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Get Help</c:v>
                </c:pt>
              </c:strCache>
            </c:strRef>
          </c:tx>
          <c:spPr>
            <a:ln w="28575" cap="rnd">
              <a:solidFill>
                <a:schemeClr val="tx1"/>
              </a:solidFill>
              <a:round/>
            </a:ln>
            <a:effectLst/>
          </c:spPr>
          <c:marker>
            <c:symbol val="none"/>
          </c:marker>
          <c:dLbls>
            <c:dLbl>
              <c:idx val="11"/>
              <c:layout>
                <c:manualLayout>
                  <c:x val="-9.8121551742122917E-3"/>
                  <c:y val="-4.4513888888888888E-2"/>
                </c:manualLayout>
              </c:layout>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75A-4781-8971-CCDDDADF0766}"/>
                </c:ext>
              </c:extLst>
            </c:dLbl>
            <c:spPr>
              <a:solidFill>
                <a:srgbClr val="1BD760"/>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0.00</c:formatCode>
                <c:ptCount val="12"/>
                <c:pt idx="0">
                  <c:v>2.99</c:v>
                </c:pt>
                <c:pt idx="1">
                  <c:v>2.99</c:v>
                </c:pt>
                <c:pt idx="2">
                  <c:v>3.07</c:v>
                </c:pt>
                <c:pt idx="3">
                  <c:v>3.05</c:v>
                </c:pt>
                <c:pt idx="4">
                  <c:v>3.2700000000000005</c:v>
                </c:pt>
                <c:pt idx="5">
                  <c:v>3.2050000000000001</c:v>
                </c:pt>
                <c:pt idx="6">
                  <c:v>3.1849999999999996</c:v>
                </c:pt>
                <c:pt idx="7">
                  <c:v>3.2749999999999999</c:v>
                </c:pt>
                <c:pt idx="8">
                  <c:v>3.5900000000000003</c:v>
                </c:pt>
                <c:pt idx="9">
                  <c:v>3.6450000000000005</c:v>
                </c:pt>
                <c:pt idx="10">
                  <c:v>3.6150000000000002</c:v>
                </c:pt>
                <c:pt idx="11">
                  <c:v>3.52</c:v>
                </c:pt>
              </c:numCache>
            </c:numRef>
          </c:val>
          <c:smooth val="0"/>
          <c:extLst>
            <c:ext xmlns:c16="http://schemas.microsoft.com/office/drawing/2014/chart" uri="{C3380CC4-5D6E-409C-BE32-E72D297353CC}">
              <c16:uniqueId val="{00000000-9A6E-5640-8AC0-0D6D7AD5D5AA}"/>
            </c:ext>
          </c:extLst>
        </c:ser>
        <c:ser>
          <c:idx val="1"/>
          <c:order val="1"/>
          <c:tx>
            <c:strRef>
              <c:f>Sheet1!$C$1</c:f>
              <c:strCache>
                <c:ptCount val="1"/>
                <c:pt idx="0">
                  <c:v>Contact Centre</c:v>
                </c:pt>
              </c:strCache>
            </c:strRef>
          </c:tx>
          <c:spPr>
            <a:ln w="28575" cap="rnd">
              <a:solidFill>
                <a:srgbClr val="516AF5"/>
              </a:solidFill>
              <a:round/>
            </a:ln>
            <a:effectLst/>
          </c:spPr>
          <c:marker>
            <c:symbol val="none"/>
          </c:marker>
          <c:dLbls>
            <c:dLbl>
              <c:idx val="11"/>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75A-4781-8971-CCDDDADF0766}"/>
                </c:ext>
              </c:extLst>
            </c:dLbl>
            <c:spPr>
              <a:solidFill>
                <a:srgbClr val="1BD760"/>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3.67</c:v>
                </c:pt>
                <c:pt idx="1">
                  <c:v>3.69</c:v>
                </c:pt>
                <c:pt idx="2">
                  <c:v>3.8</c:v>
                </c:pt>
                <c:pt idx="3">
                  <c:v>3.79</c:v>
                </c:pt>
                <c:pt idx="4">
                  <c:v>4.2300000000000004</c:v>
                </c:pt>
                <c:pt idx="5">
                  <c:v>4.1900000000000004</c:v>
                </c:pt>
                <c:pt idx="6">
                  <c:v>4.1399999999999997</c:v>
                </c:pt>
                <c:pt idx="7">
                  <c:v>4.22</c:v>
                </c:pt>
                <c:pt idx="8">
                  <c:v>4.1900000000000004</c:v>
                </c:pt>
                <c:pt idx="9">
                  <c:v>4.2300000000000004</c:v>
                </c:pt>
                <c:pt idx="10">
                  <c:v>4.24</c:v>
                </c:pt>
                <c:pt idx="11">
                  <c:v>4.12</c:v>
                </c:pt>
              </c:numCache>
            </c:numRef>
          </c:val>
          <c:smooth val="0"/>
          <c:extLst>
            <c:ext xmlns:c16="http://schemas.microsoft.com/office/drawing/2014/chart" uri="{C3380CC4-5D6E-409C-BE32-E72D297353CC}">
              <c16:uniqueId val="{00000001-9A6E-5640-8AC0-0D6D7AD5D5AA}"/>
            </c:ext>
          </c:extLst>
        </c:ser>
        <c:ser>
          <c:idx val="2"/>
          <c:order val="2"/>
          <c:tx>
            <c:strRef>
              <c:f>Sheet1!$D$1</c:f>
              <c:strCache>
                <c:ptCount val="1"/>
                <c:pt idx="0">
                  <c:v>CC Target</c:v>
                </c:pt>
              </c:strCache>
            </c:strRef>
          </c:tx>
          <c:spPr>
            <a:ln w="19050" cap="rnd">
              <a:solidFill>
                <a:schemeClr val="tx2">
                  <a:lumMod val="50000"/>
                  <a:lumOff val="50000"/>
                </a:schemeClr>
              </a:solidFill>
              <a:prstDash val="sysDot"/>
              <a:round/>
            </a:ln>
            <a:effectLst/>
          </c:spPr>
          <c:marker>
            <c:symbol val="none"/>
          </c:marker>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General</c:formatCode>
                <c:ptCount val="12"/>
                <c:pt idx="0">
                  <c:v>3.74</c:v>
                </c:pt>
                <c:pt idx="1">
                  <c:v>3.74</c:v>
                </c:pt>
                <c:pt idx="2">
                  <c:v>3.74</c:v>
                </c:pt>
                <c:pt idx="3">
                  <c:v>3.74</c:v>
                </c:pt>
                <c:pt idx="4">
                  <c:v>3.74</c:v>
                </c:pt>
                <c:pt idx="5">
                  <c:v>3.74</c:v>
                </c:pt>
                <c:pt idx="6">
                  <c:v>3.74</c:v>
                </c:pt>
                <c:pt idx="7">
                  <c:v>3.74</c:v>
                </c:pt>
                <c:pt idx="8">
                  <c:v>3.74</c:v>
                </c:pt>
                <c:pt idx="9">
                  <c:v>3.74</c:v>
                </c:pt>
                <c:pt idx="10">
                  <c:v>3.74</c:v>
                </c:pt>
                <c:pt idx="11">
                  <c:v>3.74</c:v>
                </c:pt>
              </c:numCache>
            </c:numRef>
          </c:val>
          <c:smooth val="0"/>
          <c:extLst>
            <c:ext xmlns:c16="http://schemas.microsoft.com/office/drawing/2014/chart" uri="{C3380CC4-5D6E-409C-BE32-E72D297353CC}">
              <c16:uniqueId val="{00000000-95D6-1B4D-A422-48C17CDEDE1A}"/>
            </c:ext>
          </c:extLst>
        </c:ser>
        <c:ser>
          <c:idx val="3"/>
          <c:order val="3"/>
          <c:tx>
            <c:strRef>
              <c:f>Sheet1!$E$1</c:f>
              <c:strCache>
                <c:ptCount val="1"/>
                <c:pt idx="0">
                  <c:v>Chatbot</c:v>
                </c:pt>
              </c:strCache>
            </c:strRef>
          </c:tx>
          <c:spPr>
            <a:ln w="28575" cap="rnd">
              <a:solidFill>
                <a:srgbClr val="1BD760"/>
              </a:solidFill>
              <a:round/>
            </a:ln>
            <a:effectLst/>
          </c:spPr>
          <c:marker>
            <c:symbol val="none"/>
          </c:marker>
          <c:dLbls>
            <c:dLbl>
              <c:idx val="11"/>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75A-4781-8971-CCDDDADF0766}"/>
                </c:ext>
              </c:extLst>
            </c:dLbl>
            <c:spPr>
              <a:solidFill>
                <a:srgbClr val="1BD760"/>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Sheet1!$E$2:$E$13</c:f>
              <c:numCache>
                <c:formatCode>General</c:formatCode>
                <c:ptCount val="12"/>
                <c:pt idx="0">
                  <c:v>2.31</c:v>
                </c:pt>
                <c:pt idx="1">
                  <c:v>2.29</c:v>
                </c:pt>
                <c:pt idx="2">
                  <c:v>2.34</c:v>
                </c:pt>
                <c:pt idx="3">
                  <c:v>2.31</c:v>
                </c:pt>
                <c:pt idx="4">
                  <c:v>2.31</c:v>
                </c:pt>
                <c:pt idx="5">
                  <c:v>2.2200000000000002</c:v>
                </c:pt>
                <c:pt idx="6">
                  <c:v>2.23</c:v>
                </c:pt>
                <c:pt idx="7">
                  <c:v>2.33</c:v>
                </c:pt>
                <c:pt idx="8">
                  <c:v>2.99</c:v>
                </c:pt>
                <c:pt idx="9">
                  <c:v>3.06</c:v>
                </c:pt>
                <c:pt idx="10">
                  <c:v>2.99</c:v>
                </c:pt>
                <c:pt idx="11">
                  <c:v>2.92</c:v>
                </c:pt>
              </c:numCache>
            </c:numRef>
          </c:val>
          <c:smooth val="0"/>
          <c:extLst>
            <c:ext xmlns:c16="http://schemas.microsoft.com/office/drawing/2014/chart" uri="{C3380CC4-5D6E-409C-BE32-E72D297353CC}">
              <c16:uniqueId val="{00000001-95D6-1B4D-A422-48C17CDEDE1A}"/>
            </c:ext>
          </c:extLst>
        </c:ser>
        <c:ser>
          <c:idx val="4"/>
          <c:order val="4"/>
          <c:tx>
            <c:strRef>
              <c:f>Sheet1!$F$1</c:f>
              <c:strCache>
                <c:ptCount val="1"/>
                <c:pt idx="0">
                  <c:v>CB Target</c:v>
                </c:pt>
              </c:strCache>
            </c:strRef>
          </c:tx>
          <c:spPr>
            <a:ln w="19050" cap="rnd">
              <a:solidFill>
                <a:srgbClr val="1BD760"/>
              </a:solidFill>
              <a:prstDash val="sysDot"/>
              <a:round/>
            </a:ln>
            <a:effectLst/>
          </c:spPr>
          <c:marker>
            <c:symbol val="none"/>
          </c:marker>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Sheet1!$F$2:$F$13</c:f>
              <c:numCache>
                <c:formatCode>General</c:formatCode>
                <c:ptCount val="12"/>
                <c:pt idx="0">
                  <c:v>1.99</c:v>
                </c:pt>
                <c:pt idx="1">
                  <c:v>1.99</c:v>
                </c:pt>
                <c:pt idx="2">
                  <c:v>1.99</c:v>
                </c:pt>
                <c:pt idx="3">
                  <c:v>1.99</c:v>
                </c:pt>
                <c:pt idx="4">
                  <c:v>1.99</c:v>
                </c:pt>
                <c:pt idx="5">
                  <c:v>1.99</c:v>
                </c:pt>
                <c:pt idx="6">
                  <c:v>1.99</c:v>
                </c:pt>
                <c:pt idx="7">
                  <c:v>1.99</c:v>
                </c:pt>
                <c:pt idx="8">
                  <c:v>1.99</c:v>
                </c:pt>
                <c:pt idx="9">
                  <c:v>1.99</c:v>
                </c:pt>
                <c:pt idx="10">
                  <c:v>1.99</c:v>
                </c:pt>
                <c:pt idx="11">
                  <c:v>1.99</c:v>
                </c:pt>
              </c:numCache>
            </c:numRef>
          </c:val>
          <c:smooth val="0"/>
          <c:extLst>
            <c:ext xmlns:c16="http://schemas.microsoft.com/office/drawing/2014/chart" uri="{C3380CC4-5D6E-409C-BE32-E72D297353CC}">
              <c16:uniqueId val="{00000002-95D6-1B4D-A422-48C17CDEDE1A}"/>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ax val="4.5"/>
          <c:min val="1.7"/>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legendEntry>
        <c:idx val="2"/>
        <c:delete val="1"/>
      </c:legendEntry>
      <c:legendEntry>
        <c:idx val="4"/>
        <c:delete val="1"/>
      </c:legendEntry>
      <c:layout>
        <c:manualLayout>
          <c:xMode val="edge"/>
          <c:yMode val="edge"/>
          <c:x val="0"/>
          <c:y val="0.91797626859142611"/>
          <c:w val="0.99831532249154575"/>
          <c:h val="7.5079286964129494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GET HELP - % inbound calls</a:t>
            </a:r>
          </a:p>
        </c:rich>
      </c:tx>
      <c:layout>
        <c:manualLayout>
          <c:xMode val="edge"/>
          <c:yMode val="edge"/>
          <c:x val="0.1620353809318148"/>
          <c:y val="1.218503937007874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 inbound calls</c:v>
                </c:pt>
              </c:strCache>
            </c:strRef>
          </c:tx>
          <c:spPr>
            <a:ln w="28575" cap="rnd">
              <a:solidFill>
                <a:schemeClr val="tx1"/>
              </a:solidFill>
              <a:round/>
            </a:ln>
            <a:effectLst/>
          </c:spPr>
          <c:marker>
            <c:symbol val="none"/>
          </c:marker>
          <c:dLbls>
            <c:dLbl>
              <c:idx val="3"/>
              <c:delete val="1"/>
              <c:extLst>
                <c:ext xmlns:c15="http://schemas.microsoft.com/office/drawing/2012/chart" uri="{CE6537A1-D6FC-4f65-9D91-7224C49458BB}"/>
                <c:ext xmlns:c16="http://schemas.microsoft.com/office/drawing/2014/chart" uri="{C3380CC4-5D6E-409C-BE32-E72D297353CC}">
                  <c16:uniqueId val="{00000002-974A-D14D-8FD5-F255755E7D71}"/>
                </c:ext>
              </c:extLst>
            </c:dLbl>
            <c:dLbl>
              <c:idx val="5"/>
              <c:delete val="1"/>
              <c:extLst>
                <c:ext xmlns:c15="http://schemas.microsoft.com/office/drawing/2012/chart" uri="{CE6537A1-D6FC-4f65-9D91-7224C49458BB}"/>
                <c:ext xmlns:c16="http://schemas.microsoft.com/office/drawing/2014/chart" uri="{C3380CC4-5D6E-409C-BE32-E72D297353CC}">
                  <c16:uniqueId val="{00000001-974A-D14D-8FD5-F255755E7D71}"/>
                </c:ext>
              </c:extLst>
            </c:dLbl>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Jun</c:v>
                </c:pt>
                <c:pt idx="1">
                  <c:v>Jul</c:v>
                </c:pt>
                <c:pt idx="2">
                  <c:v>Aug</c:v>
                </c:pt>
                <c:pt idx="3">
                  <c:v>Sep</c:v>
                </c:pt>
                <c:pt idx="4">
                  <c:v>Oct</c:v>
                </c:pt>
                <c:pt idx="5">
                  <c:v>Nov</c:v>
                </c:pt>
                <c:pt idx="6">
                  <c:v>Dec</c:v>
                </c:pt>
              </c:strCache>
            </c:strRef>
          </c:cat>
          <c:val>
            <c:numRef>
              <c:f>Sheet1!$B$2:$B$8</c:f>
              <c:numCache>
                <c:formatCode>0.00%</c:formatCode>
                <c:ptCount val="7"/>
                <c:pt idx="0">
                  <c:v>0.1096408</c:v>
                </c:pt>
                <c:pt idx="1">
                  <c:v>0.1151349</c:v>
                </c:pt>
                <c:pt idx="2">
                  <c:v>9.6327700000000002E-2</c:v>
                </c:pt>
                <c:pt idx="3">
                  <c:v>9.4187300000000002E-2</c:v>
                </c:pt>
                <c:pt idx="4">
                  <c:v>9.2257500000000006E-2</c:v>
                </c:pt>
                <c:pt idx="5">
                  <c:v>9.2899999999999996E-2</c:v>
                </c:pt>
                <c:pt idx="6">
                  <c:v>9.4700000000000006E-2</c:v>
                </c:pt>
              </c:numCache>
            </c:numRef>
          </c:val>
          <c:smooth val="0"/>
          <c:extLst>
            <c:ext xmlns:c16="http://schemas.microsoft.com/office/drawing/2014/chart" uri="{C3380CC4-5D6E-409C-BE32-E72D297353CC}">
              <c16:uniqueId val="{00000000-8627-6045-B233-668AFE2ABF4B}"/>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ax val="0.15"/>
          <c:min val="0.08"/>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CC Service levels</a:t>
            </a:r>
          </a:p>
        </c:rich>
      </c:tx>
      <c:layout>
        <c:manualLayout>
          <c:xMode val="edge"/>
          <c:yMode val="edge"/>
          <c:x val="0.23562654473840564"/>
          <c:y val="1.218503937007874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Service levels</c:v>
                </c:pt>
              </c:strCache>
            </c:strRef>
          </c:tx>
          <c:spPr>
            <a:ln w="28575" cap="rnd">
              <a:solidFill>
                <a:schemeClr val="tx1"/>
              </a:solidFill>
              <a:round/>
            </a:ln>
            <a:effectLst/>
          </c:spPr>
          <c:marker>
            <c:symbol val="none"/>
          </c:marker>
          <c:dLbls>
            <c:dLbl>
              <c:idx val="10"/>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C69-AE44-AF9F-2FCC6D0A6854}"/>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0.0%</c:formatCode>
                <c:ptCount val="12"/>
                <c:pt idx="0">
                  <c:v>0.64500000000000002</c:v>
                </c:pt>
                <c:pt idx="1">
                  <c:v>0.78500000000000003</c:v>
                </c:pt>
                <c:pt idx="2">
                  <c:v>0.83799999999999997</c:v>
                </c:pt>
                <c:pt idx="3">
                  <c:v>0.874</c:v>
                </c:pt>
                <c:pt idx="4">
                  <c:v>0.93500000000000005</c:v>
                </c:pt>
                <c:pt idx="5">
                  <c:v>0.83799999999999997</c:v>
                </c:pt>
                <c:pt idx="6">
                  <c:v>0.81899999999999995</c:v>
                </c:pt>
                <c:pt idx="7">
                  <c:v>0.82799999999999996</c:v>
                </c:pt>
                <c:pt idx="8">
                  <c:v>0.68</c:v>
                </c:pt>
                <c:pt idx="9">
                  <c:v>0.65100000000000002</c:v>
                </c:pt>
                <c:pt idx="10">
                  <c:v>0.74299999999999999</c:v>
                </c:pt>
              </c:numCache>
            </c:numRef>
          </c:val>
          <c:smooth val="0"/>
          <c:extLst>
            <c:ext xmlns:c16="http://schemas.microsoft.com/office/drawing/2014/chart" uri="{C3380CC4-5D6E-409C-BE32-E72D297353CC}">
              <c16:uniqueId val="{00000000-52AF-AF4C-8D33-96AB35C461CB}"/>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ax val="1"/>
          <c:min val="0.5"/>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Av. Cost to Get Help</a:t>
            </a:r>
          </a:p>
        </c:rich>
      </c:tx>
      <c:layout>
        <c:manualLayout>
          <c:xMode val="edge"/>
          <c:yMode val="edge"/>
          <c:x val="0.21600223438998137"/>
          <c:y val="5.2405949256342961E-3"/>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SGD</c:v>
                </c:pt>
              </c:strCache>
            </c:strRef>
          </c:tx>
          <c:spPr>
            <a:ln w="28575" cap="rnd">
              <a:solidFill>
                <a:schemeClr val="tx1"/>
              </a:solidFill>
              <a:round/>
            </a:ln>
            <a:effectLst/>
          </c:spPr>
          <c:marker>
            <c:symbol val="none"/>
          </c:marker>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_("$"* #,##0.00_);_("$"* \(#,##0.00\);_("$"* "-"??_);_(@_)</c:formatCode>
                <c:ptCount val="12"/>
                <c:pt idx="0">
                  <c:v>27.6</c:v>
                </c:pt>
                <c:pt idx="1">
                  <c:v>27.6</c:v>
                </c:pt>
                <c:pt idx="2">
                  <c:v>27.6</c:v>
                </c:pt>
                <c:pt idx="3">
                  <c:v>27.6</c:v>
                </c:pt>
                <c:pt idx="4">
                  <c:v>27.6</c:v>
                </c:pt>
                <c:pt idx="5">
                  <c:v>27.6</c:v>
                </c:pt>
                <c:pt idx="6">
                  <c:v>27.6</c:v>
                </c:pt>
                <c:pt idx="7">
                  <c:v>27.6</c:v>
                </c:pt>
                <c:pt idx="8">
                  <c:v>27.6</c:v>
                </c:pt>
                <c:pt idx="9">
                  <c:v>27.6</c:v>
                </c:pt>
                <c:pt idx="10">
                  <c:v>27.6</c:v>
                </c:pt>
                <c:pt idx="11">
                  <c:v>27.6</c:v>
                </c:pt>
              </c:numCache>
            </c:numRef>
          </c:val>
          <c:smooth val="0"/>
          <c:extLst>
            <c:ext xmlns:c16="http://schemas.microsoft.com/office/drawing/2014/chart" uri="{C3380CC4-5D6E-409C-BE32-E72D297353CC}">
              <c16:uniqueId val="{00000000-8B26-5047-BB26-7D67A032F949}"/>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00_);_(&quot;$&quot;* \(#,##0.0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i="0" u="none" strike="noStrike" kern="1200" spc="0" baseline="0">
                <a:solidFill>
                  <a:prstClr val="black">
                    <a:lumMod val="65000"/>
                    <a:lumOff val="35000"/>
                  </a:prstClr>
                </a:solidFill>
              </a:rPr>
              <a:t>First Call resolution</a:t>
            </a:r>
          </a:p>
        </c:rich>
      </c:tx>
      <c:layout>
        <c:manualLayout>
          <c:xMode val="edge"/>
          <c:yMode val="edge"/>
          <c:x val="0.1620353809318148"/>
          <c:y val="2.6073928258967632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FCR</c:v>
                </c:pt>
              </c:strCache>
            </c:strRef>
          </c:tx>
          <c:spPr>
            <a:ln w="28575" cap="rnd">
              <a:solidFill>
                <a:schemeClr val="tx1"/>
              </a:solidFill>
              <a:round/>
            </a:ln>
            <a:effectLst/>
          </c:spPr>
          <c:marker>
            <c:symbol val="none"/>
          </c:marker>
          <c:dLbls>
            <c:dLbl>
              <c:idx val="1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823-6747-ADC0-088050D02B1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0.0%</c:formatCode>
                <c:ptCount val="12"/>
                <c:pt idx="0">
                  <c:v>0.73993260000000005</c:v>
                </c:pt>
                <c:pt idx="1">
                  <c:v>0.79169869999999998</c:v>
                </c:pt>
                <c:pt idx="2">
                  <c:v>0.80729289999999998</c:v>
                </c:pt>
                <c:pt idx="3">
                  <c:v>0.81007220000000002</c:v>
                </c:pt>
                <c:pt idx="4">
                  <c:v>0.83475140000000003</c:v>
                </c:pt>
                <c:pt idx="5">
                  <c:v>0.82639940000000001</c:v>
                </c:pt>
                <c:pt idx="6">
                  <c:v>0.82478070000000003</c:v>
                </c:pt>
                <c:pt idx="7">
                  <c:v>0.81312110000000004</c:v>
                </c:pt>
                <c:pt idx="8">
                  <c:v>0.78072379999999997</c:v>
                </c:pt>
                <c:pt idx="9">
                  <c:v>0.79073499999999997</c:v>
                </c:pt>
                <c:pt idx="10">
                  <c:v>0.81832020000000005</c:v>
                </c:pt>
              </c:numCache>
            </c:numRef>
          </c:val>
          <c:smooth val="0"/>
          <c:extLst>
            <c:ext xmlns:c16="http://schemas.microsoft.com/office/drawing/2014/chart" uri="{C3380CC4-5D6E-409C-BE32-E72D297353CC}">
              <c16:uniqueId val="{00000000-807E-7248-9C51-D582301E514D}"/>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in val="0.7"/>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GET HELP – C. Effort Score</a:t>
            </a:r>
          </a:p>
        </c:rich>
      </c:tx>
      <c:layout>
        <c:manualLayout>
          <c:xMode val="edge"/>
          <c:yMode val="edge"/>
          <c:x val="0.10316244988654211"/>
          <c:y val="1.218503937007874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CES</c:v>
                </c:pt>
              </c:strCache>
            </c:strRef>
          </c:tx>
          <c:spPr>
            <a:ln w="28575" cap="rnd">
              <a:solidFill>
                <a:schemeClr val="tx1"/>
              </a:solidFill>
              <a:round/>
            </a:ln>
            <a:effectLst/>
          </c:spPr>
          <c:marker>
            <c:symbol val="none"/>
          </c:marker>
          <c:dLbls>
            <c:dLbl>
              <c:idx val="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90C-C540-A05F-3880FB9A9FF1}"/>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Dec '25</c:v>
                </c:pt>
                <c:pt idx="1">
                  <c:v>Jan '26</c:v>
                </c:pt>
              </c:strCache>
            </c:strRef>
          </c:cat>
          <c:val>
            <c:numRef>
              <c:f>Sheet1!$B$2:$B$3</c:f>
              <c:numCache>
                <c:formatCode>General</c:formatCode>
                <c:ptCount val="2"/>
                <c:pt idx="0">
                  <c:v>4.1100000000000003</c:v>
                </c:pt>
                <c:pt idx="1">
                  <c:v>4.17</c:v>
                </c:pt>
              </c:numCache>
            </c:numRef>
          </c:val>
          <c:smooth val="0"/>
          <c:extLst>
            <c:ext xmlns:c16="http://schemas.microsoft.com/office/drawing/2014/chart" uri="{C3380CC4-5D6E-409C-BE32-E72D297353CC}">
              <c16:uniqueId val="{00000001-B90C-C540-A05F-3880FB9A9FF1}"/>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ax val="5"/>
          <c:min val="1"/>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PAY - Journey CSAT</a:t>
            </a:r>
          </a:p>
        </c:rich>
      </c:tx>
      <c:layout>
        <c:manualLayout>
          <c:xMode val="edge"/>
          <c:yMode val="edge"/>
          <c:x val="0.12769283782207241"/>
          <c:y val="1.218503937007874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CSAT</c:v>
                </c:pt>
              </c:strCache>
            </c:strRef>
          </c:tx>
          <c:spPr>
            <a:ln w="28575" cap="rnd">
              <a:solidFill>
                <a:schemeClr val="tx1"/>
              </a:solidFill>
              <a:round/>
            </a:ln>
            <a:effectLst/>
          </c:spPr>
          <c:marker>
            <c:symbol val="circle"/>
            <c:size val="5"/>
            <c:spPr>
              <a:solidFill>
                <a:schemeClr val="tx1"/>
              </a:solidFill>
              <a:ln w="9525">
                <a:solidFill>
                  <a:schemeClr val="tx1"/>
                </a:solidFill>
              </a:ln>
              <a:effectLst/>
            </c:spPr>
          </c:marker>
          <c:dLbls>
            <c:dLbl>
              <c:idx val="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78B-C340-B113-095241508F3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Dec '25</c:v>
                </c:pt>
                <c:pt idx="1">
                  <c:v>Jan '26</c:v>
                </c:pt>
              </c:strCache>
            </c:strRef>
          </c:cat>
          <c:val>
            <c:numRef>
              <c:f>Sheet1!$B$2:$B$3</c:f>
              <c:numCache>
                <c:formatCode>General</c:formatCode>
                <c:ptCount val="2"/>
                <c:pt idx="0">
                  <c:v>3.58</c:v>
                </c:pt>
                <c:pt idx="1">
                  <c:v>3.56</c:v>
                </c:pt>
              </c:numCache>
            </c:numRef>
          </c:val>
          <c:smooth val="0"/>
          <c:extLst>
            <c:ext xmlns:c16="http://schemas.microsoft.com/office/drawing/2014/chart" uri="{C3380CC4-5D6E-409C-BE32-E72D297353CC}">
              <c16:uniqueId val="{00000001-E953-124F-956C-32CACFFA8DF9}"/>
            </c:ext>
          </c:extLst>
        </c:ser>
        <c:dLbls>
          <c:showLegendKey val="0"/>
          <c:showVal val="0"/>
          <c:showCatName val="0"/>
          <c:showSerName val="0"/>
          <c:showPercent val="0"/>
          <c:showBubbleSize val="0"/>
        </c:dLbls>
        <c:marker val="1"/>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ax val="5"/>
          <c:min val="2"/>
        </c:scaling>
        <c:delete val="0"/>
        <c:axPos val="l"/>
        <c:majorGridlines>
          <c:spPr>
            <a:ln w="9525" cap="flat" cmpd="sng" algn="ctr">
              <a:solidFill>
                <a:schemeClr val="tx1">
                  <a:lumMod val="15000"/>
                  <a:lumOff val="85000"/>
                </a:schemeClr>
              </a:solid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PAY - % inbound calls</a:t>
            </a:r>
          </a:p>
        </c:rich>
      </c:tx>
      <c:layout>
        <c:manualLayout>
          <c:xMode val="edge"/>
          <c:yMode val="edge"/>
          <c:x val="0.19637792404155716"/>
          <c:y val="5.2405949256342961E-3"/>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 inbound calls</c:v>
                </c:pt>
              </c:strCache>
            </c:strRef>
          </c:tx>
          <c:spPr>
            <a:ln w="28575" cap="rnd">
              <a:solidFill>
                <a:schemeClr val="tx1"/>
              </a:solidFill>
              <a:round/>
            </a:ln>
            <a:effectLst/>
          </c:spPr>
          <c:marker>
            <c:symbol val="none"/>
          </c:marker>
          <c:dLbls>
            <c:dLbl>
              <c:idx val="5"/>
              <c:layout>
                <c:manualLayout>
                  <c:x val="-8.340331898080304E-2"/>
                  <c:y val="-0.12086778215223097"/>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E2E-2D43-918B-E5E9CDE0E07D}"/>
                </c:ext>
              </c:extLst>
            </c:dLbl>
            <c:dLbl>
              <c:idx val="6"/>
              <c:layout>
                <c:manualLayout>
                  <c:x val="0"/>
                  <c:y val="7.357666229221347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E2E-2D43-918B-E5E9CDE0E07D}"/>
                </c:ext>
              </c:extLst>
            </c:dLbl>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Jun</c:v>
                </c:pt>
                <c:pt idx="1">
                  <c:v>Jul</c:v>
                </c:pt>
                <c:pt idx="2">
                  <c:v>Aug</c:v>
                </c:pt>
                <c:pt idx="3">
                  <c:v>Sep</c:v>
                </c:pt>
                <c:pt idx="4">
                  <c:v>Oct</c:v>
                </c:pt>
                <c:pt idx="5">
                  <c:v>Nov</c:v>
                </c:pt>
                <c:pt idx="6">
                  <c:v>Dec</c:v>
                </c:pt>
              </c:strCache>
            </c:strRef>
          </c:cat>
          <c:val>
            <c:numRef>
              <c:f>Sheet1!$B$2:$B$8</c:f>
              <c:numCache>
                <c:formatCode>0.0%</c:formatCode>
                <c:ptCount val="7"/>
                <c:pt idx="0">
                  <c:v>0.23601130000000001</c:v>
                </c:pt>
                <c:pt idx="1">
                  <c:v>0.2399357</c:v>
                </c:pt>
                <c:pt idx="2">
                  <c:v>0.24421229999999999</c:v>
                </c:pt>
                <c:pt idx="3">
                  <c:v>0.25857520000000001</c:v>
                </c:pt>
                <c:pt idx="4">
                  <c:v>0.28237069999999997</c:v>
                </c:pt>
                <c:pt idx="5">
                  <c:v>0.252</c:v>
                </c:pt>
                <c:pt idx="6">
                  <c:v>0.24790000000000001</c:v>
                </c:pt>
              </c:numCache>
            </c:numRef>
          </c:val>
          <c:smooth val="0"/>
          <c:extLst>
            <c:ext xmlns:c16="http://schemas.microsoft.com/office/drawing/2014/chart" uri="{C3380CC4-5D6E-409C-BE32-E72D297353CC}">
              <c16:uniqueId val="{00000000-8627-6045-B233-668AFE2ABF4B}"/>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in val="0.22"/>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Recurring pay method</a:t>
            </a:r>
            <a:r>
              <a:rPr lang="en-US" sz="1200" b="1" baseline="0"/>
              <a:t> use</a:t>
            </a:r>
            <a:endParaRPr lang="en-US" sz="1200" b="1"/>
          </a:p>
        </c:rich>
      </c:tx>
      <c:layout>
        <c:manualLayout>
          <c:xMode val="edge"/>
          <c:yMode val="edge"/>
          <c:x val="0.20128400162866325"/>
          <c:y val="5.2405949256342961E-3"/>
        </c:manualLayout>
      </c:layout>
      <c:overlay val="0"/>
      <c:spPr>
        <a:noFill/>
        <a:ln>
          <a:noFill/>
        </a:ln>
        <a:effectLst/>
      </c:sp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Recurring payment method</c:v>
                </c:pt>
              </c:strCache>
            </c:strRef>
          </c:tx>
          <c:spPr>
            <a:ln w="28575" cap="rnd">
              <a:solidFill>
                <a:schemeClr val="tx1"/>
              </a:solidFill>
              <a:round/>
            </a:ln>
            <a:effectLst/>
          </c:spPr>
          <c:marker>
            <c:symbol val="none"/>
          </c:marker>
          <c:dLbls>
            <c:dLbl>
              <c:idx val="11"/>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B50-AD4C-8362-2DE04477C456}"/>
                </c:ext>
              </c:extLst>
            </c:dLbl>
            <c:spPr>
              <a:noFill/>
              <a:ln>
                <a:noFill/>
              </a:ln>
              <a:effectLst/>
            </c:spPr>
            <c:txPr>
              <a:bodyPr rot="0" spcFirstLastPara="1" vertOverflow="ellipsis" vert="horz" wrap="non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_(* #,##0_);_(* \(#,##0\);_(* "-"??_);_(@_)</c:formatCode>
                <c:ptCount val="12"/>
                <c:pt idx="0">
                  <c:v>380965</c:v>
                </c:pt>
                <c:pt idx="1">
                  <c:v>384020</c:v>
                </c:pt>
                <c:pt idx="2">
                  <c:v>388036</c:v>
                </c:pt>
                <c:pt idx="3">
                  <c:v>390487</c:v>
                </c:pt>
                <c:pt idx="4">
                  <c:v>392909</c:v>
                </c:pt>
                <c:pt idx="5">
                  <c:v>394837</c:v>
                </c:pt>
                <c:pt idx="6">
                  <c:v>397170</c:v>
                </c:pt>
                <c:pt idx="7">
                  <c:v>400421</c:v>
                </c:pt>
                <c:pt idx="8">
                  <c:v>402066</c:v>
                </c:pt>
                <c:pt idx="9">
                  <c:v>400949</c:v>
                </c:pt>
                <c:pt idx="10">
                  <c:v>407947</c:v>
                </c:pt>
                <c:pt idx="11">
                  <c:v>419644</c:v>
                </c:pt>
              </c:numCache>
            </c:numRef>
          </c:val>
          <c:smooth val="0"/>
          <c:extLst>
            <c:ext xmlns:c16="http://schemas.microsoft.com/office/drawing/2014/chart" uri="{C3380CC4-5D6E-409C-BE32-E72D297353CC}">
              <c16:uniqueId val="{00000000-4252-1C4B-8313-CEB013095065}"/>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Av. cost to Pay</a:t>
            </a:r>
          </a:p>
        </c:rich>
      </c:tx>
      <c:layout>
        <c:manualLayout>
          <c:xMode val="edge"/>
          <c:yMode val="edge"/>
          <c:x val="0.23562654473840564"/>
          <c:y val="1.218503937007874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SGD</c:v>
                </c:pt>
              </c:strCache>
            </c:strRef>
          </c:tx>
          <c:spPr>
            <a:ln w="28575" cap="rnd">
              <a:solidFill>
                <a:schemeClr val="tx1"/>
              </a:solidFill>
              <a:round/>
            </a:ln>
            <a:effectLst/>
          </c:spPr>
          <c:marker>
            <c:symbol val="none"/>
          </c:marker>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_("$"* #,##0.00_);_("$"* \(#,##0.00\);_("$"* "-"??_);_(@_)</c:formatCode>
                <c:ptCount val="12"/>
                <c:pt idx="0">
                  <c:v>27.6</c:v>
                </c:pt>
                <c:pt idx="1">
                  <c:v>27.6</c:v>
                </c:pt>
                <c:pt idx="2">
                  <c:v>27.6</c:v>
                </c:pt>
                <c:pt idx="3">
                  <c:v>27.6</c:v>
                </c:pt>
                <c:pt idx="4">
                  <c:v>27.6</c:v>
                </c:pt>
                <c:pt idx="5">
                  <c:v>27.6</c:v>
                </c:pt>
                <c:pt idx="6">
                  <c:v>27.6</c:v>
                </c:pt>
                <c:pt idx="7">
                  <c:v>27.6</c:v>
                </c:pt>
                <c:pt idx="8">
                  <c:v>27.6</c:v>
                </c:pt>
                <c:pt idx="9">
                  <c:v>27.6</c:v>
                </c:pt>
                <c:pt idx="10">
                  <c:v>27.6</c:v>
                </c:pt>
                <c:pt idx="11">
                  <c:v>27.6</c:v>
                </c:pt>
              </c:numCache>
            </c:numRef>
          </c:val>
          <c:smooth val="0"/>
          <c:extLst>
            <c:ext xmlns:c16="http://schemas.microsoft.com/office/drawing/2014/chart" uri="{C3380CC4-5D6E-409C-BE32-E72D297353CC}">
              <c16:uniqueId val="{00000000-8B26-5047-BB26-7D67A032F949}"/>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00_);_(&quot;$&quot;* \(#,##0.0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i="0" u="none" strike="noStrike" kern="1200" spc="0" baseline="0">
                <a:solidFill>
                  <a:prstClr val="black">
                    <a:lumMod val="65000"/>
                    <a:lumOff val="35000"/>
                  </a:prstClr>
                </a:solidFill>
              </a:rPr>
              <a:t>Bill shock complaints </a:t>
            </a:r>
          </a:p>
        </c:rich>
      </c:tx>
      <c:layout>
        <c:manualLayout>
          <c:xMode val="edge"/>
          <c:yMode val="edge"/>
          <c:x val="0.20128400162866325"/>
          <c:y val="1.218503937007874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Billshock complaints</c:v>
                </c:pt>
              </c:strCache>
            </c:strRef>
          </c:tx>
          <c:spPr>
            <a:ln w="28575" cap="rnd">
              <a:solidFill>
                <a:schemeClr val="tx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Jul</c:v>
                </c:pt>
                <c:pt idx="1">
                  <c:v>Aug</c:v>
                </c:pt>
                <c:pt idx="2">
                  <c:v>Sep</c:v>
                </c:pt>
                <c:pt idx="3">
                  <c:v>Oct</c:v>
                </c:pt>
              </c:strCache>
            </c:strRef>
          </c:cat>
          <c:val>
            <c:numRef>
              <c:f>Sheet1!$B$2:$B$5</c:f>
              <c:numCache>
                <c:formatCode>_(* #,##0_);_(* \(#,##0\);_(* "-"??_);_(@_)</c:formatCode>
                <c:ptCount val="4"/>
                <c:pt idx="0">
                  <c:v>6321.6151</c:v>
                </c:pt>
                <c:pt idx="1">
                  <c:v>5805.68</c:v>
                </c:pt>
                <c:pt idx="2">
                  <c:v>5804.4</c:v>
                </c:pt>
                <c:pt idx="3">
                  <c:v>5492</c:v>
                </c:pt>
              </c:numCache>
            </c:numRef>
          </c:val>
          <c:smooth val="0"/>
          <c:extLst>
            <c:ext xmlns:c16="http://schemas.microsoft.com/office/drawing/2014/chart" uri="{C3380CC4-5D6E-409C-BE32-E72D297353CC}">
              <c16:uniqueId val="{00000000-A476-8A40-8351-68B5B40C572F}"/>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just">
              <a:defRPr sz="1200" b="1" i="0" u="none" strike="noStrike" kern="1200" spc="0" baseline="0">
                <a:solidFill>
                  <a:schemeClr val="tx1">
                    <a:lumMod val="65000"/>
                    <a:lumOff val="35000"/>
                  </a:schemeClr>
                </a:solidFill>
                <a:latin typeface="+mn-lt"/>
                <a:ea typeface="+mn-ea"/>
                <a:cs typeface="+mn-cs"/>
              </a:defRPr>
            </a:pPr>
            <a:r>
              <a:rPr lang="en-US" sz="1200" b="1" i="0" u="none" strike="noStrike" kern="1200" spc="0" baseline="0">
                <a:solidFill>
                  <a:prstClr val="black">
                    <a:lumMod val="65000"/>
                    <a:lumOff val="35000"/>
                  </a:prstClr>
                </a:solidFill>
              </a:rPr>
              <a:t>New orders, pay success rate on </a:t>
            </a:r>
            <a:r>
              <a:rPr lang="en-US" sz="1200" b="1" i="0" u="none" strike="noStrike" kern="1200" spc="0" baseline="0" err="1">
                <a:solidFill>
                  <a:prstClr val="black">
                    <a:lumMod val="65000"/>
                    <a:lumOff val="35000"/>
                  </a:prstClr>
                </a:solidFill>
              </a:rPr>
              <a:t>Compax</a:t>
            </a:r>
            <a:endParaRPr lang="en-US" sz="1200" b="1" i="0" u="none" strike="noStrike" kern="1200" spc="0" baseline="0">
              <a:solidFill>
                <a:prstClr val="black">
                  <a:lumMod val="65000"/>
                  <a:lumOff val="35000"/>
                </a:prstClr>
              </a:solidFill>
            </a:endParaRPr>
          </a:p>
        </c:rich>
      </c:tx>
      <c:layout>
        <c:manualLayout>
          <c:xMode val="edge"/>
          <c:yMode val="edge"/>
          <c:x val="3.4477363667057358E-2"/>
          <c:y val="5.2405949256342961E-3"/>
        </c:manualLayout>
      </c:layout>
      <c:overlay val="0"/>
      <c:spPr>
        <a:noFill/>
        <a:ln>
          <a:noFill/>
        </a:ln>
        <a:effectLst/>
      </c:spPr>
      <c:txPr>
        <a:bodyPr rot="0" spcFirstLastPara="1" vertOverflow="ellipsis" vert="horz" wrap="square" anchor="ctr" anchorCtr="1"/>
        <a:lstStyle/>
        <a:p>
          <a:pPr algn="just">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28053258967629047"/>
          <c:w val="0.85752701808097298"/>
          <c:h val="0.51839676290463688"/>
        </c:manualLayout>
      </c:layout>
      <c:lineChart>
        <c:grouping val="standard"/>
        <c:varyColors val="0"/>
        <c:ser>
          <c:idx val="0"/>
          <c:order val="0"/>
          <c:tx>
            <c:strRef>
              <c:f>Sheet1!$B$1</c:f>
              <c:strCache>
                <c:ptCount val="1"/>
                <c:pt idx="0">
                  <c:v>Pay success rate</c:v>
                </c:pt>
              </c:strCache>
            </c:strRef>
          </c:tx>
          <c:spPr>
            <a:ln w="28575" cap="rnd">
              <a:solidFill>
                <a:schemeClr val="tx1"/>
              </a:solidFill>
              <a:round/>
            </a:ln>
            <a:effectLst/>
          </c:spPr>
          <c:marker>
            <c:symbol val="circle"/>
            <c:size val="5"/>
            <c:spPr>
              <a:solidFill>
                <a:schemeClr val="tx1"/>
              </a:solidFill>
              <a:ln w="9525">
                <a:solidFill>
                  <a:schemeClr val="tx1"/>
                </a:solidFill>
              </a:ln>
              <a:effectLst/>
            </c:spPr>
          </c:marker>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21F-7541-AF9D-A373B7A402AA}"/>
                </c:ext>
              </c:extLst>
            </c:dLbl>
            <c:dLbl>
              <c:idx val="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21F-7541-AF9D-A373B7A402AA}"/>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Dec '25</c:v>
                </c:pt>
                <c:pt idx="1">
                  <c:v>Jan '26</c:v>
                </c:pt>
              </c:strCache>
            </c:strRef>
          </c:cat>
          <c:val>
            <c:numRef>
              <c:f>Sheet1!$B$2:$B$3</c:f>
              <c:numCache>
                <c:formatCode>General</c:formatCode>
                <c:ptCount val="2"/>
                <c:pt idx="0" formatCode="0%">
                  <c:v>0.71</c:v>
                </c:pt>
              </c:numCache>
            </c:numRef>
          </c:val>
          <c:smooth val="0"/>
          <c:extLst>
            <c:ext xmlns:c16="http://schemas.microsoft.com/office/drawing/2014/chart" uri="{C3380CC4-5D6E-409C-BE32-E72D297353CC}">
              <c16:uniqueId val="{00000001-C21F-7541-AF9D-A373B7A402AA}"/>
            </c:ext>
          </c:extLst>
        </c:ser>
        <c:dLbls>
          <c:showLegendKey val="0"/>
          <c:showVal val="0"/>
          <c:showCatName val="0"/>
          <c:showSerName val="0"/>
          <c:showPercent val="0"/>
          <c:showBubbleSize val="0"/>
        </c:dLbls>
        <c:marker val="1"/>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layout>
        <c:manualLayout>
          <c:xMode val="edge"/>
          <c:yMode val="edge"/>
          <c:x val="0.25804577409019303"/>
          <c:y val="0.89123414260717415"/>
          <c:w val="0.48390845181961395"/>
          <c:h val="0.10876585739282589"/>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RENEW - Journey CSAT</a:t>
            </a:r>
          </a:p>
        </c:rich>
      </c:tx>
      <c:layout>
        <c:manualLayout>
          <c:xMode val="edge"/>
          <c:yMode val="edge"/>
          <c:x val="0.12278676023496635"/>
          <c:y val="2.6073928258967632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CSAT</c:v>
                </c:pt>
              </c:strCache>
            </c:strRef>
          </c:tx>
          <c:spPr>
            <a:ln w="28575" cap="rnd">
              <a:solidFill>
                <a:schemeClr val="tx1"/>
              </a:solidFill>
              <a:round/>
            </a:ln>
            <a:effectLst/>
          </c:spPr>
          <c:marker>
            <c:symbol val="none"/>
          </c:marker>
          <c:dLbls>
            <c:dLbl>
              <c:idx val="11"/>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036-4530-AD4B-0B9CC0CD047A}"/>
                </c:ext>
              </c:extLst>
            </c:dLbl>
            <c:spPr>
              <a:solidFill>
                <a:srgbClr val="1BD760"/>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#,##0.00</c:formatCode>
                <c:ptCount val="12"/>
                <c:pt idx="0">
                  <c:v>4.75</c:v>
                </c:pt>
                <c:pt idx="1">
                  <c:v>4.68</c:v>
                </c:pt>
                <c:pt idx="2">
                  <c:v>4.8</c:v>
                </c:pt>
                <c:pt idx="3">
                  <c:v>4.8</c:v>
                </c:pt>
                <c:pt idx="4">
                  <c:v>4.8</c:v>
                </c:pt>
                <c:pt idx="5">
                  <c:v>4.79</c:v>
                </c:pt>
                <c:pt idx="6">
                  <c:v>4.8099999999999996</c:v>
                </c:pt>
                <c:pt idx="7">
                  <c:v>4.79</c:v>
                </c:pt>
                <c:pt idx="8">
                  <c:v>4.78</c:v>
                </c:pt>
                <c:pt idx="9">
                  <c:v>4.8</c:v>
                </c:pt>
                <c:pt idx="10">
                  <c:v>4.79</c:v>
                </c:pt>
                <c:pt idx="11">
                  <c:v>4.76</c:v>
                </c:pt>
              </c:numCache>
            </c:numRef>
          </c:val>
          <c:smooth val="0"/>
          <c:extLst>
            <c:ext xmlns:c16="http://schemas.microsoft.com/office/drawing/2014/chart" uri="{C3380CC4-5D6E-409C-BE32-E72D297353CC}">
              <c16:uniqueId val="{00000000-9A6E-5640-8AC0-0D6D7AD5D5AA}"/>
            </c:ext>
          </c:extLst>
        </c:ser>
        <c:ser>
          <c:idx val="1"/>
          <c:order val="1"/>
          <c:tx>
            <c:strRef>
              <c:f>Sheet1!$C$1</c:f>
              <c:strCache>
                <c:ptCount val="1"/>
                <c:pt idx="0">
                  <c:v>Target</c:v>
                </c:pt>
              </c:strCache>
            </c:strRef>
          </c:tx>
          <c:spPr>
            <a:ln w="19050" cap="rnd">
              <a:solidFill>
                <a:srgbClr val="C00000"/>
              </a:solidFill>
              <a:prstDash val="dash"/>
              <a:round/>
            </a:ln>
            <a:effectLst/>
          </c:spPr>
          <c:marker>
            <c:symbol val="none"/>
          </c:marker>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4.8099999999999996</c:v>
                </c:pt>
                <c:pt idx="1">
                  <c:v>4.8099999999999996</c:v>
                </c:pt>
                <c:pt idx="2">
                  <c:v>4.8099999999999996</c:v>
                </c:pt>
                <c:pt idx="3">
                  <c:v>4.8099999999999996</c:v>
                </c:pt>
                <c:pt idx="4">
                  <c:v>4.8099999999999996</c:v>
                </c:pt>
                <c:pt idx="5">
                  <c:v>4.8099999999999996</c:v>
                </c:pt>
                <c:pt idx="6">
                  <c:v>4.8099999999999996</c:v>
                </c:pt>
                <c:pt idx="7">
                  <c:v>4.8099999999999996</c:v>
                </c:pt>
                <c:pt idx="8">
                  <c:v>4.8099999999999996</c:v>
                </c:pt>
                <c:pt idx="9">
                  <c:v>4.8099999999999996</c:v>
                </c:pt>
                <c:pt idx="10">
                  <c:v>4.8099999999999996</c:v>
                </c:pt>
                <c:pt idx="11">
                  <c:v>4.8099999999999996</c:v>
                </c:pt>
              </c:numCache>
            </c:numRef>
          </c:val>
          <c:smooth val="0"/>
          <c:extLst>
            <c:ext xmlns:c16="http://schemas.microsoft.com/office/drawing/2014/chart" uri="{C3380CC4-5D6E-409C-BE32-E72D297353CC}">
              <c16:uniqueId val="{00000001-9A6E-5640-8AC0-0D6D7AD5D5AA}"/>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RENEW</a:t>
            </a:r>
            <a:r>
              <a:rPr lang="en-US" sz="1200" b="1" baseline="0"/>
              <a:t> </a:t>
            </a:r>
            <a:r>
              <a:rPr lang="en-US" sz="1200" b="1"/>
              <a:t>- % inbound calls</a:t>
            </a:r>
          </a:p>
        </c:rich>
      </c:tx>
      <c:layout>
        <c:manualLayout>
          <c:xMode val="edge"/>
          <c:yMode val="edge"/>
          <c:x val="0.20619007921576923"/>
          <c:y val="2.6073928258967632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 inbound calls</c:v>
                </c:pt>
              </c:strCache>
            </c:strRef>
          </c:tx>
          <c:spPr>
            <a:ln w="28575" cap="rnd">
              <a:solidFill>
                <a:schemeClr val="tx1"/>
              </a:solidFill>
              <a:round/>
            </a:ln>
            <a:effectLst/>
          </c:spPr>
          <c:marker>
            <c:symbol val="none"/>
          </c:marker>
          <c:dLbls>
            <c:dLbl>
              <c:idx val="4"/>
              <c:layout>
                <c:manualLayout>
                  <c:x val="-8.70952389414308E-2"/>
                  <c:y val="-9.30900043744532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D52-C94D-B900-A323B9FD3B5B}"/>
                </c:ext>
              </c:extLst>
            </c:dLbl>
            <c:dLbl>
              <c:idx val="5"/>
              <c:delete val="1"/>
              <c:extLst>
                <c:ext xmlns:c15="http://schemas.microsoft.com/office/drawing/2012/chart" uri="{CE6537A1-D6FC-4f65-9D91-7224C49458BB}"/>
                <c:ext xmlns:c16="http://schemas.microsoft.com/office/drawing/2014/chart" uri="{C3380CC4-5D6E-409C-BE32-E72D297353CC}">
                  <c16:uniqueId val="{00000000-FD52-C94D-B900-A323B9FD3B5B}"/>
                </c:ext>
              </c:extLst>
            </c:dLbl>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Jun</c:v>
                </c:pt>
                <c:pt idx="1">
                  <c:v>Jul</c:v>
                </c:pt>
                <c:pt idx="2">
                  <c:v>Aug</c:v>
                </c:pt>
                <c:pt idx="3">
                  <c:v>Sep</c:v>
                </c:pt>
                <c:pt idx="4">
                  <c:v>Oct</c:v>
                </c:pt>
                <c:pt idx="5">
                  <c:v>Nov</c:v>
                </c:pt>
                <c:pt idx="6">
                  <c:v>Dec</c:v>
                </c:pt>
              </c:strCache>
            </c:strRef>
          </c:cat>
          <c:val>
            <c:numRef>
              <c:f>Sheet1!$B$2:$B$8</c:f>
              <c:numCache>
                <c:formatCode>0.0%</c:formatCode>
                <c:ptCount val="7"/>
                <c:pt idx="0">
                  <c:v>0.1818526</c:v>
                </c:pt>
                <c:pt idx="1">
                  <c:v>0.17625879999999999</c:v>
                </c:pt>
                <c:pt idx="2">
                  <c:v>0.19784840000000001</c:v>
                </c:pt>
                <c:pt idx="3">
                  <c:v>0.20392579999999999</c:v>
                </c:pt>
                <c:pt idx="4">
                  <c:v>0.18383330000000001</c:v>
                </c:pt>
                <c:pt idx="5">
                  <c:v>0.182</c:v>
                </c:pt>
                <c:pt idx="6">
                  <c:v>0.18</c:v>
                </c:pt>
              </c:numCache>
            </c:numRef>
          </c:val>
          <c:smooth val="0"/>
          <c:extLst>
            <c:ext xmlns:c16="http://schemas.microsoft.com/office/drawing/2014/chart" uri="{C3380CC4-5D6E-409C-BE32-E72D297353CC}">
              <c16:uniqueId val="{00000000-8627-6045-B233-668AFE2ABF4B}"/>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Recon volumes</a:t>
            </a:r>
            <a:r>
              <a:rPr lang="en-US" sz="1200" b="1" baseline="0"/>
              <a:t> per LOB</a:t>
            </a:r>
            <a:endParaRPr lang="en-US" sz="1200" b="1"/>
          </a:p>
        </c:rich>
      </c:tx>
      <c:layout>
        <c:manualLayout>
          <c:xMode val="edge"/>
          <c:yMode val="edge"/>
          <c:x val="0.22090831197708746"/>
          <c:y val="2.6073928258967632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Mobile</c:v>
                </c:pt>
              </c:strCache>
            </c:strRef>
          </c:tx>
          <c:spPr>
            <a:ln w="28575" cap="rnd">
              <a:solidFill>
                <a:schemeClr val="tx1"/>
              </a:solidFill>
              <a:round/>
            </a:ln>
            <a:effectLst/>
          </c:spPr>
          <c:marker>
            <c:symbol val="none"/>
          </c:marker>
          <c:dPt>
            <c:idx val="11"/>
            <c:marker>
              <c:symbol val="none"/>
            </c:marker>
            <c:bubble3D val="0"/>
            <c:spPr>
              <a:ln w="12700" cap="rnd">
                <a:solidFill>
                  <a:schemeClr val="tx1"/>
                </a:solidFill>
                <a:prstDash val="sysDot"/>
                <a:round/>
              </a:ln>
              <a:effectLst/>
            </c:spPr>
            <c:extLst>
              <c:ext xmlns:c16="http://schemas.microsoft.com/office/drawing/2014/chart" uri="{C3380CC4-5D6E-409C-BE32-E72D297353CC}">
                <c16:uniqueId val="{00000000-7DFA-E640-84CB-3C8A86A4A932}"/>
              </c:ext>
            </c:extLst>
          </c:dPt>
          <c:dLbls>
            <c:dLbl>
              <c:idx val="10"/>
              <c:layout>
                <c:manualLayout>
                  <c:x val="-1.7549850770254181E-3"/>
                  <c:y val="3.190999562554680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252-1C4B-8313-CEB013095065}"/>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#,##0</c:formatCode>
                <c:ptCount val="12"/>
                <c:pt idx="0">
                  <c:v>13978</c:v>
                </c:pt>
                <c:pt idx="1">
                  <c:v>12849</c:v>
                </c:pt>
                <c:pt idx="2">
                  <c:v>14581</c:v>
                </c:pt>
                <c:pt idx="3">
                  <c:v>15856</c:v>
                </c:pt>
                <c:pt idx="4">
                  <c:v>17344</c:v>
                </c:pt>
                <c:pt idx="5">
                  <c:v>13652</c:v>
                </c:pt>
                <c:pt idx="6">
                  <c:v>15226</c:v>
                </c:pt>
                <c:pt idx="7">
                  <c:v>16933</c:v>
                </c:pt>
                <c:pt idx="8">
                  <c:v>18693</c:v>
                </c:pt>
                <c:pt idx="9">
                  <c:v>18772</c:v>
                </c:pt>
                <c:pt idx="10">
                  <c:v>10547</c:v>
                </c:pt>
                <c:pt idx="11">
                  <c:v>2131</c:v>
                </c:pt>
              </c:numCache>
            </c:numRef>
          </c:val>
          <c:smooth val="0"/>
          <c:extLst>
            <c:ext xmlns:c16="http://schemas.microsoft.com/office/drawing/2014/chart" uri="{C3380CC4-5D6E-409C-BE32-E72D297353CC}">
              <c16:uniqueId val="{00000000-4252-1C4B-8313-CEB013095065}"/>
            </c:ext>
          </c:extLst>
        </c:ser>
        <c:ser>
          <c:idx val="1"/>
          <c:order val="1"/>
          <c:tx>
            <c:strRef>
              <c:f>Sheet1!$C$1</c:f>
              <c:strCache>
                <c:ptCount val="1"/>
                <c:pt idx="0">
                  <c:v>Broadband</c:v>
                </c:pt>
              </c:strCache>
            </c:strRef>
          </c:tx>
          <c:spPr>
            <a:ln w="28575" cap="rnd">
              <a:solidFill>
                <a:srgbClr val="516AF5"/>
              </a:solidFill>
              <a:round/>
            </a:ln>
            <a:effectLst/>
          </c:spPr>
          <c:marker>
            <c:symbol val="none"/>
          </c:marker>
          <c:dLbls>
            <c:dLbl>
              <c:idx val="10"/>
              <c:layout>
                <c:manualLayout>
                  <c:x val="-4.9060775871062352E-3"/>
                  <c:y val="-9.027777777777780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FB0-D847-933B-8380BFCB7C74}"/>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rgbClr val="516AF5"/>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#,##0</c:formatCode>
                <c:ptCount val="12"/>
                <c:pt idx="0">
                  <c:v>6778</c:v>
                </c:pt>
                <c:pt idx="1">
                  <c:v>7620</c:v>
                </c:pt>
                <c:pt idx="2">
                  <c:v>14541</c:v>
                </c:pt>
                <c:pt idx="3">
                  <c:v>8461</c:v>
                </c:pt>
                <c:pt idx="4">
                  <c:v>13231</c:v>
                </c:pt>
                <c:pt idx="5">
                  <c:v>10789</c:v>
                </c:pt>
                <c:pt idx="6">
                  <c:v>13348</c:v>
                </c:pt>
                <c:pt idx="7">
                  <c:v>13374</c:v>
                </c:pt>
                <c:pt idx="8">
                  <c:v>13172</c:v>
                </c:pt>
                <c:pt idx="9">
                  <c:v>15084</c:v>
                </c:pt>
                <c:pt idx="10">
                  <c:v>13341</c:v>
                </c:pt>
                <c:pt idx="11">
                  <c:v>11895</c:v>
                </c:pt>
              </c:numCache>
            </c:numRef>
          </c:val>
          <c:smooth val="0"/>
          <c:extLst>
            <c:ext xmlns:c16="http://schemas.microsoft.com/office/drawing/2014/chart" uri="{C3380CC4-5D6E-409C-BE32-E72D297353CC}">
              <c16:uniqueId val="{00000000-2FB0-D847-933B-8380BFCB7C74}"/>
            </c:ext>
          </c:extLst>
        </c:ser>
        <c:ser>
          <c:idx val="2"/>
          <c:order val="2"/>
          <c:tx>
            <c:strRef>
              <c:f>Sheet1!$D$1</c:f>
              <c:strCache>
                <c:ptCount val="1"/>
                <c:pt idx="0">
                  <c:v>Entertainment</c:v>
                </c:pt>
              </c:strCache>
            </c:strRef>
          </c:tx>
          <c:spPr>
            <a:ln w="28575" cap="rnd">
              <a:solidFill>
                <a:srgbClr val="1BD760"/>
              </a:solidFill>
              <a:round/>
            </a:ln>
            <a:effectLst/>
          </c:spPr>
          <c:marker>
            <c:symbol val="none"/>
          </c:marker>
          <c:dLbls>
            <c:dLbl>
              <c:idx val="10"/>
              <c:layout>
                <c:manualLayout>
                  <c:x val="-1.4718232761318166E-2"/>
                  <c:y val="4.8611111111111049E-2"/>
                </c:manualLayout>
              </c:layout>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6">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FB0-D847-933B-8380BFCB7C74}"/>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#,##0</c:formatCode>
                <c:ptCount val="12"/>
                <c:pt idx="0">
                  <c:v>3132</c:v>
                </c:pt>
                <c:pt idx="1">
                  <c:v>2696</c:v>
                </c:pt>
                <c:pt idx="2">
                  <c:v>5782</c:v>
                </c:pt>
                <c:pt idx="3">
                  <c:v>3614</c:v>
                </c:pt>
                <c:pt idx="4">
                  <c:v>5402</c:v>
                </c:pt>
                <c:pt idx="5">
                  <c:v>5028</c:v>
                </c:pt>
                <c:pt idx="6">
                  <c:v>5228</c:v>
                </c:pt>
                <c:pt idx="7">
                  <c:v>6305</c:v>
                </c:pt>
                <c:pt idx="8">
                  <c:v>4503</c:v>
                </c:pt>
                <c:pt idx="9">
                  <c:v>5557</c:v>
                </c:pt>
                <c:pt idx="10">
                  <c:v>5075</c:v>
                </c:pt>
                <c:pt idx="11">
                  <c:v>4849</c:v>
                </c:pt>
              </c:numCache>
            </c:numRef>
          </c:val>
          <c:smooth val="0"/>
          <c:extLst>
            <c:ext xmlns:c16="http://schemas.microsoft.com/office/drawing/2014/chart" uri="{C3380CC4-5D6E-409C-BE32-E72D297353CC}">
              <c16:uniqueId val="{00000001-2FB0-D847-933B-8380BFCB7C74}"/>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layout>
        <c:manualLayout>
          <c:xMode val="edge"/>
          <c:yMode val="edge"/>
          <c:x val="5.9812039282615567E-2"/>
          <c:y val="0.88428969816272973"/>
          <c:w val="0.89999984547787126"/>
          <c:h val="0.10876585739282589"/>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Av. cost to Recon</a:t>
            </a:r>
          </a:p>
        </c:rich>
      </c:tx>
      <c:layout>
        <c:manualLayout>
          <c:xMode val="edge"/>
          <c:yMode val="edge"/>
          <c:x val="0.24053262232551165"/>
          <c:y val="1.218503937007874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SGD</c:v>
                </c:pt>
              </c:strCache>
            </c:strRef>
          </c:tx>
          <c:spPr>
            <a:ln w="28575" cap="rnd">
              <a:solidFill>
                <a:schemeClr val="tx1"/>
              </a:solidFill>
              <a:round/>
            </a:ln>
            <a:effectLst/>
          </c:spPr>
          <c:marker>
            <c:symbol val="none"/>
          </c:marker>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_("$"* #,##0.00_);_("$"* \(#,##0.00\);_("$"* "-"??_);_(@_)</c:formatCode>
                <c:ptCount val="12"/>
                <c:pt idx="0">
                  <c:v>27.6</c:v>
                </c:pt>
                <c:pt idx="1">
                  <c:v>27.6</c:v>
                </c:pt>
                <c:pt idx="2">
                  <c:v>27.6</c:v>
                </c:pt>
                <c:pt idx="3">
                  <c:v>27.6</c:v>
                </c:pt>
                <c:pt idx="4">
                  <c:v>27.6</c:v>
                </c:pt>
                <c:pt idx="5">
                  <c:v>27.6</c:v>
                </c:pt>
                <c:pt idx="6">
                  <c:v>27.6</c:v>
                </c:pt>
                <c:pt idx="7">
                  <c:v>27.6</c:v>
                </c:pt>
                <c:pt idx="8">
                  <c:v>27.6</c:v>
                </c:pt>
                <c:pt idx="9">
                  <c:v>27.6</c:v>
                </c:pt>
                <c:pt idx="10">
                  <c:v>27.6</c:v>
                </c:pt>
                <c:pt idx="11">
                  <c:v>27.6</c:v>
                </c:pt>
              </c:numCache>
            </c:numRef>
          </c:val>
          <c:smooth val="0"/>
          <c:extLst>
            <c:ext xmlns:c16="http://schemas.microsoft.com/office/drawing/2014/chart" uri="{C3380CC4-5D6E-409C-BE32-E72D297353CC}">
              <c16:uniqueId val="{00000000-8B26-5047-BB26-7D67A032F949}"/>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00_);_(&quot;$&quot;* \(#,##0.0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Recon offer uptake rate</a:t>
            </a:r>
          </a:p>
        </c:rich>
      </c:tx>
      <c:layout>
        <c:manualLayout>
          <c:xMode val="edge"/>
          <c:yMode val="edge"/>
          <c:x val="0.23562654473840564"/>
          <c:y val="2.6073928258967632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Mobile</c:v>
                </c:pt>
              </c:strCache>
            </c:strRef>
          </c:tx>
          <c:spPr>
            <a:ln w="28575" cap="rnd">
              <a:solidFill>
                <a:schemeClr val="tx1"/>
              </a:solidFill>
              <a:round/>
            </a:ln>
            <a:effectLst/>
          </c:spPr>
          <c:marker>
            <c:symbol val="none"/>
          </c:marker>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0.00%</c:formatCode>
                <c:ptCount val="12"/>
                <c:pt idx="0">
                  <c:v>5.5199999999999999E-2</c:v>
                </c:pt>
                <c:pt idx="1">
                  <c:v>5.04E-2</c:v>
                </c:pt>
                <c:pt idx="2">
                  <c:v>5.5899999999999998E-2</c:v>
                </c:pt>
                <c:pt idx="3">
                  <c:v>6.7000000000000004E-2</c:v>
                </c:pt>
                <c:pt idx="4">
                  <c:v>6.08E-2</c:v>
                </c:pt>
                <c:pt idx="5">
                  <c:v>5.5599999999999997E-2</c:v>
                </c:pt>
                <c:pt idx="6">
                  <c:v>6.8599999999999994E-2</c:v>
                </c:pt>
                <c:pt idx="7">
                  <c:v>7.0400000000000004E-2</c:v>
                </c:pt>
                <c:pt idx="8">
                  <c:v>8.0699999999999994E-2</c:v>
                </c:pt>
                <c:pt idx="9">
                  <c:v>7.0599999999999996E-2</c:v>
                </c:pt>
              </c:numCache>
            </c:numRef>
          </c:val>
          <c:smooth val="0"/>
          <c:extLst>
            <c:ext xmlns:c16="http://schemas.microsoft.com/office/drawing/2014/chart" uri="{C3380CC4-5D6E-409C-BE32-E72D297353CC}">
              <c16:uniqueId val="{00000000-807E-7248-9C51-D582301E514D}"/>
            </c:ext>
          </c:extLst>
        </c:ser>
        <c:ser>
          <c:idx val="1"/>
          <c:order val="1"/>
          <c:tx>
            <c:strRef>
              <c:f>Sheet1!$C$1</c:f>
              <c:strCache>
                <c:ptCount val="1"/>
                <c:pt idx="0">
                  <c:v>Broadband</c:v>
                </c:pt>
              </c:strCache>
            </c:strRef>
          </c:tx>
          <c:spPr>
            <a:ln w="28575" cap="rnd">
              <a:solidFill>
                <a:srgbClr val="516AF5"/>
              </a:solidFill>
              <a:round/>
            </a:ln>
            <a:effectLst/>
          </c:spPr>
          <c:marker>
            <c:symbol val="none"/>
          </c:marker>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0.00%</c:formatCode>
                <c:ptCount val="12"/>
                <c:pt idx="0">
                  <c:v>5.3699999999999998E-2</c:v>
                </c:pt>
                <c:pt idx="1">
                  <c:v>5.96E-2</c:v>
                </c:pt>
                <c:pt idx="2">
                  <c:v>6.1199999999999997E-2</c:v>
                </c:pt>
                <c:pt idx="3">
                  <c:v>5.2900000000000003E-2</c:v>
                </c:pt>
                <c:pt idx="4">
                  <c:v>5.8000000000000003E-2</c:v>
                </c:pt>
                <c:pt idx="5">
                  <c:v>6.6400000000000001E-2</c:v>
                </c:pt>
                <c:pt idx="6">
                  <c:v>7.8899999999999998E-2</c:v>
                </c:pt>
                <c:pt idx="7">
                  <c:v>9.6799999999999997E-2</c:v>
                </c:pt>
                <c:pt idx="8">
                  <c:v>0.1002</c:v>
                </c:pt>
                <c:pt idx="9">
                  <c:v>8.3699999999999997E-2</c:v>
                </c:pt>
              </c:numCache>
            </c:numRef>
          </c:val>
          <c:smooth val="0"/>
          <c:extLst>
            <c:ext xmlns:c16="http://schemas.microsoft.com/office/drawing/2014/chart" uri="{C3380CC4-5D6E-409C-BE32-E72D297353CC}">
              <c16:uniqueId val="{00000000-A6A1-BC4F-8791-E1E7938A3930}"/>
            </c:ext>
          </c:extLst>
        </c:ser>
        <c:ser>
          <c:idx val="2"/>
          <c:order val="2"/>
          <c:tx>
            <c:strRef>
              <c:f>Sheet1!$D$1</c:f>
              <c:strCache>
                <c:ptCount val="1"/>
                <c:pt idx="0">
                  <c:v>Total</c:v>
                </c:pt>
              </c:strCache>
            </c:strRef>
          </c:tx>
          <c:spPr>
            <a:ln w="28575" cap="rnd">
              <a:solidFill>
                <a:srgbClr val="1BD760"/>
              </a:solidFill>
              <a:round/>
            </a:ln>
            <a:effectLst/>
          </c:spPr>
          <c:marker>
            <c:symbol val="none"/>
          </c:marker>
          <c:dLbls>
            <c:dLbl>
              <c:idx val="8"/>
              <c:layout>
                <c:manualLayout>
                  <c:x val="1.4718232761318166E-2"/>
                  <c:y val="-6.2500000000000028E-2"/>
                </c:manualLayout>
              </c:layout>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6A1-BC4F-8791-E1E7938A3930}"/>
                </c:ext>
              </c:extLst>
            </c:dLbl>
            <c:spPr>
              <a:solidFill>
                <a:srgbClr val="1BD76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 '25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0.00%</c:formatCode>
                <c:ptCount val="12"/>
                <c:pt idx="0">
                  <c:v>5.45E-2</c:v>
                </c:pt>
                <c:pt idx="1">
                  <c:v>5.4100000000000002E-2</c:v>
                </c:pt>
                <c:pt idx="2">
                  <c:v>5.8099999999999999E-2</c:v>
                </c:pt>
                <c:pt idx="3">
                  <c:v>6.1400000000000003E-2</c:v>
                </c:pt>
                <c:pt idx="4">
                  <c:v>5.9700000000000003E-2</c:v>
                </c:pt>
                <c:pt idx="5">
                  <c:v>6.0199999999999997E-2</c:v>
                </c:pt>
                <c:pt idx="6">
                  <c:v>7.3099999999999998E-2</c:v>
                </c:pt>
                <c:pt idx="7">
                  <c:v>8.2000000000000003E-2</c:v>
                </c:pt>
                <c:pt idx="8">
                  <c:v>8.9099999999999999E-2</c:v>
                </c:pt>
                <c:pt idx="9">
                  <c:v>7.5700000000000003E-2</c:v>
                </c:pt>
              </c:numCache>
            </c:numRef>
          </c:val>
          <c:smooth val="0"/>
          <c:extLst>
            <c:ext xmlns:c16="http://schemas.microsoft.com/office/drawing/2014/chart" uri="{C3380CC4-5D6E-409C-BE32-E72D297353CC}">
              <c16:uniqueId val="{00000001-A6A1-BC4F-8791-E1E7938A3930}"/>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ax val="0.11"/>
          <c:min val="0.04"/>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RENEW – C. Effort Score</a:t>
            </a:r>
          </a:p>
        </c:rich>
      </c:tx>
      <c:layout>
        <c:manualLayout>
          <c:xMode val="edge"/>
          <c:yMode val="edge"/>
          <c:x val="0.10316244988654211"/>
          <c:y val="1.218503937007874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7636606293901541"/>
          <c:w val="0.85752701808097298"/>
          <c:h val="0.49061882643941412"/>
        </c:manualLayout>
      </c:layout>
      <c:lineChart>
        <c:grouping val="standard"/>
        <c:varyColors val="0"/>
        <c:ser>
          <c:idx val="0"/>
          <c:order val="0"/>
          <c:tx>
            <c:strRef>
              <c:f>Sheet1!$B$1</c:f>
              <c:strCache>
                <c:ptCount val="1"/>
                <c:pt idx="0">
                  <c:v>CES</c:v>
                </c:pt>
              </c:strCache>
            </c:strRef>
          </c:tx>
          <c:spPr>
            <a:ln w="28575" cap="rnd">
              <a:solidFill>
                <a:schemeClr val="tx1"/>
              </a:solidFill>
              <a:round/>
            </a:ln>
            <a:effectLst/>
          </c:spPr>
          <c:marker>
            <c:symbol val="none"/>
          </c:marker>
          <c:dLbls>
            <c:dLbl>
              <c:idx val="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B7F-9342-8E6C-CE71344244CB}"/>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Dec '25</c:v>
                </c:pt>
                <c:pt idx="1">
                  <c:v>Jan '26</c:v>
                </c:pt>
              </c:strCache>
            </c:strRef>
          </c:cat>
          <c:val>
            <c:numRef>
              <c:f>Sheet1!$B$2:$B$3</c:f>
              <c:numCache>
                <c:formatCode>#,##0.00</c:formatCode>
                <c:ptCount val="2"/>
                <c:pt idx="0">
                  <c:v>4.7</c:v>
                </c:pt>
                <c:pt idx="1">
                  <c:v>4.67</c:v>
                </c:pt>
              </c:numCache>
            </c:numRef>
          </c:val>
          <c:smooth val="0"/>
          <c:extLst>
            <c:ext xmlns:c16="http://schemas.microsoft.com/office/drawing/2014/chart" uri="{C3380CC4-5D6E-409C-BE32-E72D297353CC}">
              <c16:uniqueId val="{00000001-AB7F-9342-8E6C-CE71344244CB}"/>
            </c:ext>
          </c:extLst>
        </c:ser>
        <c:dLbls>
          <c:showLegendKey val="0"/>
          <c:showVal val="0"/>
          <c:showCatName val="0"/>
          <c:showSerName val="0"/>
          <c:showPercent val="0"/>
          <c:showBubbleSize val="0"/>
        </c:dLbls>
        <c:smooth val="0"/>
        <c:axId val="328875327"/>
        <c:axId val="48386879"/>
      </c:line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ax val="5"/>
          <c:min val="1"/>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StarHub NPS</a:t>
            </a:r>
          </a:p>
        </c:rich>
      </c:tx>
      <c:layout>
        <c:manualLayout>
          <c:xMode val="edge"/>
          <c:yMode val="edge"/>
          <c:x val="7.9834165337055132E-2"/>
          <c:y val="1.0437324742867526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1361755045543101"/>
          <c:w val="0.85752701808097298"/>
          <c:h val="0.68172669688195497"/>
        </c:manualLayout>
      </c:layout>
      <c:lineChart>
        <c:grouping val="standard"/>
        <c:varyColors val="0"/>
        <c:ser>
          <c:idx val="0"/>
          <c:order val="0"/>
          <c:tx>
            <c:strRef>
              <c:f>Sheet1!$B$1</c:f>
              <c:strCache>
                <c:ptCount val="1"/>
                <c:pt idx="0">
                  <c:v>StarHub NPS</c:v>
                </c:pt>
              </c:strCache>
            </c:strRef>
          </c:tx>
          <c:spPr>
            <a:ln w="28575" cap="rnd">
              <a:solidFill>
                <a:schemeClr val="tx1"/>
              </a:solidFill>
              <a:round/>
            </a:ln>
            <a:effectLst/>
          </c:spPr>
          <c:marker>
            <c:symbol val="none"/>
          </c:marker>
          <c:dPt>
            <c:idx val="7"/>
            <c:marker>
              <c:symbol val="none"/>
            </c:marker>
            <c:bubble3D val="0"/>
            <c:spPr>
              <a:ln w="28575" cap="rnd">
                <a:solidFill>
                  <a:srgbClr val="FF0000"/>
                </a:solidFill>
                <a:prstDash val="sysDot"/>
                <a:round/>
              </a:ln>
              <a:effectLst/>
            </c:spPr>
            <c:extLst>
              <c:ext xmlns:c16="http://schemas.microsoft.com/office/drawing/2014/chart" uri="{C3380CC4-5D6E-409C-BE32-E72D297353CC}">
                <c16:uniqueId val="{00000001-19D7-C24D-BF94-58985078B102}"/>
              </c:ext>
            </c:extLst>
          </c:dPt>
          <c:cat>
            <c:strRef>
              <c:f>Sheet1!$A$2:$A$9</c:f>
              <c:strCache>
                <c:ptCount val="8"/>
                <c:pt idx="0">
                  <c:v>Q2 '24</c:v>
                </c:pt>
                <c:pt idx="1">
                  <c:v>Q3 '24</c:v>
                </c:pt>
                <c:pt idx="2">
                  <c:v>Q4 '24</c:v>
                </c:pt>
                <c:pt idx="3">
                  <c:v>Q1 '25</c:v>
                </c:pt>
                <c:pt idx="4">
                  <c:v>Q2 '25</c:v>
                </c:pt>
                <c:pt idx="5">
                  <c:v>Q3 '25</c:v>
                </c:pt>
                <c:pt idx="6">
                  <c:v>Q4 '25</c:v>
                </c:pt>
                <c:pt idx="7">
                  <c:v>2026 target</c:v>
                </c:pt>
              </c:strCache>
            </c:strRef>
          </c:cat>
          <c:val>
            <c:numRef>
              <c:f>Sheet1!$B$2:$B$9</c:f>
              <c:numCache>
                <c:formatCode>General</c:formatCode>
                <c:ptCount val="8"/>
                <c:pt idx="0">
                  <c:v>21.7</c:v>
                </c:pt>
                <c:pt idx="1">
                  <c:v>23.4</c:v>
                </c:pt>
                <c:pt idx="2">
                  <c:v>26.7</c:v>
                </c:pt>
                <c:pt idx="3">
                  <c:v>30.3</c:v>
                </c:pt>
                <c:pt idx="4">
                  <c:v>30.3</c:v>
                </c:pt>
                <c:pt idx="5">
                  <c:v>29.9</c:v>
                </c:pt>
                <c:pt idx="6">
                  <c:v>29.9</c:v>
                </c:pt>
                <c:pt idx="7" formatCode="#,##0.0">
                  <c:v>30.1</c:v>
                </c:pt>
              </c:numCache>
            </c:numRef>
          </c:val>
          <c:smooth val="0"/>
          <c:extLst>
            <c:ext xmlns:c16="http://schemas.microsoft.com/office/drawing/2014/chart" uri="{C3380CC4-5D6E-409C-BE32-E72D297353CC}">
              <c16:uniqueId val="{00000001-CCC9-0848-B6C4-58B50148FF35}"/>
            </c:ext>
          </c:extLst>
        </c:ser>
        <c:dLbls>
          <c:showLegendKey val="0"/>
          <c:showVal val="0"/>
          <c:showCatName val="0"/>
          <c:showSerName val="0"/>
          <c:showPercent val="0"/>
          <c:showBubbleSize val="0"/>
        </c:dLbls>
        <c:marker val="1"/>
        <c:smooth val="0"/>
        <c:axId val="328875327"/>
        <c:axId val="48386879"/>
      </c:lineChart>
      <c:scatterChart>
        <c:scatterStyle val="smoothMarker"/>
        <c:varyColors val="0"/>
        <c:ser>
          <c:idx val="1"/>
          <c:order val="1"/>
          <c:tx>
            <c:strRef>
              <c:f>Sheet1!$C$1</c:f>
              <c:strCache>
                <c:ptCount val="1"/>
                <c:pt idx="0">
                  <c:v>Mobile NPS</c:v>
                </c:pt>
              </c:strCache>
            </c:strRef>
          </c:tx>
          <c:spPr>
            <a:ln w="28575" cap="rnd">
              <a:solidFill>
                <a:srgbClr val="1BD760"/>
              </a:solidFill>
              <a:round/>
            </a:ln>
            <a:effectLst/>
          </c:spPr>
          <c:marker>
            <c:symbol val="circle"/>
            <c:size val="5"/>
            <c:spPr>
              <a:noFill/>
              <a:ln w="9525">
                <a:noFill/>
              </a:ln>
              <a:effectLst/>
            </c:spPr>
          </c:marker>
          <c:dPt>
            <c:idx val="7"/>
            <c:marker>
              <c:symbol val="circle"/>
              <c:size val="5"/>
              <c:spPr>
                <a:noFill/>
                <a:ln w="9525">
                  <a:noFill/>
                  <a:prstDash val="sysDot"/>
                </a:ln>
                <a:effectLst/>
              </c:spPr>
            </c:marker>
            <c:bubble3D val="0"/>
            <c:spPr>
              <a:ln w="28575" cap="rnd">
                <a:solidFill>
                  <a:srgbClr val="FF0000"/>
                </a:solidFill>
                <a:prstDash val="sysDot"/>
                <a:round/>
              </a:ln>
              <a:effectLst/>
            </c:spPr>
            <c:extLst>
              <c:ext xmlns:c16="http://schemas.microsoft.com/office/drawing/2014/chart" uri="{C3380CC4-5D6E-409C-BE32-E72D297353CC}">
                <c16:uniqueId val="{00000003-19D7-C24D-BF94-58985078B102}"/>
              </c:ext>
            </c:extLst>
          </c:dPt>
          <c:xVal>
            <c:strRef>
              <c:f>Sheet1!$A$2:$A$9</c:f>
              <c:strCache>
                <c:ptCount val="8"/>
                <c:pt idx="0">
                  <c:v>Q2 '24</c:v>
                </c:pt>
                <c:pt idx="1">
                  <c:v>Q3 '24</c:v>
                </c:pt>
                <c:pt idx="2">
                  <c:v>Q4 '24</c:v>
                </c:pt>
                <c:pt idx="3">
                  <c:v>Q1 '25</c:v>
                </c:pt>
                <c:pt idx="4">
                  <c:v>Q2 '25</c:v>
                </c:pt>
                <c:pt idx="5">
                  <c:v>Q3 '25</c:v>
                </c:pt>
                <c:pt idx="6">
                  <c:v>Q4 '25</c:v>
                </c:pt>
                <c:pt idx="7">
                  <c:v>2026 target</c:v>
                </c:pt>
              </c:strCache>
            </c:strRef>
          </c:xVal>
          <c:yVal>
            <c:numRef>
              <c:f>Sheet1!$C$2:$C$9</c:f>
              <c:numCache>
                <c:formatCode>General</c:formatCode>
                <c:ptCount val="8"/>
                <c:pt idx="0">
                  <c:v>6.63</c:v>
                </c:pt>
                <c:pt idx="1">
                  <c:v>6.31</c:v>
                </c:pt>
                <c:pt idx="2">
                  <c:v>6.05</c:v>
                </c:pt>
                <c:pt idx="3">
                  <c:v>6.91</c:v>
                </c:pt>
                <c:pt idx="4">
                  <c:v>6.8</c:v>
                </c:pt>
                <c:pt idx="5">
                  <c:v>6.64</c:v>
                </c:pt>
                <c:pt idx="6">
                  <c:v>6.52</c:v>
                </c:pt>
                <c:pt idx="7" formatCode="#,##0.00">
                  <c:v>7.77</c:v>
                </c:pt>
              </c:numCache>
            </c:numRef>
          </c:yVal>
          <c:smooth val="1"/>
          <c:extLst>
            <c:ext xmlns:c16="http://schemas.microsoft.com/office/drawing/2014/chart" uri="{C3380CC4-5D6E-409C-BE32-E72D297353CC}">
              <c16:uniqueId val="{00000003-CCC9-0848-B6C4-58B50148FF35}"/>
            </c:ext>
          </c:extLst>
        </c:ser>
        <c:ser>
          <c:idx val="2"/>
          <c:order val="2"/>
          <c:tx>
            <c:strRef>
              <c:f>Sheet1!$D$1</c:f>
              <c:strCache>
                <c:ptCount val="1"/>
                <c:pt idx="0">
                  <c:v>Broadband NPS</c:v>
                </c:pt>
              </c:strCache>
            </c:strRef>
          </c:tx>
          <c:spPr>
            <a:ln w="28575" cap="rnd">
              <a:solidFill>
                <a:schemeClr val="accent3"/>
              </a:solidFill>
              <a:round/>
            </a:ln>
            <a:effectLst/>
          </c:spPr>
          <c:marker>
            <c:symbol val="circle"/>
            <c:size val="5"/>
            <c:spPr>
              <a:noFill/>
              <a:ln w="9525">
                <a:noFill/>
              </a:ln>
              <a:effectLst/>
            </c:spPr>
          </c:marker>
          <c:dPt>
            <c:idx val="7"/>
            <c:marker>
              <c:symbol val="circle"/>
              <c:size val="5"/>
              <c:spPr>
                <a:noFill/>
                <a:ln w="9525">
                  <a:noFill/>
                  <a:prstDash val="sysDot"/>
                </a:ln>
                <a:effectLst/>
              </c:spPr>
            </c:marker>
            <c:bubble3D val="0"/>
            <c:spPr>
              <a:ln w="28575" cap="rnd">
                <a:solidFill>
                  <a:srgbClr val="FF0000"/>
                </a:solidFill>
                <a:prstDash val="sysDot"/>
                <a:round/>
              </a:ln>
              <a:effectLst/>
            </c:spPr>
            <c:extLst>
              <c:ext xmlns:c16="http://schemas.microsoft.com/office/drawing/2014/chart" uri="{C3380CC4-5D6E-409C-BE32-E72D297353CC}">
                <c16:uniqueId val="{00000005-19D7-C24D-BF94-58985078B102}"/>
              </c:ext>
            </c:extLst>
          </c:dPt>
          <c:xVal>
            <c:strRef>
              <c:f>Sheet1!$A$2:$A$9</c:f>
              <c:strCache>
                <c:ptCount val="8"/>
                <c:pt idx="0">
                  <c:v>Q2 '24</c:v>
                </c:pt>
                <c:pt idx="1">
                  <c:v>Q3 '24</c:v>
                </c:pt>
                <c:pt idx="2">
                  <c:v>Q4 '24</c:v>
                </c:pt>
                <c:pt idx="3">
                  <c:v>Q1 '25</c:v>
                </c:pt>
                <c:pt idx="4">
                  <c:v>Q2 '25</c:v>
                </c:pt>
                <c:pt idx="5">
                  <c:v>Q3 '25</c:v>
                </c:pt>
                <c:pt idx="6">
                  <c:v>Q4 '25</c:v>
                </c:pt>
                <c:pt idx="7">
                  <c:v>2026 target</c:v>
                </c:pt>
              </c:strCache>
            </c:strRef>
          </c:xVal>
          <c:yVal>
            <c:numRef>
              <c:f>Sheet1!$D$2:$D$9</c:f>
              <c:numCache>
                <c:formatCode>General</c:formatCode>
                <c:ptCount val="8"/>
                <c:pt idx="0">
                  <c:v>5.53</c:v>
                </c:pt>
                <c:pt idx="1">
                  <c:v>5.51</c:v>
                </c:pt>
                <c:pt idx="2">
                  <c:v>5.49</c:v>
                </c:pt>
                <c:pt idx="3">
                  <c:v>5.63</c:v>
                </c:pt>
                <c:pt idx="4">
                  <c:v>5.58</c:v>
                </c:pt>
                <c:pt idx="5">
                  <c:v>5.58</c:v>
                </c:pt>
                <c:pt idx="6">
                  <c:v>5.46</c:v>
                </c:pt>
                <c:pt idx="7" formatCode="#,##0.00">
                  <c:v>5.78</c:v>
                </c:pt>
              </c:numCache>
            </c:numRef>
          </c:yVal>
          <c:smooth val="1"/>
          <c:extLst>
            <c:ext xmlns:c16="http://schemas.microsoft.com/office/drawing/2014/chart" uri="{C3380CC4-5D6E-409C-BE32-E72D297353CC}">
              <c16:uniqueId val="{00000005-CCC9-0848-B6C4-58B50148FF35}"/>
            </c:ext>
          </c:extLst>
        </c:ser>
        <c:ser>
          <c:idx val="3"/>
          <c:order val="3"/>
          <c:tx>
            <c:strRef>
              <c:f>Sheet1!$E$1</c:f>
              <c:strCache>
                <c:ptCount val="1"/>
                <c:pt idx="0">
                  <c:v>Entertainment NPS</c:v>
                </c:pt>
              </c:strCache>
            </c:strRef>
          </c:tx>
          <c:spPr>
            <a:ln w="28575" cap="rnd">
              <a:solidFill>
                <a:schemeClr val="accent6">
                  <a:lumMod val="60000"/>
                  <a:lumOff val="40000"/>
                </a:schemeClr>
              </a:solidFill>
              <a:round/>
            </a:ln>
            <a:effectLst/>
          </c:spPr>
          <c:marker>
            <c:symbol val="circle"/>
            <c:size val="5"/>
            <c:spPr>
              <a:noFill/>
              <a:ln w="9525">
                <a:noFill/>
              </a:ln>
              <a:effectLst/>
            </c:spPr>
          </c:marker>
          <c:dPt>
            <c:idx val="7"/>
            <c:marker>
              <c:symbol val="circle"/>
              <c:size val="5"/>
              <c:spPr>
                <a:noFill/>
                <a:ln w="9525">
                  <a:noFill/>
                  <a:prstDash val="sysDot"/>
                </a:ln>
                <a:effectLst/>
              </c:spPr>
            </c:marker>
            <c:bubble3D val="0"/>
            <c:spPr>
              <a:ln w="28575" cap="rnd">
                <a:solidFill>
                  <a:srgbClr val="FF0000"/>
                </a:solidFill>
                <a:prstDash val="sysDot"/>
                <a:round/>
              </a:ln>
              <a:effectLst/>
            </c:spPr>
            <c:extLst>
              <c:ext xmlns:c16="http://schemas.microsoft.com/office/drawing/2014/chart" uri="{C3380CC4-5D6E-409C-BE32-E72D297353CC}">
                <c16:uniqueId val="{00000007-19D7-C24D-BF94-58985078B102}"/>
              </c:ext>
            </c:extLst>
          </c:dPt>
          <c:xVal>
            <c:strRef>
              <c:f>Sheet1!$A$2:$A$9</c:f>
              <c:strCache>
                <c:ptCount val="8"/>
                <c:pt idx="0">
                  <c:v>Q2 '24</c:v>
                </c:pt>
                <c:pt idx="1">
                  <c:v>Q3 '24</c:v>
                </c:pt>
                <c:pt idx="2">
                  <c:v>Q4 '24</c:v>
                </c:pt>
                <c:pt idx="3">
                  <c:v>Q1 '25</c:v>
                </c:pt>
                <c:pt idx="4">
                  <c:v>Q2 '25</c:v>
                </c:pt>
                <c:pt idx="5">
                  <c:v>Q3 '25</c:v>
                </c:pt>
                <c:pt idx="6">
                  <c:v>Q4 '25</c:v>
                </c:pt>
                <c:pt idx="7">
                  <c:v>2026 target</c:v>
                </c:pt>
              </c:strCache>
            </c:strRef>
          </c:xVal>
          <c:yVal>
            <c:numRef>
              <c:f>Sheet1!$E$2:$E$9</c:f>
              <c:numCache>
                <c:formatCode>General</c:formatCode>
                <c:ptCount val="8"/>
                <c:pt idx="0">
                  <c:v>4.92</c:v>
                </c:pt>
                <c:pt idx="1">
                  <c:v>4.82</c:v>
                </c:pt>
                <c:pt idx="2">
                  <c:v>4.92</c:v>
                </c:pt>
                <c:pt idx="3">
                  <c:v>4.9800000000000004</c:v>
                </c:pt>
                <c:pt idx="4">
                  <c:v>4.88</c:v>
                </c:pt>
                <c:pt idx="5">
                  <c:v>5.04</c:v>
                </c:pt>
                <c:pt idx="6">
                  <c:v>5.13</c:v>
                </c:pt>
                <c:pt idx="7" formatCode="#,##0.00">
                  <c:v>5.23</c:v>
                </c:pt>
              </c:numCache>
            </c:numRef>
          </c:yVal>
          <c:smooth val="1"/>
          <c:extLst>
            <c:ext xmlns:c16="http://schemas.microsoft.com/office/drawing/2014/chart" uri="{C3380CC4-5D6E-409C-BE32-E72D297353CC}">
              <c16:uniqueId val="{00000007-CCC9-0848-B6C4-58B50148FF35}"/>
            </c:ext>
          </c:extLst>
        </c:ser>
        <c:dLbls>
          <c:showLegendKey val="0"/>
          <c:showVal val="0"/>
          <c:showCatName val="0"/>
          <c:showSerName val="0"/>
          <c:showPercent val="0"/>
          <c:showBubbleSize val="0"/>
        </c:dLbls>
        <c:axId val="670112319"/>
        <c:axId val="670117695"/>
      </c:scatterChart>
      <c:catAx>
        <c:axId val="32887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ax val="34"/>
          <c:min val="1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valAx>
        <c:axId val="670117695"/>
        <c:scaling>
          <c:orientation val="minMax"/>
          <c:max val="10"/>
          <c:min val="4.5"/>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1BD760"/>
                </a:solidFill>
                <a:latin typeface="+mn-lt"/>
                <a:ea typeface="+mn-ea"/>
                <a:cs typeface="+mn-cs"/>
              </a:defRPr>
            </a:pPr>
            <a:endParaRPr lang="en-US"/>
          </a:p>
        </c:txPr>
        <c:crossAx val="670112319"/>
        <c:crosses val="max"/>
        <c:crossBetween val="midCat"/>
      </c:valAx>
      <c:valAx>
        <c:axId val="670112319"/>
        <c:scaling>
          <c:orientation val="minMax"/>
        </c:scaling>
        <c:delete val="1"/>
        <c:axPos val="t"/>
        <c:majorTickMark val="out"/>
        <c:minorTickMark val="none"/>
        <c:tickLblPos val="nextTo"/>
        <c:crossAx val="670117695"/>
        <c:crosses val="max"/>
        <c:crossBetween val="midCat"/>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Retail</a:t>
            </a:r>
            <a:r>
              <a:rPr lang="en-US" sz="1200" b="1" baseline="0"/>
              <a:t> CSAT</a:t>
            </a:r>
            <a:endParaRPr lang="en-US" sz="1200" b="1"/>
          </a:p>
        </c:rich>
      </c:tx>
      <c:layout>
        <c:manualLayout>
          <c:xMode val="edge"/>
          <c:yMode val="edge"/>
          <c:x val="0.13728009053178791"/>
          <c:y val="0"/>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2882060784968596"/>
          <c:w val="0.85752701808097298"/>
          <c:h val="0.64721602736987516"/>
        </c:manualLayout>
      </c:layout>
      <c:lineChart>
        <c:grouping val="standard"/>
        <c:varyColors val="0"/>
        <c:ser>
          <c:idx val="0"/>
          <c:order val="0"/>
          <c:tx>
            <c:strRef>
              <c:f>Sheet1!$B$1</c:f>
              <c:strCache>
                <c:ptCount val="1"/>
                <c:pt idx="0">
                  <c:v>Platinum</c:v>
                </c:pt>
              </c:strCache>
            </c:strRef>
          </c:tx>
          <c:spPr>
            <a:ln w="28575" cap="rnd">
              <a:solidFill>
                <a:srgbClr val="1BD760"/>
              </a:solidFill>
              <a:round/>
            </a:ln>
            <a:effectLst/>
          </c:spPr>
          <c:marker>
            <c:symbol val="none"/>
          </c:marker>
          <c:dLbls>
            <c:dLbl>
              <c:idx val="5"/>
              <c:layout>
                <c:manualLayout>
                  <c:x val="-3.5318289163533308E-2"/>
                  <c:y val="-4.344134506262319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5F2-4BA2-8D3E-A4E29BCDB664}"/>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Q3 '24</c:v>
                </c:pt>
                <c:pt idx="1">
                  <c:v>Q4 '24</c:v>
                </c:pt>
                <c:pt idx="2">
                  <c:v>Q1 '25</c:v>
                </c:pt>
                <c:pt idx="3">
                  <c:v>Q2 '25</c:v>
                </c:pt>
                <c:pt idx="4">
                  <c:v>Q3 '25</c:v>
                </c:pt>
                <c:pt idx="5">
                  <c:v>Q4 '25</c:v>
                </c:pt>
              </c:strCache>
            </c:strRef>
          </c:cat>
          <c:val>
            <c:numRef>
              <c:f>Sheet1!$B$2:$B$7</c:f>
              <c:numCache>
                <c:formatCode>General</c:formatCode>
                <c:ptCount val="6"/>
                <c:pt idx="0">
                  <c:v>4.8099999999999996</c:v>
                </c:pt>
                <c:pt idx="1">
                  <c:v>4.79</c:v>
                </c:pt>
                <c:pt idx="2">
                  <c:v>4.8</c:v>
                </c:pt>
                <c:pt idx="3">
                  <c:v>4.83</c:v>
                </c:pt>
                <c:pt idx="4">
                  <c:v>4.8499999999999996</c:v>
                </c:pt>
                <c:pt idx="5">
                  <c:v>4.83</c:v>
                </c:pt>
              </c:numCache>
            </c:numRef>
          </c:val>
          <c:smooth val="1"/>
          <c:extLst>
            <c:ext xmlns:c16="http://schemas.microsoft.com/office/drawing/2014/chart" uri="{C3380CC4-5D6E-409C-BE32-E72D297353CC}">
              <c16:uniqueId val="{00000001-1934-D140-9A82-12664BAF7601}"/>
            </c:ext>
          </c:extLst>
        </c:ser>
        <c:dLbls>
          <c:showLegendKey val="0"/>
          <c:showVal val="0"/>
          <c:showCatName val="0"/>
          <c:showSerName val="0"/>
          <c:showPercent val="0"/>
          <c:showBubbleSize val="0"/>
        </c:dLbls>
        <c:marker val="1"/>
        <c:smooth val="0"/>
        <c:axId val="328875327"/>
        <c:axId val="48386879"/>
      </c:lineChart>
      <c:scatterChart>
        <c:scatterStyle val="smoothMarker"/>
        <c:varyColors val="0"/>
        <c:ser>
          <c:idx val="1"/>
          <c:order val="1"/>
          <c:tx>
            <c:strRef>
              <c:f>Sheet1!$C$1</c:f>
              <c:strCache>
                <c:ptCount val="1"/>
                <c:pt idx="0">
                  <c:v>Non Platinum</c:v>
                </c:pt>
              </c:strCache>
            </c:strRef>
          </c:tx>
          <c:spPr>
            <a:ln w="28575" cap="rnd">
              <a:solidFill>
                <a:schemeClr val="tx1"/>
              </a:solidFill>
              <a:round/>
            </a:ln>
            <a:effectLst/>
          </c:spPr>
          <c:marker>
            <c:symbol val="circle"/>
            <c:size val="5"/>
            <c:spPr>
              <a:noFill/>
              <a:ln w="9525">
                <a:noFill/>
              </a:ln>
              <a:effectLst/>
            </c:spPr>
          </c:marker>
          <c:dLbls>
            <c:dLbl>
              <c:idx val="5"/>
              <c:layout>
                <c:manualLayout>
                  <c:x val="-4.4736499607141968E-2"/>
                  <c:y val="4.82681611806923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5F2-4BA2-8D3E-A4E29BCDB664}"/>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strRef>
              <c:f>Sheet1!$A$2:$A$7</c:f>
              <c:strCache>
                <c:ptCount val="6"/>
                <c:pt idx="0">
                  <c:v>Q3 '24</c:v>
                </c:pt>
                <c:pt idx="1">
                  <c:v>Q4 '24</c:v>
                </c:pt>
                <c:pt idx="2">
                  <c:v>Q1 '25</c:v>
                </c:pt>
                <c:pt idx="3">
                  <c:v>Q2 '25</c:v>
                </c:pt>
                <c:pt idx="4">
                  <c:v>Q3 '25</c:v>
                </c:pt>
                <c:pt idx="5">
                  <c:v>Q4 '25</c:v>
                </c:pt>
              </c:strCache>
            </c:strRef>
          </c:xVal>
          <c:yVal>
            <c:numRef>
              <c:f>Sheet1!$C$2:$C$7</c:f>
              <c:numCache>
                <c:formatCode>General</c:formatCode>
                <c:ptCount val="6"/>
                <c:pt idx="0">
                  <c:v>4.7300000000000004</c:v>
                </c:pt>
                <c:pt idx="1">
                  <c:v>4.72</c:v>
                </c:pt>
                <c:pt idx="2">
                  <c:v>4.74</c:v>
                </c:pt>
                <c:pt idx="3">
                  <c:v>4.79</c:v>
                </c:pt>
                <c:pt idx="4">
                  <c:v>4.8099999999999996</c:v>
                </c:pt>
                <c:pt idx="5">
                  <c:v>4.79</c:v>
                </c:pt>
              </c:numCache>
            </c:numRef>
          </c:yVal>
          <c:smooth val="1"/>
          <c:extLst>
            <c:ext xmlns:c16="http://schemas.microsoft.com/office/drawing/2014/chart" uri="{C3380CC4-5D6E-409C-BE32-E72D297353CC}">
              <c16:uniqueId val="{00000003-1934-D140-9A82-12664BAF7601}"/>
            </c:ext>
          </c:extLst>
        </c:ser>
        <c:dLbls>
          <c:showLegendKey val="0"/>
          <c:showVal val="0"/>
          <c:showCatName val="0"/>
          <c:showSerName val="0"/>
          <c:showPercent val="0"/>
          <c:showBubbleSize val="0"/>
        </c:dLbls>
        <c:axId val="328875327"/>
        <c:axId val="48386879"/>
      </c:scatterChart>
      <c:catAx>
        <c:axId val="32887532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ax val="4.9000000000000004"/>
          <c:min val="4.7"/>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layout>
        <c:manualLayout>
          <c:xMode val="edge"/>
          <c:yMode val="edge"/>
          <c:x val="0.14128680176009309"/>
          <c:y val="0.88094451447321009"/>
          <c:w val="0.71742639647981388"/>
          <c:h val="0.11905548552678989"/>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Contact Centre</a:t>
            </a:r>
            <a:r>
              <a:rPr lang="en-US" sz="1200" b="1" baseline="0"/>
              <a:t> CSAT</a:t>
            </a:r>
            <a:endParaRPr lang="en-US" sz="1200" b="1"/>
          </a:p>
        </c:rich>
      </c:tx>
      <c:layout>
        <c:manualLayout>
          <c:xMode val="edge"/>
          <c:yMode val="edge"/>
          <c:x val="0.13205773539765767"/>
          <c:y val="4.5894984429227454E-3"/>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2882060784968596"/>
          <c:w val="0.85752701808097298"/>
          <c:h val="0.64721602736987516"/>
        </c:manualLayout>
      </c:layout>
      <c:lineChart>
        <c:grouping val="standard"/>
        <c:varyColors val="0"/>
        <c:ser>
          <c:idx val="0"/>
          <c:order val="0"/>
          <c:tx>
            <c:strRef>
              <c:f>Sheet1!$B$1</c:f>
              <c:strCache>
                <c:ptCount val="1"/>
                <c:pt idx="0">
                  <c:v>Platinum</c:v>
                </c:pt>
              </c:strCache>
            </c:strRef>
          </c:tx>
          <c:spPr>
            <a:ln w="28575" cap="rnd">
              <a:solidFill>
                <a:srgbClr val="1BD760"/>
              </a:solidFill>
              <a:round/>
            </a:ln>
            <a:effectLst/>
          </c:spPr>
          <c:marker>
            <c:symbol val="none"/>
          </c:marker>
          <c:dLbls>
            <c:dLbl>
              <c:idx val="5"/>
              <c:layout>
                <c:manualLayout>
                  <c:x val="-3.5318289163533308E-2"/>
                  <c:y val="-4.344134506262319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D0F-B148-AE58-936C037F471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Q3 '24</c:v>
                </c:pt>
                <c:pt idx="1">
                  <c:v>Q4 '24</c:v>
                </c:pt>
                <c:pt idx="2">
                  <c:v>Q1 '25</c:v>
                </c:pt>
                <c:pt idx="3">
                  <c:v>Q2 '25</c:v>
                </c:pt>
                <c:pt idx="4">
                  <c:v>Q3 '25</c:v>
                </c:pt>
                <c:pt idx="5">
                  <c:v>Q4 '25</c:v>
                </c:pt>
              </c:strCache>
            </c:strRef>
          </c:cat>
          <c:val>
            <c:numRef>
              <c:f>Sheet1!$B$2:$B$7</c:f>
              <c:numCache>
                <c:formatCode>General</c:formatCode>
                <c:ptCount val="6"/>
                <c:pt idx="0">
                  <c:v>3.81</c:v>
                </c:pt>
                <c:pt idx="1">
                  <c:v>3.75</c:v>
                </c:pt>
                <c:pt idx="2">
                  <c:v>3.85</c:v>
                </c:pt>
                <c:pt idx="3">
                  <c:v>4.09</c:v>
                </c:pt>
                <c:pt idx="4">
                  <c:v>4.21</c:v>
                </c:pt>
                <c:pt idx="5">
                  <c:v>4.26</c:v>
                </c:pt>
              </c:numCache>
            </c:numRef>
          </c:val>
          <c:smooth val="1"/>
          <c:extLst>
            <c:ext xmlns:c16="http://schemas.microsoft.com/office/drawing/2014/chart" uri="{C3380CC4-5D6E-409C-BE32-E72D297353CC}">
              <c16:uniqueId val="{00000001-FD0F-B148-AE58-936C037F471F}"/>
            </c:ext>
          </c:extLst>
        </c:ser>
        <c:dLbls>
          <c:showLegendKey val="0"/>
          <c:showVal val="0"/>
          <c:showCatName val="0"/>
          <c:showSerName val="0"/>
          <c:showPercent val="0"/>
          <c:showBubbleSize val="0"/>
        </c:dLbls>
        <c:marker val="1"/>
        <c:smooth val="0"/>
        <c:axId val="328875327"/>
        <c:axId val="48386879"/>
      </c:lineChart>
      <c:scatterChart>
        <c:scatterStyle val="smoothMarker"/>
        <c:varyColors val="0"/>
        <c:ser>
          <c:idx val="1"/>
          <c:order val="1"/>
          <c:tx>
            <c:strRef>
              <c:f>Sheet1!$C$1</c:f>
              <c:strCache>
                <c:ptCount val="1"/>
                <c:pt idx="0">
                  <c:v>Non Platinum</c:v>
                </c:pt>
              </c:strCache>
            </c:strRef>
          </c:tx>
          <c:spPr>
            <a:ln w="28575" cap="rnd">
              <a:solidFill>
                <a:schemeClr val="tx1"/>
              </a:solidFill>
              <a:round/>
            </a:ln>
            <a:effectLst/>
          </c:spPr>
          <c:marker>
            <c:symbol val="circle"/>
            <c:size val="5"/>
            <c:spPr>
              <a:noFill/>
              <a:ln w="9525">
                <a:noFill/>
              </a:ln>
              <a:effectLst/>
            </c:spPr>
          </c:marker>
          <c:dLbls>
            <c:dLbl>
              <c:idx val="5"/>
              <c:layout>
                <c:manualLayout>
                  <c:x val="-4.4736499607141968E-2"/>
                  <c:y val="4.82681611806923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D0F-B148-AE58-936C037F471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strRef>
              <c:f>Sheet1!$A$2:$A$7</c:f>
              <c:strCache>
                <c:ptCount val="6"/>
                <c:pt idx="0">
                  <c:v>Q3 '24</c:v>
                </c:pt>
                <c:pt idx="1">
                  <c:v>Q4 '24</c:v>
                </c:pt>
                <c:pt idx="2">
                  <c:v>Q1 '25</c:v>
                </c:pt>
                <c:pt idx="3">
                  <c:v>Q2 '25</c:v>
                </c:pt>
                <c:pt idx="4">
                  <c:v>Q3 '25</c:v>
                </c:pt>
                <c:pt idx="5">
                  <c:v>Q4 '25</c:v>
                </c:pt>
              </c:strCache>
            </c:strRef>
          </c:xVal>
          <c:yVal>
            <c:numRef>
              <c:f>Sheet1!$C$2:$C$7</c:f>
              <c:numCache>
                <c:formatCode>General</c:formatCode>
                <c:ptCount val="6"/>
                <c:pt idx="0">
                  <c:v>3.63</c:v>
                </c:pt>
                <c:pt idx="1">
                  <c:v>3.63</c:v>
                </c:pt>
                <c:pt idx="2">
                  <c:v>3.68</c:v>
                </c:pt>
                <c:pt idx="3">
                  <c:v>4.0599999999999996</c:v>
                </c:pt>
                <c:pt idx="4">
                  <c:v>4.18</c:v>
                </c:pt>
                <c:pt idx="5">
                  <c:v>4.18</c:v>
                </c:pt>
              </c:numCache>
            </c:numRef>
          </c:yVal>
          <c:smooth val="1"/>
          <c:extLst>
            <c:ext xmlns:c16="http://schemas.microsoft.com/office/drawing/2014/chart" uri="{C3380CC4-5D6E-409C-BE32-E72D297353CC}">
              <c16:uniqueId val="{00000003-FD0F-B148-AE58-936C037F471F}"/>
            </c:ext>
          </c:extLst>
        </c:ser>
        <c:dLbls>
          <c:showLegendKey val="0"/>
          <c:showVal val="0"/>
          <c:showCatName val="0"/>
          <c:showSerName val="0"/>
          <c:showPercent val="0"/>
          <c:showBubbleSize val="0"/>
        </c:dLbls>
        <c:axId val="328875327"/>
        <c:axId val="48386879"/>
      </c:scatterChart>
      <c:catAx>
        <c:axId val="32887532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in val="3.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layout>
        <c:manualLayout>
          <c:xMode val="edge"/>
          <c:yMode val="edge"/>
          <c:x val="0.14128680176009309"/>
          <c:y val="0.88094451447321009"/>
          <c:w val="0.71742639647981388"/>
          <c:h val="0.11905548552678989"/>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err="1"/>
              <a:t>Telesales</a:t>
            </a:r>
            <a:r>
              <a:rPr lang="en-US" sz="1200" b="1" baseline="0"/>
              <a:t> CSAT</a:t>
            </a:r>
            <a:endParaRPr lang="en-US" sz="1200" b="1"/>
          </a:p>
        </c:rich>
      </c:tx>
      <c:layout>
        <c:manualLayout>
          <c:xMode val="edge"/>
          <c:yMode val="edge"/>
          <c:x val="0.13728009053178791"/>
          <c:y val="0"/>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8963191204865862"/>
          <c:w val="0.85752701808097298"/>
          <c:h val="0.58640472317090253"/>
        </c:manualLayout>
      </c:layout>
      <c:lineChart>
        <c:grouping val="standard"/>
        <c:varyColors val="0"/>
        <c:ser>
          <c:idx val="0"/>
          <c:order val="0"/>
          <c:tx>
            <c:strRef>
              <c:f>Sheet1!$B$1</c:f>
              <c:strCache>
                <c:ptCount val="1"/>
                <c:pt idx="0">
                  <c:v>Platinum</c:v>
                </c:pt>
              </c:strCache>
            </c:strRef>
          </c:tx>
          <c:spPr>
            <a:ln w="28575" cap="rnd">
              <a:solidFill>
                <a:srgbClr val="1BD760"/>
              </a:solidFill>
              <a:round/>
            </a:ln>
            <a:effectLst/>
          </c:spPr>
          <c:marker>
            <c:symbol val="none"/>
          </c:marker>
          <c:dLbls>
            <c:dLbl>
              <c:idx val="5"/>
              <c:layout>
                <c:manualLayout>
                  <c:x val="-3.5318289163533308E-2"/>
                  <c:y val="-4.344134506262319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9F3-284F-8356-5EC5E1E1AFE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Q3 '24</c:v>
                </c:pt>
                <c:pt idx="1">
                  <c:v>Q4 '24</c:v>
                </c:pt>
                <c:pt idx="2">
                  <c:v>Q1 '25</c:v>
                </c:pt>
                <c:pt idx="3">
                  <c:v>Q2 '25</c:v>
                </c:pt>
                <c:pt idx="4">
                  <c:v>Q3 '25</c:v>
                </c:pt>
                <c:pt idx="5">
                  <c:v>Q4 '25</c:v>
                </c:pt>
              </c:strCache>
            </c:strRef>
          </c:cat>
          <c:val>
            <c:numRef>
              <c:f>Sheet1!$B$2:$B$7</c:f>
              <c:numCache>
                <c:formatCode>General</c:formatCode>
                <c:ptCount val="6"/>
                <c:pt idx="0">
                  <c:v>4.4400000000000004</c:v>
                </c:pt>
                <c:pt idx="1">
                  <c:v>4.53</c:v>
                </c:pt>
                <c:pt idx="2">
                  <c:v>4.54</c:v>
                </c:pt>
                <c:pt idx="3">
                  <c:v>4.66</c:v>
                </c:pt>
                <c:pt idx="4">
                  <c:v>4.68</c:v>
                </c:pt>
                <c:pt idx="5">
                  <c:v>4.78</c:v>
                </c:pt>
              </c:numCache>
            </c:numRef>
          </c:val>
          <c:smooth val="1"/>
          <c:extLst>
            <c:ext xmlns:c16="http://schemas.microsoft.com/office/drawing/2014/chart" uri="{C3380CC4-5D6E-409C-BE32-E72D297353CC}">
              <c16:uniqueId val="{00000001-69F3-284F-8356-5EC5E1E1AFE3}"/>
            </c:ext>
          </c:extLst>
        </c:ser>
        <c:dLbls>
          <c:showLegendKey val="0"/>
          <c:showVal val="0"/>
          <c:showCatName val="0"/>
          <c:showSerName val="0"/>
          <c:showPercent val="0"/>
          <c:showBubbleSize val="0"/>
        </c:dLbls>
        <c:marker val="1"/>
        <c:smooth val="0"/>
        <c:axId val="328875327"/>
        <c:axId val="48386879"/>
      </c:lineChart>
      <c:scatterChart>
        <c:scatterStyle val="smoothMarker"/>
        <c:varyColors val="0"/>
        <c:ser>
          <c:idx val="1"/>
          <c:order val="1"/>
          <c:tx>
            <c:strRef>
              <c:f>Sheet1!$C$1</c:f>
              <c:strCache>
                <c:ptCount val="1"/>
                <c:pt idx="0">
                  <c:v>Non Platinum</c:v>
                </c:pt>
              </c:strCache>
            </c:strRef>
          </c:tx>
          <c:spPr>
            <a:ln w="28575" cap="rnd">
              <a:solidFill>
                <a:schemeClr val="tx1"/>
              </a:solidFill>
              <a:round/>
            </a:ln>
            <a:effectLst/>
          </c:spPr>
          <c:marker>
            <c:symbol val="circle"/>
            <c:size val="5"/>
            <c:spPr>
              <a:noFill/>
              <a:ln w="9525">
                <a:noFill/>
              </a:ln>
              <a:effectLst/>
            </c:spPr>
          </c:marker>
          <c:dLbls>
            <c:dLbl>
              <c:idx val="5"/>
              <c:layout>
                <c:manualLayout>
                  <c:x val="-4.4736499607141968E-2"/>
                  <c:y val="4.82681611806923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9F3-284F-8356-5EC5E1E1AFE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strRef>
              <c:f>Sheet1!$A$2:$A$7</c:f>
              <c:strCache>
                <c:ptCount val="6"/>
                <c:pt idx="0">
                  <c:v>Q3 '24</c:v>
                </c:pt>
                <c:pt idx="1">
                  <c:v>Q4 '24</c:v>
                </c:pt>
                <c:pt idx="2">
                  <c:v>Q1 '25</c:v>
                </c:pt>
                <c:pt idx="3">
                  <c:v>Q2 '25</c:v>
                </c:pt>
                <c:pt idx="4">
                  <c:v>Q3 '25</c:v>
                </c:pt>
                <c:pt idx="5">
                  <c:v>Q4 '25</c:v>
                </c:pt>
              </c:strCache>
            </c:strRef>
          </c:xVal>
          <c:yVal>
            <c:numRef>
              <c:f>Sheet1!$C$2:$C$7</c:f>
              <c:numCache>
                <c:formatCode>General</c:formatCode>
                <c:ptCount val="6"/>
                <c:pt idx="0">
                  <c:v>4.21</c:v>
                </c:pt>
                <c:pt idx="1">
                  <c:v>4.34</c:v>
                </c:pt>
                <c:pt idx="2">
                  <c:v>4.42</c:v>
                </c:pt>
                <c:pt idx="3">
                  <c:v>4.5999999999999996</c:v>
                </c:pt>
                <c:pt idx="4">
                  <c:v>4.66</c:v>
                </c:pt>
                <c:pt idx="5">
                  <c:v>4.7300000000000004</c:v>
                </c:pt>
              </c:numCache>
            </c:numRef>
          </c:yVal>
          <c:smooth val="1"/>
          <c:extLst>
            <c:ext xmlns:c16="http://schemas.microsoft.com/office/drawing/2014/chart" uri="{C3380CC4-5D6E-409C-BE32-E72D297353CC}">
              <c16:uniqueId val="{00000003-69F3-284F-8356-5EC5E1E1AFE3}"/>
            </c:ext>
          </c:extLst>
        </c:ser>
        <c:dLbls>
          <c:showLegendKey val="0"/>
          <c:showVal val="0"/>
          <c:showCatName val="0"/>
          <c:showSerName val="0"/>
          <c:showPercent val="0"/>
          <c:showBubbleSize val="0"/>
        </c:dLbls>
        <c:axId val="328875327"/>
        <c:axId val="48386879"/>
      </c:scatterChart>
      <c:catAx>
        <c:axId val="32887532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in val="4"/>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layout>
        <c:manualLayout>
          <c:xMode val="edge"/>
          <c:yMode val="edge"/>
          <c:x val="0.14128680176009309"/>
          <c:y val="0.88094451447321009"/>
          <c:w val="0.71742639647981388"/>
          <c:h val="0.11905548552678989"/>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err="1"/>
              <a:t>Hubtrooper</a:t>
            </a:r>
            <a:r>
              <a:rPr lang="en-US" sz="1200" b="1"/>
              <a:t> </a:t>
            </a:r>
            <a:r>
              <a:rPr lang="en-US" sz="1200" b="1" baseline="0"/>
              <a:t>CSAT</a:t>
            </a:r>
            <a:endParaRPr lang="en-US" sz="1200" b="1"/>
          </a:p>
        </c:rich>
      </c:tx>
      <c:layout>
        <c:manualLayout>
          <c:xMode val="edge"/>
          <c:yMode val="edge"/>
          <c:x val="0.13205773539765767"/>
          <c:y val="4.5894984429227454E-3"/>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622100665025885E-2"/>
          <c:y val="0.16682767297404386"/>
          <c:w val="0.85752701808097298"/>
          <c:h val="0.60920896224551724"/>
        </c:manualLayout>
      </c:layout>
      <c:lineChart>
        <c:grouping val="standard"/>
        <c:varyColors val="0"/>
        <c:ser>
          <c:idx val="0"/>
          <c:order val="0"/>
          <c:tx>
            <c:strRef>
              <c:f>Sheet1!$B$1</c:f>
              <c:strCache>
                <c:ptCount val="1"/>
                <c:pt idx="0">
                  <c:v>Platinum</c:v>
                </c:pt>
              </c:strCache>
            </c:strRef>
          </c:tx>
          <c:spPr>
            <a:ln w="28575" cap="rnd">
              <a:solidFill>
                <a:srgbClr val="1BD760"/>
              </a:solidFill>
              <a:round/>
            </a:ln>
            <a:effectLst/>
          </c:spPr>
          <c:marker>
            <c:symbol val="none"/>
          </c:marker>
          <c:dLbls>
            <c:dLbl>
              <c:idx val="5"/>
              <c:layout>
                <c:manualLayout>
                  <c:x val="-3.5318289163533308E-2"/>
                  <c:y val="-4.344134506262319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060-A849-BB29-1E4BDF2D49A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Q3 '24</c:v>
                </c:pt>
                <c:pt idx="1">
                  <c:v>Q4 '24</c:v>
                </c:pt>
                <c:pt idx="2">
                  <c:v>Q1 '25</c:v>
                </c:pt>
                <c:pt idx="3">
                  <c:v>Q2 '25</c:v>
                </c:pt>
                <c:pt idx="4">
                  <c:v>Q3 '25</c:v>
                </c:pt>
                <c:pt idx="5">
                  <c:v>Q4 '25</c:v>
                </c:pt>
              </c:strCache>
            </c:strRef>
          </c:cat>
          <c:val>
            <c:numRef>
              <c:f>Sheet1!$B$2:$B$7</c:f>
              <c:numCache>
                <c:formatCode>General</c:formatCode>
                <c:ptCount val="6"/>
                <c:pt idx="0">
                  <c:v>4.47</c:v>
                </c:pt>
                <c:pt idx="1">
                  <c:v>4.49</c:v>
                </c:pt>
                <c:pt idx="2">
                  <c:v>4.55</c:v>
                </c:pt>
                <c:pt idx="3">
                  <c:v>4.68</c:v>
                </c:pt>
                <c:pt idx="4">
                  <c:v>4.7300000000000004</c:v>
                </c:pt>
                <c:pt idx="5">
                  <c:v>4.79</c:v>
                </c:pt>
              </c:numCache>
            </c:numRef>
          </c:val>
          <c:smooth val="1"/>
          <c:extLst>
            <c:ext xmlns:c16="http://schemas.microsoft.com/office/drawing/2014/chart" uri="{C3380CC4-5D6E-409C-BE32-E72D297353CC}">
              <c16:uniqueId val="{00000001-4060-A849-BB29-1E4BDF2D49AF}"/>
            </c:ext>
          </c:extLst>
        </c:ser>
        <c:dLbls>
          <c:showLegendKey val="0"/>
          <c:showVal val="0"/>
          <c:showCatName val="0"/>
          <c:showSerName val="0"/>
          <c:showPercent val="0"/>
          <c:showBubbleSize val="0"/>
        </c:dLbls>
        <c:marker val="1"/>
        <c:smooth val="0"/>
        <c:axId val="328875327"/>
        <c:axId val="48386879"/>
      </c:lineChart>
      <c:scatterChart>
        <c:scatterStyle val="smoothMarker"/>
        <c:varyColors val="0"/>
        <c:ser>
          <c:idx val="1"/>
          <c:order val="1"/>
          <c:tx>
            <c:strRef>
              <c:f>Sheet1!$C$1</c:f>
              <c:strCache>
                <c:ptCount val="1"/>
                <c:pt idx="0">
                  <c:v>Non Platinum</c:v>
                </c:pt>
              </c:strCache>
            </c:strRef>
          </c:tx>
          <c:spPr>
            <a:ln w="28575" cap="rnd">
              <a:solidFill>
                <a:schemeClr val="tx1"/>
              </a:solidFill>
              <a:round/>
            </a:ln>
            <a:effectLst/>
          </c:spPr>
          <c:marker>
            <c:symbol val="circle"/>
            <c:size val="5"/>
            <c:spPr>
              <a:noFill/>
              <a:ln w="9525">
                <a:noFill/>
              </a:ln>
              <a:effectLst/>
            </c:spPr>
          </c:marker>
          <c:dLbls>
            <c:dLbl>
              <c:idx val="5"/>
              <c:layout>
                <c:manualLayout>
                  <c:x val="-4.4736499607141968E-2"/>
                  <c:y val="4.82681611806923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060-A849-BB29-1E4BDF2D49A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strRef>
              <c:f>Sheet1!$A$2:$A$7</c:f>
              <c:strCache>
                <c:ptCount val="6"/>
                <c:pt idx="0">
                  <c:v>Q3 '24</c:v>
                </c:pt>
                <c:pt idx="1">
                  <c:v>Q4 '24</c:v>
                </c:pt>
                <c:pt idx="2">
                  <c:v>Q1 '25</c:v>
                </c:pt>
                <c:pt idx="3">
                  <c:v>Q2 '25</c:v>
                </c:pt>
                <c:pt idx="4">
                  <c:v>Q3 '25</c:v>
                </c:pt>
                <c:pt idx="5">
                  <c:v>Q4 '25</c:v>
                </c:pt>
              </c:strCache>
            </c:strRef>
          </c:xVal>
          <c:yVal>
            <c:numRef>
              <c:f>Sheet1!$C$2:$C$7</c:f>
              <c:numCache>
                <c:formatCode>General</c:formatCode>
                <c:ptCount val="6"/>
                <c:pt idx="0">
                  <c:v>4.4000000000000004</c:v>
                </c:pt>
                <c:pt idx="1">
                  <c:v>4.4000000000000004</c:v>
                </c:pt>
                <c:pt idx="2">
                  <c:v>4.51</c:v>
                </c:pt>
                <c:pt idx="3">
                  <c:v>4.68</c:v>
                </c:pt>
                <c:pt idx="4">
                  <c:v>4.75</c:v>
                </c:pt>
                <c:pt idx="5">
                  <c:v>4.7699999999999996</c:v>
                </c:pt>
              </c:numCache>
            </c:numRef>
          </c:yVal>
          <c:smooth val="1"/>
          <c:extLst>
            <c:ext xmlns:c16="http://schemas.microsoft.com/office/drawing/2014/chart" uri="{C3380CC4-5D6E-409C-BE32-E72D297353CC}">
              <c16:uniqueId val="{00000003-4060-A849-BB29-1E4BDF2D49AF}"/>
            </c:ext>
          </c:extLst>
        </c:ser>
        <c:dLbls>
          <c:showLegendKey val="0"/>
          <c:showVal val="0"/>
          <c:showCatName val="0"/>
          <c:showSerName val="0"/>
          <c:showPercent val="0"/>
          <c:showBubbleSize val="0"/>
        </c:dLbls>
        <c:axId val="328875327"/>
        <c:axId val="48386879"/>
      </c:scatterChart>
      <c:catAx>
        <c:axId val="32887532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86879"/>
        <c:crosses val="autoZero"/>
        <c:auto val="1"/>
        <c:lblAlgn val="ctr"/>
        <c:lblOffset val="100"/>
        <c:noMultiLvlLbl val="0"/>
      </c:catAx>
      <c:valAx>
        <c:axId val="48386879"/>
        <c:scaling>
          <c:orientation val="minMax"/>
          <c:max val="5"/>
          <c:min val="4.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28875327"/>
        <c:crosses val="autoZero"/>
        <c:crossBetween val="between"/>
      </c:valAx>
      <c:spPr>
        <a:solidFill>
          <a:schemeClr val="bg1">
            <a:lumMod val="95000"/>
          </a:schemeClr>
        </a:solidFill>
        <a:ln>
          <a:noFill/>
        </a:ln>
        <a:effectLst/>
      </c:spPr>
    </c:plotArea>
    <c:legend>
      <c:legendPos val="b"/>
      <c:layout>
        <c:manualLayout>
          <c:xMode val="edge"/>
          <c:yMode val="edge"/>
          <c:x val="0.14128680176009309"/>
          <c:y val="0.88094451447321009"/>
          <c:w val="0.71742639647981388"/>
          <c:h val="0.11905548552678989"/>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9F5913-B335-B34E-AB64-A0A9FBB6FF26}" type="datetimeFigureOut">
              <a:rPr lang="en-US" smtClean="0"/>
              <a:t>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562707-710F-E84F-B15B-D0272AE8FCC4}" type="slidenum">
              <a:rPr lang="en-US" smtClean="0"/>
              <a:t>‹#›</a:t>
            </a:fld>
            <a:endParaRPr lang="en-US"/>
          </a:p>
        </p:txBody>
      </p:sp>
    </p:spTree>
    <p:extLst>
      <p:ext uri="{BB962C8B-B14F-4D97-AF65-F5344CB8AC3E}">
        <p14:creationId xmlns:p14="http://schemas.microsoft.com/office/powerpoint/2010/main" val="4047934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25562707-710F-E84F-B15B-D0272AE8FCC4}" type="slidenum">
              <a:rPr lang="en-US" smtClean="0"/>
              <a:t>1</a:t>
            </a:fld>
            <a:endParaRPr lang="en-US"/>
          </a:p>
        </p:txBody>
      </p:sp>
    </p:spTree>
    <p:extLst>
      <p:ext uri="{BB962C8B-B14F-4D97-AF65-F5344CB8AC3E}">
        <p14:creationId xmlns:p14="http://schemas.microsoft.com/office/powerpoint/2010/main" val="6659693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21723-571F-E973-A113-5074FF48BC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550104-CEB8-42D4-24E4-CA163D046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7465F1-BE6B-5F8C-A07E-636DC1AC41F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B0E2583-C7D9-FDEC-0540-A9AE5A0043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562707-710F-E84F-B15B-D0272AE8FCC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886847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29ABF-EB3D-6467-5BC7-5FEB5B8061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06F629-E280-8D2B-B64E-5657D22866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E406E2-CB9D-DCC2-382E-110EB553AC90}"/>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C9655600-1B27-AE38-3ECA-19F34663CA6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ADC7CE-ABA1-49FA-8EC1-765790DA7F27}"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30549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49C8B-47FB-E2CA-8584-981E9D2396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4A3ADF-2626-330B-07C1-3A02D22B2A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6FE8C5-D5EA-09FC-DD55-83A6BDD0D4E3}"/>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50BC2A62-F56A-4E71-0AAC-153AC365708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ADC7CE-ABA1-49FA-8EC1-765790DA7F27}"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5183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B6974-5E64-D596-3718-3C15E3D06C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121930-0652-14D9-E40E-A582AE319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E0F7FB-763D-F64E-DA3C-DA4C4DF87BA6}"/>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039348D5-CE09-AB67-93C7-6FD96054B690}"/>
              </a:ext>
            </a:extLst>
          </p:cNvPr>
          <p:cNvSpPr>
            <a:spLocks noGrp="1"/>
          </p:cNvSpPr>
          <p:nvPr>
            <p:ph type="sldNum" sz="quarter" idx="5"/>
          </p:nvPr>
        </p:nvSpPr>
        <p:spPr/>
        <p:txBody>
          <a:bodyPr/>
          <a:lstStyle/>
          <a:p>
            <a:fld id="{85425A53-0598-45AA-8B0F-0028BBF72FD1}" type="slidenum">
              <a:rPr lang="en-SG" smtClean="0"/>
              <a:t>18</a:t>
            </a:fld>
            <a:endParaRPr lang="en-SG"/>
          </a:p>
        </p:txBody>
      </p:sp>
    </p:spTree>
    <p:extLst>
      <p:ext uri="{BB962C8B-B14F-4D97-AF65-F5344CB8AC3E}">
        <p14:creationId xmlns:p14="http://schemas.microsoft.com/office/powerpoint/2010/main" val="13927229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71282-A087-1F27-1B1B-9EB0537B46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4AABB3-95E8-E25F-2EF1-C4D00C8909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7D8A40-E8C9-A56E-EB10-75DB9B1E3E5D}"/>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6D20AD9B-CB46-E215-632A-EFAADE6BC5F1}"/>
              </a:ext>
            </a:extLst>
          </p:cNvPr>
          <p:cNvSpPr>
            <a:spLocks noGrp="1"/>
          </p:cNvSpPr>
          <p:nvPr>
            <p:ph type="sldNum" sz="quarter" idx="5"/>
          </p:nvPr>
        </p:nvSpPr>
        <p:spPr/>
        <p:txBody>
          <a:bodyPr/>
          <a:lstStyle/>
          <a:p>
            <a:fld id="{85425A53-0598-45AA-8B0F-0028BBF72FD1}" type="slidenum">
              <a:rPr lang="en-SG" smtClean="0"/>
              <a:t>20</a:t>
            </a:fld>
            <a:endParaRPr lang="en-SG"/>
          </a:p>
        </p:txBody>
      </p:sp>
    </p:spTree>
    <p:extLst>
      <p:ext uri="{BB962C8B-B14F-4D97-AF65-F5344CB8AC3E}">
        <p14:creationId xmlns:p14="http://schemas.microsoft.com/office/powerpoint/2010/main" val="1380999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DE95E-348E-4775-9F88-AAD50C4D54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8D3906-8C5B-BE80-8CD5-8FD42A68B1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C09ACF-998A-FA2A-35AA-F0DCDE73D8C3}"/>
              </a:ext>
            </a:extLst>
          </p:cNvPr>
          <p:cNvSpPr>
            <a:spLocks noGrp="1"/>
          </p:cNvSpPr>
          <p:nvPr>
            <p:ph type="dt" sz="half" idx="10"/>
          </p:nvPr>
        </p:nvSpPr>
        <p:spPr/>
        <p:txBody>
          <a:bodyPr/>
          <a:lstStyle/>
          <a:p>
            <a:fld id="{F7779011-3AE8-FA43-B27E-59F585395F60}" type="datetimeFigureOut">
              <a:rPr lang="en-US" smtClean="0"/>
              <a:t>1/9/26</a:t>
            </a:fld>
            <a:endParaRPr lang="en-US"/>
          </a:p>
        </p:txBody>
      </p:sp>
      <p:sp>
        <p:nvSpPr>
          <p:cNvPr id="5" name="Footer Placeholder 4">
            <a:extLst>
              <a:ext uri="{FF2B5EF4-FFF2-40B4-BE49-F238E27FC236}">
                <a16:creationId xmlns:a16="http://schemas.microsoft.com/office/drawing/2014/main" id="{D62655CB-E7BF-95CB-96FE-A5042AF15F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542ECF-06A1-60C1-1DC6-93F5D1067F29}"/>
              </a:ext>
            </a:extLst>
          </p:cNvPr>
          <p:cNvSpPr>
            <a:spLocks noGrp="1"/>
          </p:cNvSpPr>
          <p:nvPr>
            <p:ph type="sldNum" sz="quarter" idx="12"/>
          </p:nvPr>
        </p:nvSpPr>
        <p:spPr/>
        <p:txBody>
          <a:bodyPr/>
          <a:lstStyle/>
          <a:p>
            <a:fld id="{EB3CADF0-2A4B-BC49-BFA8-641036C0C037}" type="slidenum">
              <a:rPr lang="en-US" smtClean="0"/>
              <a:t>‹#›</a:t>
            </a:fld>
            <a:endParaRPr lang="en-US"/>
          </a:p>
        </p:txBody>
      </p:sp>
    </p:spTree>
    <p:extLst>
      <p:ext uri="{BB962C8B-B14F-4D97-AF65-F5344CB8AC3E}">
        <p14:creationId xmlns:p14="http://schemas.microsoft.com/office/powerpoint/2010/main" val="1680810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A36D4-58B5-B2BA-D6A6-24AE387EFD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8826A8-F753-867B-8DBD-0E7D60ABB4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C268B0-E7E6-C061-7954-11AA1AECED1C}"/>
              </a:ext>
            </a:extLst>
          </p:cNvPr>
          <p:cNvSpPr>
            <a:spLocks noGrp="1"/>
          </p:cNvSpPr>
          <p:nvPr>
            <p:ph type="dt" sz="half" idx="10"/>
          </p:nvPr>
        </p:nvSpPr>
        <p:spPr/>
        <p:txBody>
          <a:bodyPr/>
          <a:lstStyle/>
          <a:p>
            <a:fld id="{F7779011-3AE8-FA43-B27E-59F585395F60}" type="datetimeFigureOut">
              <a:rPr lang="en-US" smtClean="0"/>
              <a:t>1/9/26</a:t>
            </a:fld>
            <a:endParaRPr lang="en-US"/>
          </a:p>
        </p:txBody>
      </p:sp>
      <p:sp>
        <p:nvSpPr>
          <p:cNvPr id="5" name="Footer Placeholder 4">
            <a:extLst>
              <a:ext uri="{FF2B5EF4-FFF2-40B4-BE49-F238E27FC236}">
                <a16:creationId xmlns:a16="http://schemas.microsoft.com/office/drawing/2014/main" id="{5DFE170B-22FA-FA74-9927-A6BC661529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BAB8E8-D6A7-4A20-FFFA-FC30707A49FC}"/>
              </a:ext>
            </a:extLst>
          </p:cNvPr>
          <p:cNvSpPr>
            <a:spLocks noGrp="1"/>
          </p:cNvSpPr>
          <p:nvPr>
            <p:ph type="sldNum" sz="quarter" idx="12"/>
          </p:nvPr>
        </p:nvSpPr>
        <p:spPr/>
        <p:txBody>
          <a:bodyPr/>
          <a:lstStyle/>
          <a:p>
            <a:fld id="{EB3CADF0-2A4B-BC49-BFA8-641036C0C037}" type="slidenum">
              <a:rPr lang="en-US" smtClean="0"/>
              <a:t>‹#›</a:t>
            </a:fld>
            <a:endParaRPr lang="en-US"/>
          </a:p>
        </p:txBody>
      </p:sp>
    </p:spTree>
    <p:extLst>
      <p:ext uri="{BB962C8B-B14F-4D97-AF65-F5344CB8AC3E}">
        <p14:creationId xmlns:p14="http://schemas.microsoft.com/office/powerpoint/2010/main" val="3129625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23A13-C5E1-C1AC-6332-7E6586EAA3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2344030-15C8-CA40-1DC1-63A5E46B24F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4688BA-C028-8CED-4658-26758511352A}"/>
              </a:ext>
            </a:extLst>
          </p:cNvPr>
          <p:cNvSpPr>
            <a:spLocks noGrp="1"/>
          </p:cNvSpPr>
          <p:nvPr>
            <p:ph type="dt" sz="half" idx="10"/>
          </p:nvPr>
        </p:nvSpPr>
        <p:spPr/>
        <p:txBody>
          <a:bodyPr/>
          <a:lstStyle/>
          <a:p>
            <a:fld id="{F7779011-3AE8-FA43-B27E-59F585395F60}" type="datetimeFigureOut">
              <a:rPr lang="en-US" smtClean="0"/>
              <a:t>1/9/26</a:t>
            </a:fld>
            <a:endParaRPr lang="en-US"/>
          </a:p>
        </p:txBody>
      </p:sp>
      <p:sp>
        <p:nvSpPr>
          <p:cNvPr id="5" name="Footer Placeholder 4">
            <a:extLst>
              <a:ext uri="{FF2B5EF4-FFF2-40B4-BE49-F238E27FC236}">
                <a16:creationId xmlns:a16="http://schemas.microsoft.com/office/drawing/2014/main" id="{F870129E-9D20-5D50-778B-0C8CDB636A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56FBE8-F4EB-8D00-B9DD-5A6383802A20}"/>
              </a:ext>
            </a:extLst>
          </p:cNvPr>
          <p:cNvSpPr>
            <a:spLocks noGrp="1"/>
          </p:cNvSpPr>
          <p:nvPr>
            <p:ph type="sldNum" sz="quarter" idx="12"/>
          </p:nvPr>
        </p:nvSpPr>
        <p:spPr/>
        <p:txBody>
          <a:bodyPr/>
          <a:lstStyle/>
          <a:p>
            <a:fld id="{EB3CADF0-2A4B-BC49-BFA8-641036C0C037}" type="slidenum">
              <a:rPr lang="en-US" smtClean="0"/>
              <a:t>‹#›</a:t>
            </a:fld>
            <a:endParaRPr lang="en-US"/>
          </a:p>
        </p:txBody>
      </p:sp>
    </p:spTree>
    <p:extLst>
      <p:ext uri="{BB962C8B-B14F-4D97-AF65-F5344CB8AC3E}">
        <p14:creationId xmlns:p14="http://schemas.microsoft.com/office/powerpoint/2010/main" val="1021304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9DCC0-5D96-0B5B-4A5F-5483CC5878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E63EDC-5432-064A-D230-5D5F474C9F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16C5858-9F4B-4B6F-0C3A-B35FB9E1D4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C0F28A-458D-360B-46A6-76CD760F4078}"/>
              </a:ext>
            </a:extLst>
          </p:cNvPr>
          <p:cNvSpPr>
            <a:spLocks noGrp="1"/>
          </p:cNvSpPr>
          <p:nvPr>
            <p:ph type="dt" sz="half" idx="10"/>
          </p:nvPr>
        </p:nvSpPr>
        <p:spPr/>
        <p:txBody>
          <a:bodyPr/>
          <a:lstStyle/>
          <a:p>
            <a:fld id="{F7779011-3AE8-FA43-B27E-59F585395F60}" type="datetimeFigureOut">
              <a:rPr lang="en-US" smtClean="0"/>
              <a:t>1/9/26</a:t>
            </a:fld>
            <a:endParaRPr lang="en-US"/>
          </a:p>
        </p:txBody>
      </p:sp>
      <p:sp>
        <p:nvSpPr>
          <p:cNvPr id="6" name="Footer Placeholder 5">
            <a:extLst>
              <a:ext uri="{FF2B5EF4-FFF2-40B4-BE49-F238E27FC236}">
                <a16:creationId xmlns:a16="http://schemas.microsoft.com/office/drawing/2014/main" id="{97FDFF39-D591-BE82-C855-BD00F03C35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7C4A3C-91CC-F269-AE46-7FE7E1B8F613}"/>
              </a:ext>
            </a:extLst>
          </p:cNvPr>
          <p:cNvSpPr>
            <a:spLocks noGrp="1"/>
          </p:cNvSpPr>
          <p:nvPr>
            <p:ph type="sldNum" sz="quarter" idx="12"/>
          </p:nvPr>
        </p:nvSpPr>
        <p:spPr/>
        <p:txBody>
          <a:bodyPr/>
          <a:lstStyle/>
          <a:p>
            <a:fld id="{EB3CADF0-2A4B-BC49-BFA8-641036C0C037}" type="slidenum">
              <a:rPr lang="en-US" smtClean="0"/>
              <a:t>‹#›</a:t>
            </a:fld>
            <a:endParaRPr lang="en-US"/>
          </a:p>
        </p:txBody>
      </p:sp>
    </p:spTree>
    <p:extLst>
      <p:ext uri="{BB962C8B-B14F-4D97-AF65-F5344CB8AC3E}">
        <p14:creationId xmlns:p14="http://schemas.microsoft.com/office/powerpoint/2010/main" val="609398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116D7-81B1-0CAB-C662-89BC1DDA7B8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47E2B19-16D8-AD32-CA51-4FFCD2BCF2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3D8FD-B74F-F83A-2748-6C40E283F7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BA04A26-2C4C-EEEB-7C82-18B1179E0B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B8A852-DA70-4B25-C069-FDB11D2C10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FDDE8E-4B11-6A0F-3C79-D145DCDF25B4}"/>
              </a:ext>
            </a:extLst>
          </p:cNvPr>
          <p:cNvSpPr>
            <a:spLocks noGrp="1"/>
          </p:cNvSpPr>
          <p:nvPr>
            <p:ph type="dt" sz="half" idx="10"/>
          </p:nvPr>
        </p:nvSpPr>
        <p:spPr/>
        <p:txBody>
          <a:bodyPr/>
          <a:lstStyle/>
          <a:p>
            <a:fld id="{F7779011-3AE8-FA43-B27E-59F585395F60}" type="datetimeFigureOut">
              <a:rPr lang="en-US" smtClean="0"/>
              <a:t>1/9/26</a:t>
            </a:fld>
            <a:endParaRPr lang="en-US"/>
          </a:p>
        </p:txBody>
      </p:sp>
      <p:sp>
        <p:nvSpPr>
          <p:cNvPr id="8" name="Footer Placeholder 7">
            <a:extLst>
              <a:ext uri="{FF2B5EF4-FFF2-40B4-BE49-F238E27FC236}">
                <a16:creationId xmlns:a16="http://schemas.microsoft.com/office/drawing/2014/main" id="{3D49F09F-CFC4-6798-A6B4-74B78836766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BAA2DDB-43E5-7BF8-A364-EB648B27AEFA}"/>
              </a:ext>
            </a:extLst>
          </p:cNvPr>
          <p:cNvSpPr>
            <a:spLocks noGrp="1"/>
          </p:cNvSpPr>
          <p:nvPr>
            <p:ph type="sldNum" sz="quarter" idx="12"/>
          </p:nvPr>
        </p:nvSpPr>
        <p:spPr/>
        <p:txBody>
          <a:bodyPr/>
          <a:lstStyle/>
          <a:p>
            <a:fld id="{EB3CADF0-2A4B-BC49-BFA8-641036C0C037}" type="slidenum">
              <a:rPr lang="en-US" smtClean="0"/>
              <a:t>‹#›</a:t>
            </a:fld>
            <a:endParaRPr lang="en-US"/>
          </a:p>
        </p:txBody>
      </p:sp>
    </p:spTree>
    <p:extLst>
      <p:ext uri="{BB962C8B-B14F-4D97-AF65-F5344CB8AC3E}">
        <p14:creationId xmlns:p14="http://schemas.microsoft.com/office/powerpoint/2010/main" val="525886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3B34F-641E-A889-692B-81144CB1E88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0F5DF7-2794-CBCD-20A6-1C58DBFE99B5}"/>
              </a:ext>
            </a:extLst>
          </p:cNvPr>
          <p:cNvSpPr>
            <a:spLocks noGrp="1"/>
          </p:cNvSpPr>
          <p:nvPr>
            <p:ph type="dt" sz="half" idx="10"/>
          </p:nvPr>
        </p:nvSpPr>
        <p:spPr/>
        <p:txBody>
          <a:bodyPr/>
          <a:lstStyle/>
          <a:p>
            <a:fld id="{F7779011-3AE8-FA43-B27E-59F585395F60}" type="datetimeFigureOut">
              <a:rPr lang="en-US" smtClean="0"/>
              <a:t>1/9/26</a:t>
            </a:fld>
            <a:endParaRPr lang="en-US"/>
          </a:p>
        </p:txBody>
      </p:sp>
      <p:sp>
        <p:nvSpPr>
          <p:cNvPr id="4" name="Footer Placeholder 3">
            <a:extLst>
              <a:ext uri="{FF2B5EF4-FFF2-40B4-BE49-F238E27FC236}">
                <a16:creationId xmlns:a16="http://schemas.microsoft.com/office/drawing/2014/main" id="{8B0E3F98-C540-6081-FF56-14E40506B8E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3FFA5AC-7A72-527F-2C98-3AD22ADA2449}"/>
              </a:ext>
            </a:extLst>
          </p:cNvPr>
          <p:cNvSpPr>
            <a:spLocks noGrp="1"/>
          </p:cNvSpPr>
          <p:nvPr>
            <p:ph type="sldNum" sz="quarter" idx="12"/>
          </p:nvPr>
        </p:nvSpPr>
        <p:spPr/>
        <p:txBody>
          <a:bodyPr/>
          <a:lstStyle/>
          <a:p>
            <a:fld id="{EB3CADF0-2A4B-BC49-BFA8-641036C0C037}" type="slidenum">
              <a:rPr lang="en-US" smtClean="0"/>
              <a:t>‹#›</a:t>
            </a:fld>
            <a:endParaRPr lang="en-US"/>
          </a:p>
        </p:txBody>
      </p:sp>
    </p:spTree>
    <p:extLst>
      <p:ext uri="{BB962C8B-B14F-4D97-AF65-F5344CB8AC3E}">
        <p14:creationId xmlns:p14="http://schemas.microsoft.com/office/powerpoint/2010/main" val="1060314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CD0147-FDD5-89AC-A4DB-4D38D0B50A34}"/>
              </a:ext>
            </a:extLst>
          </p:cNvPr>
          <p:cNvSpPr>
            <a:spLocks noGrp="1"/>
          </p:cNvSpPr>
          <p:nvPr>
            <p:ph type="dt" sz="half" idx="10"/>
          </p:nvPr>
        </p:nvSpPr>
        <p:spPr/>
        <p:txBody>
          <a:bodyPr/>
          <a:lstStyle/>
          <a:p>
            <a:fld id="{F7779011-3AE8-FA43-B27E-59F585395F60}" type="datetimeFigureOut">
              <a:rPr lang="en-US" smtClean="0"/>
              <a:t>1/9/26</a:t>
            </a:fld>
            <a:endParaRPr lang="en-US"/>
          </a:p>
        </p:txBody>
      </p:sp>
      <p:sp>
        <p:nvSpPr>
          <p:cNvPr id="3" name="Footer Placeholder 2">
            <a:extLst>
              <a:ext uri="{FF2B5EF4-FFF2-40B4-BE49-F238E27FC236}">
                <a16:creationId xmlns:a16="http://schemas.microsoft.com/office/drawing/2014/main" id="{2B42AA66-A90D-D866-C2C6-B54B758245F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E6B61E-807E-429D-B1F3-45AF08988E2D}"/>
              </a:ext>
            </a:extLst>
          </p:cNvPr>
          <p:cNvSpPr>
            <a:spLocks noGrp="1"/>
          </p:cNvSpPr>
          <p:nvPr>
            <p:ph type="sldNum" sz="quarter" idx="12"/>
          </p:nvPr>
        </p:nvSpPr>
        <p:spPr/>
        <p:txBody>
          <a:bodyPr/>
          <a:lstStyle/>
          <a:p>
            <a:fld id="{EB3CADF0-2A4B-BC49-BFA8-641036C0C037}" type="slidenum">
              <a:rPr lang="en-US" smtClean="0"/>
              <a:t>‹#›</a:t>
            </a:fld>
            <a:endParaRPr lang="en-US"/>
          </a:p>
        </p:txBody>
      </p:sp>
    </p:spTree>
    <p:extLst>
      <p:ext uri="{BB962C8B-B14F-4D97-AF65-F5344CB8AC3E}">
        <p14:creationId xmlns:p14="http://schemas.microsoft.com/office/powerpoint/2010/main" val="1071530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3244A-720F-E9EA-1323-281C16FDC1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AE80B87-55A9-8528-507C-EFEE1224A9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3C9B93C-A915-0040-F378-47C51A3F49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76B020-7854-0EFB-3FD0-BE8C65E4DE4F}"/>
              </a:ext>
            </a:extLst>
          </p:cNvPr>
          <p:cNvSpPr>
            <a:spLocks noGrp="1"/>
          </p:cNvSpPr>
          <p:nvPr>
            <p:ph type="dt" sz="half" idx="10"/>
          </p:nvPr>
        </p:nvSpPr>
        <p:spPr/>
        <p:txBody>
          <a:bodyPr/>
          <a:lstStyle/>
          <a:p>
            <a:fld id="{F7779011-3AE8-FA43-B27E-59F585395F60}" type="datetimeFigureOut">
              <a:rPr lang="en-US" smtClean="0"/>
              <a:t>1/9/26</a:t>
            </a:fld>
            <a:endParaRPr lang="en-US"/>
          </a:p>
        </p:txBody>
      </p:sp>
      <p:sp>
        <p:nvSpPr>
          <p:cNvPr id="6" name="Footer Placeholder 5">
            <a:extLst>
              <a:ext uri="{FF2B5EF4-FFF2-40B4-BE49-F238E27FC236}">
                <a16:creationId xmlns:a16="http://schemas.microsoft.com/office/drawing/2014/main" id="{A64A5E1C-7D7F-B20C-E16B-3679E4DB08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6BBC0E-26BF-66D4-4CF2-D960FFF48FC1}"/>
              </a:ext>
            </a:extLst>
          </p:cNvPr>
          <p:cNvSpPr>
            <a:spLocks noGrp="1"/>
          </p:cNvSpPr>
          <p:nvPr>
            <p:ph type="sldNum" sz="quarter" idx="12"/>
          </p:nvPr>
        </p:nvSpPr>
        <p:spPr/>
        <p:txBody>
          <a:bodyPr/>
          <a:lstStyle/>
          <a:p>
            <a:fld id="{EB3CADF0-2A4B-BC49-BFA8-641036C0C037}" type="slidenum">
              <a:rPr lang="en-US" smtClean="0"/>
              <a:t>‹#›</a:t>
            </a:fld>
            <a:endParaRPr lang="en-US"/>
          </a:p>
        </p:txBody>
      </p:sp>
    </p:spTree>
    <p:extLst>
      <p:ext uri="{BB962C8B-B14F-4D97-AF65-F5344CB8AC3E}">
        <p14:creationId xmlns:p14="http://schemas.microsoft.com/office/powerpoint/2010/main" val="1599201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569B2-E9B8-22FC-1475-1EAC9C02D2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47F2C3B-59A4-49D0-0D55-29D3725FB4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6981987-9AC1-F2D7-D737-E7F444E891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79B8B2-A7FC-097B-14DA-20256BEC6B24}"/>
              </a:ext>
            </a:extLst>
          </p:cNvPr>
          <p:cNvSpPr>
            <a:spLocks noGrp="1"/>
          </p:cNvSpPr>
          <p:nvPr>
            <p:ph type="dt" sz="half" idx="10"/>
          </p:nvPr>
        </p:nvSpPr>
        <p:spPr/>
        <p:txBody>
          <a:bodyPr/>
          <a:lstStyle/>
          <a:p>
            <a:fld id="{F7779011-3AE8-FA43-B27E-59F585395F60}" type="datetimeFigureOut">
              <a:rPr lang="en-US" smtClean="0"/>
              <a:t>1/9/26</a:t>
            </a:fld>
            <a:endParaRPr lang="en-US"/>
          </a:p>
        </p:txBody>
      </p:sp>
      <p:sp>
        <p:nvSpPr>
          <p:cNvPr id="6" name="Footer Placeholder 5">
            <a:extLst>
              <a:ext uri="{FF2B5EF4-FFF2-40B4-BE49-F238E27FC236}">
                <a16:creationId xmlns:a16="http://schemas.microsoft.com/office/drawing/2014/main" id="{14ECBBAB-8993-70D2-D33A-E1B712B41C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1600C8-8A9F-C7EF-5F6C-CC2A21A6A83C}"/>
              </a:ext>
            </a:extLst>
          </p:cNvPr>
          <p:cNvSpPr>
            <a:spLocks noGrp="1"/>
          </p:cNvSpPr>
          <p:nvPr>
            <p:ph type="sldNum" sz="quarter" idx="12"/>
          </p:nvPr>
        </p:nvSpPr>
        <p:spPr/>
        <p:txBody>
          <a:bodyPr/>
          <a:lstStyle/>
          <a:p>
            <a:fld id="{EB3CADF0-2A4B-BC49-BFA8-641036C0C037}" type="slidenum">
              <a:rPr lang="en-US" smtClean="0"/>
              <a:t>‹#›</a:t>
            </a:fld>
            <a:endParaRPr lang="en-US"/>
          </a:p>
        </p:txBody>
      </p:sp>
    </p:spTree>
    <p:extLst>
      <p:ext uri="{BB962C8B-B14F-4D97-AF65-F5344CB8AC3E}">
        <p14:creationId xmlns:p14="http://schemas.microsoft.com/office/powerpoint/2010/main" val="1415148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3AF0C-13CB-8CA0-4C57-505741305B9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7FF75AB-B83C-B593-0017-E09028CA26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F858DC-01AE-A42A-B8B9-B1CD5998BFC9}"/>
              </a:ext>
            </a:extLst>
          </p:cNvPr>
          <p:cNvSpPr>
            <a:spLocks noGrp="1"/>
          </p:cNvSpPr>
          <p:nvPr>
            <p:ph type="dt" sz="half" idx="10"/>
          </p:nvPr>
        </p:nvSpPr>
        <p:spPr/>
        <p:txBody>
          <a:bodyPr/>
          <a:lstStyle/>
          <a:p>
            <a:fld id="{F7779011-3AE8-FA43-B27E-59F585395F60}" type="datetimeFigureOut">
              <a:rPr lang="en-US" smtClean="0"/>
              <a:t>1/9/26</a:t>
            </a:fld>
            <a:endParaRPr lang="en-US"/>
          </a:p>
        </p:txBody>
      </p:sp>
      <p:sp>
        <p:nvSpPr>
          <p:cNvPr id="5" name="Footer Placeholder 4">
            <a:extLst>
              <a:ext uri="{FF2B5EF4-FFF2-40B4-BE49-F238E27FC236}">
                <a16:creationId xmlns:a16="http://schemas.microsoft.com/office/drawing/2014/main" id="{CBAF22F1-5EB6-9D7D-223F-5D06656AF5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66F76F-08C4-D937-FE70-9D42BDCADB63}"/>
              </a:ext>
            </a:extLst>
          </p:cNvPr>
          <p:cNvSpPr>
            <a:spLocks noGrp="1"/>
          </p:cNvSpPr>
          <p:nvPr>
            <p:ph type="sldNum" sz="quarter" idx="12"/>
          </p:nvPr>
        </p:nvSpPr>
        <p:spPr/>
        <p:txBody>
          <a:bodyPr/>
          <a:lstStyle/>
          <a:p>
            <a:fld id="{EB3CADF0-2A4B-BC49-BFA8-641036C0C037}" type="slidenum">
              <a:rPr lang="en-US" smtClean="0"/>
              <a:t>‹#›</a:t>
            </a:fld>
            <a:endParaRPr lang="en-US"/>
          </a:p>
        </p:txBody>
      </p:sp>
    </p:spTree>
    <p:extLst>
      <p:ext uri="{BB962C8B-B14F-4D97-AF65-F5344CB8AC3E}">
        <p14:creationId xmlns:p14="http://schemas.microsoft.com/office/powerpoint/2010/main" val="1572559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AF9655-D1D1-DDC5-B269-D1029E8ACF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53237D-F9BE-E8B6-7949-5FD82C325A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1D662-3E8E-B9D5-49E2-77D283B501AC}"/>
              </a:ext>
            </a:extLst>
          </p:cNvPr>
          <p:cNvSpPr>
            <a:spLocks noGrp="1"/>
          </p:cNvSpPr>
          <p:nvPr>
            <p:ph type="dt" sz="half" idx="10"/>
          </p:nvPr>
        </p:nvSpPr>
        <p:spPr/>
        <p:txBody>
          <a:bodyPr/>
          <a:lstStyle/>
          <a:p>
            <a:fld id="{F7779011-3AE8-FA43-B27E-59F585395F60}" type="datetimeFigureOut">
              <a:rPr lang="en-US" smtClean="0"/>
              <a:t>1/9/26</a:t>
            </a:fld>
            <a:endParaRPr lang="en-US"/>
          </a:p>
        </p:txBody>
      </p:sp>
      <p:sp>
        <p:nvSpPr>
          <p:cNvPr id="5" name="Footer Placeholder 4">
            <a:extLst>
              <a:ext uri="{FF2B5EF4-FFF2-40B4-BE49-F238E27FC236}">
                <a16:creationId xmlns:a16="http://schemas.microsoft.com/office/drawing/2014/main" id="{FA592548-CDFA-06C9-8CD6-487E33C8A6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A8FEEB-1EE1-EBC9-5275-3D92DDBBCAA9}"/>
              </a:ext>
            </a:extLst>
          </p:cNvPr>
          <p:cNvSpPr>
            <a:spLocks noGrp="1"/>
          </p:cNvSpPr>
          <p:nvPr>
            <p:ph type="sldNum" sz="quarter" idx="12"/>
          </p:nvPr>
        </p:nvSpPr>
        <p:spPr/>
        <p:txBody>
          <a:bodyPr/>
          <a:lstStyle/>
          <a:p>
            <a:fld id="{EB3CADF0-2A4B-BC49-BFA8-641036C0C037}" type="slidenum">
              <a:rPr lang="en-US" smtClean="0"/>
              <a:t>‹#›</a:t>
            </a:fld>
            <a:endParaRPr lang="en-US"/>
          </a:p>
        </p:txBody>
      </p:sp>
    </p:spTree>
    <p:extLst>
      <p:ext uri="{BB962C8B-B14F-4D97-AF65-F5344CB8AC3E}">
        <p14:creationId xmlns:p14="http://schemas.microsoft.com/office/powerpoint/2010/main" val="6701053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ext Heavy Page">
    <p:spTree>
      <p:nvGrpSpPr>
        <p:cNvPr id="1" name=""/>
        <p:cNvGrpSpPr/>
        <p:nvPr/>
      </p:nvGrpSpPr>
      <p:grpSpPr>
        <a:xfrm>
          <a:off x="0" y="0"/>
          <a:ext cx="0" cy="0"/>
          <a:chOff x="0" y="0"/>
          <a:chExt cx="0" cy="0"/>
        </a:xfrm>
      </p:grpSpPr>
      <p:grpSp>
        <p:nvGrpSpPr>
          <p:cNvPr id="9" name="Graphic 17">
            <a:extLst>
              <a:ext uri="{FF2B5EF4-FFF2-40B4-BE49-F238E27FC236}">
                <a16:creationId xmlns:a16="http://schemas.microsoft.com/office/drawing/2014/main" id="{F0DC8A73-B626-485B-B241-6F4417809388}"/>
              </a:ext>
            </a:extLst>
          </p:cNvPr>
          <p:cNvGrpSpPr/>
          <p:nvPr userDrawn="1"/>
        </p:nvGrpSpPr>
        <p:grpSpPr>
          <a:xfrm>
            <a:off x="339465" y="190543"/>
            <a:ext cx="424170" cy="571457"/>
            <a:chOff x="5733562" y="857250"/>
            <a:chExt cx="737549" cy="993652"/>
          </a:xfrm>
          <a:solidFill>
            <a:srgbClr val="00C389"/>
          </a:solidFill>
        </p:grpSpPr>
        <p:sp>
          <p:nvSpPr>
            <p:cNvPr id="11" name="Freeform: Shape 10">
              <a:extLst>
                <a:ext uri="{FF2B5EF4-FFF2-40B4-BE49-F238E27FC236}">
                  <a16:creationId xmlns:a16="http://schemas.microsoft.com/office/drawing/2014/main" id="{40DC714A-CB4F-4D95-A3DF-1DBCEC637CE0}"/>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grpFill/>
            <a:ln w="38100"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665B1435-3152-49C2-9E47-B317E34F052C}"/>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grpFill/>
            <a:ln w="38100" cap="flat">
              <a:noFill/>
              <a:prstDash val="solid"/>
              <a:miter/>
            </a:ln>
          </p:spPr>
          <p:txBody>
            <a:bodyPr rtlCol="0" anchor="ctr"/>
            <a:lstStyle/>
            <a:p>
              <a:endParaRPr lang="en-IN"/>
            </a:p>
          </p:txBody>
        </p:sp>
      </p:grpSp>
      <p:sp>
        <p:nvSpPr>
          <p:cNvPr id="13" name="Text Placeholder 16">
            <a:extLst>
              <a:ext uri="{FF2B5EF4-FFF2-40B4-BE49-F238E27FC236}">
                <a16:creationId xmlns:a16="http://schemas.microsoft.com/office/drawing/2014/main" id="{52E12658-6232-4595-8021-44898744E4C0}"/>
              </a:ext>
            </a:extLst>
          </p:cNvPr>
          <p:cNvSpPr>
            <a:spLocks noGrp="1"/>
          </p:cNvSpPr>
          <p:nvPr>
            <p:ph type="body" sz="quarter" idx="16"/>
          </p:nvPr>
        </p:nvSpPr>
        <p:spPr>
          <a:xfrm>
            <a:off x="1076325" y="336550"/>
            <a:ext cx="6297613" cy="585788"/>
          </a:xfrm>
        </p:spPr>
        <p:txBody>
          <a:bodyPr/>
          <a:lstStyle>
            <a:lvl1pPr>
              <a:buNone/>
              <a:defRPr sz="3200" b="1" i="0" baseline="0">
                <a:solidFill>
                  <a:srgbClr val="1ED760"/>
                </a:solidFill>
                <a:latin typeface="+mj-lt"/>
              </a:defRPr>
            </a:lvl1pPr>
          </a:lstStyle>
          <a:p>
            <a:pPr lvl="0"/>
            <a:r>
              <a:rPr lang="en-US"/>
              <a:t>Click to edit Master text styles</a:t>
            </a:r>
          </a:p>
        </p:txBody>
      </p:sp>
      <p:sp>
        <p:nvSpPr>
          <p:cNvPr id="14" name="Text Placeholder 18">
            <a:extLst>
              <a:ext uri="{FF2B5EF4-FFF2-40B4-BE49-F238E27FC236}">
                <a16:creationId xmlns:a16="http://schemas.microsoft.com/office/drawing/2014/main" id="{AB12A0FB-5139-4AB8-9804-17C9F8945AAA}"/>
              </a:ext>
            </a:extLst>
          </p:cNvPr>
          <p:cNvSpPr>
            <a:spLocks noGrp="1"/>
          </p:cNvSpPr>
          <p:nvPr>
            <p:ph type="body" sz="quarter" idx="17"/>
          </p:nvPr>
        </p:nvSpPr>
        <p:spPr>
          <a:xfrm>
            <a:off x="1093334" y="1111577"/>
            <a:ext cx="5890531" cy="382587"/>
          </a:xfrm>
        </p:spPr>
        <p:txBody>
          <a:bodyPr/>
          <a:lstStyle>
            <a:lvl1pPr>
              <a:buNone/>
              <a:defRPr sz="2400" baseline="0">
                <a:solidFill>
                  <a:srgbClr val="1ED760"/>
                </a:solidFill>
                <a:latin typeface="+mn-lt"/>
              </a:defRPr>
            </a:lvl1pPr>
          </a:lstStyle>
          <a:p>
            <a:pPr lvl="0"/>
            <a:r>
              <a:rPr lang="en-US"/>
              <a:t>Click to edit Master text styles</a:t>
            </a:r>
          </a:p>
        </p:txBody>
      </p:sp>
      <p:sp>
        <p:nvSpPr>
          <p:cNvPr id="15" name="Text Placeholder 20">
            <a:extLst>
              <a:ext uri="{FF2B5EF4-FFF2-40B4-BE49-F238E27FC236}">
                <a16:creationId xmlns:a16="http://schemas.microsoft.com/office/drawing/2014/main" id="{03B5B581-859C-400F-8D34-A02887689AE2}"/>
              </a:ext>
            </a:extLst>
          </p:cNvPr>
          <p:cNvSpPr>
            <a:spLocks noGrp="1"/>
          </p:cNvSpPr>
          <p:nvPr>
            <p:ph type="body" sz="quarter" idx="15"/>
          </p:nvPr>
        </p:nvSpPr>
        <p:spPr>
          <a:xfrm>
            <a:off x="1093334" y="1857714"/>
            <a:ext cx="10402310" cy="4390686"/>
          </a:xfrm>
        </p:spPr>
        <p:txBody>
          <a:bodyPr>
            <a:normAutofit/>
          </a:bodyPr>
          <a:lstStyle>
            <a:lvl1pPr marL="0" indent="0" algn="l">
              <a:lnSpc>
                <a:spcPct val="100000"/>
              </a:lnSpc>
              <a:buFont typeface="Wingdings" panose="05000000000000000000" pitchFamily="2" charset="2"/>
              <a:buNone/>
              <a:defRPr sz="1800" baseline="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19" name="Graphic 17">
            <a:extLst>
              <a:ext uri="{FF2B5EF4-FFF2-40B4-BE49-F238E27FC236}">
                <a16:creationId xmlns:a16="http://schemas.microsoft.com/office/drawing/2014/main" id="{6E136EF3-7376-4C96-8072-6208FFED9F6B}"/>
              </a:ext>
            </a:extLst>
          </p:cNvPr>
          <p:cNvGrpSpPr/>
          <p:nvPr userDrawn="1"/>
        </p:nvGrpSpPr>
        <p:grpSpPr>
          <a:xfrm>
            <a:off x="339465" y="190543"/>
            <a:ext cx="424170" cy="571457"/>
            <a:chOff x="5733562" y="857250"/>
            <a:chExt cx="737549" cy="993652"/>
          </a:xfrm>
          <a:solidFill>
            <a:srgbClr val="1ED760"/>
          </a:solidFill>
        </p:grpSpPr>
        <p:sp>
          <p:nvSpPr>
            <p:cNvPr id="20" name="Freeform: Shape 19">
              <a:extLst>
                <a:ext uri="{FF2B5EF4-FFF2-40B4-BE49-F238E27FC236}">
                  <a16:creationId xmlns:a16="http://schemas.microsoft.com/office/drawing/2014/main" id="{F2C12177-FAAA-41AF-9F09-766117C20910}"/>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grpFill/>
            <a:ln w="38100"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594E54A9-C018-40D6-A4F1-F1B4EA8DDB83}"/>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grpFill/>
            <a:ln w="38100" cap="flat">
              <a:noFill/>
              <a:prstDash val="solid"/>
              <a:miter/>
            </a:ln>
          </p:spPr>
          <p:txBody>
            <a:bodyPr rtlCol="0" anchor="ctr"/>
            <a:lstStyle/>
            <a:p>
              <a:endParaRPr lang="en-IN"/>
            </a:p>
          </p:txBody>
        </p:sp>
      </p:grpSp>
      <p:sp>
        <p:nvSpPr>
          <p:cNvPr id="4" name="Slide Number Placeholder 3">
            <a:extLst>
              <a:ext uri="{FF2B5EF4-FFF2-40B4-BE49-F238E27FC236}">
                <a16:creationId xmlns:a16="http://schemas.microsoft.com/office/drawing/2014/main" id="{B753ADEE-6187-CF7B-7626-A2D515DFE375}"/>
              </a:ext>
            </a:extLst>
          </p:cNvPr>
          <p:cNvSpPr>
            <a:spLocks noGrp="1"/>
          </p:cNvSpPr>
          <p:nvPr>
            <p:ph type="sldNum" sz="quarter" idx="20"/>
          </p:nvPr>
        </p:nvSpPr>
        <p:spPr/>
        <p:txBody>
          <a:bodyPr/>
          <a:lstStyle>
            <a:lvl1pPr>
              <a:defRPr>
                <a:latin typeface="+mn-lt"/>
              </a:defRPr>
            </a:lvl1pPr>
          </a:lstStyle>
          <a:p>
            <a:fld id="{D8FB45C0-4B32-43DE-93B9-6E575D49CD52}" type="slidenum">
              <a:rPr lang="en-IN" smtClean="0"/>
              <a:pPr/>
              <a:t>‹#›</a:t>
            </a:fld>
            <a:endParaRPr lang="en-IN"/>
          </a:p>
        </p:txBody>
      </p:sp>
      <p:sp>
        <p:nvSpPr>
          <p:cNvPr id="2" name="Footer Placeholder 2">
            <a:extLst>
              <a:ext uri="{FF2B5EF4-FFF2-40B4-BE49-F238E27FC236}">
                <a16:creationId xmlns:a16="http://schemas.microsoft.com/office/drawing/2014/main" id="{5634E9BD-FD05-AE2B-4987-5791CD3C20ED}"/>
              </a:ext>
            </a:extLst>
          </p:cNvPr>
          <p:cNvSpPr txBox="1">
            <a:spLocks/>
          </p:cNvSpPr>
          <p:nvPr userDrawn="1"/>
        </p:nvSpPr>
        <p:spPr>
          <a:xfrm>
            <a:off x="44646" y="6611950"/>
            <a:ext cx="4114800" cy="2000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700">
                <a:latin typeface="+mn-lt"/>
              </a:rPr>
              <a:t>Private &amp; Confidential ©2025 StarHub Ltd – All Rights Reserved</a:t>
            </a:r>
            <a:endParaRPr lang="en-SG" sz="700">
              <a:latin typeface="+mn-lt"/>
            </a:endParaRPr>
          </a:p>
        </p:txBody>
      </p:sp>
    </p:spTree>
    <p:extLst>
      <p:ext uri="{BB962C8B-B14F-4D97-AF65-F5344CB8AC3E}">
        <p14:creationId xmlns:p14="http://schemas.microsoft.com/office/powerpoint/2010/main" val="2172711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Heavy text page w/ bullets">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C7D840D3-5873-4001-A5CB-6D5CA85B3E9D}"/>
              </a:ext>
            </a:extLst>
          </p:cNvPr>
          <p:cNvSpPr txBox="1"/>
          <p:nvPr userDrawn="1"/>
        </p:nvSpPr>
        <p:spPr>
          <a:xfrm>
            <a:off x="2251364" y="2546226"/>
            <a:ext cx="7786254" cy="993652"/>
          </a:xfrm>
          <a:prstGeom prst="rect">
            <a:avLst/>
          </a:prstGeom>
          <a:noFill/>
        </p:spPr>
        <p:txBody>
          <a:bodyPr wrap="square" rtlCol="0">
            <a:spAutoFit/>
          </a:bodyPr>
          <a:lstStyle/>
          <a:p>
            <a:endParaRPr lang="en-GB"/>
          </a:p>
        </p:txBody>
      </p:sp>
      <p:sp>
        <p:nvSpPr>
          <p:cNvPr id="21" name="Text Placeholder 2">
            <a:extLst>
              <a:ext uri="{FF2B5EF4-FFF2-40B4-BE49-F238E27FC236}">
                <a16:creationId xmlns:a16="http://schemas.microsoft.com/office/drawing/2014/main" id="{304F35DB-85A8-4A4A-94B5-A2D1BCCB1FA3}"/>
              </a:ext>
            </a:extLst>
          </p:cNvPr>
          <p:cNvSpPr>
            <a:spLocks noGrp="1"/>
          </p:cNvSpPr>
          <p:nvPr>
            <p:ph type="body" sz="quarter" idx="16"/>
          </p:nvPr>
        </p:nvSpPr>
        <p:spPr>
          <a:xfrm>
            <a:off x="1124450" y="1402345"/>
            <a:ext cx="10386805" cy="585788"/>
          </a:xfrm>
        </p:spPr>
        <p:txBody>
          <a:bodyPr vert="horz" lIns="91440" tIns="45720" rIns="91440" bIns="45720" rtlCol="0">
            <a:normAutofit/>
          </a:bodyPr>
          <a:lstStyle>
            <a:lvl1pPr>
              <a:defRPr lang="en-US" sz="3200">
                <a:solidFill>
                  <a:srgbClr val="00C389"/>
                </a:solidFill>
                <a:latin typeface="Bliss Medium" panose="02000506030000020004"/>
              </a:defRPr>
            </a:lvl1pPr>
          </a:lstStyle>
          <a:p>
            <a:pPr lvl="0">
              <a:buNone/>
            </a:pPr>
            <a:endParaRPr lang="en-US"/>
          </a:p>
        </p:txBody>
      </p:sp>
      <p:sp>
        <p:nvSpPr>
          <p:cNvPr id="5" name="Rectangle 35">
            <a:extLst>
              <a:ext uri="{FF2B5EF4-FFF2-40B4-BE49-F238E27FC236}">
                <a16:creationId xmlns:a16="http://schemas.microsoft.com/office/drawing/2014/main" id="{294B1A28-A226-CA89-EE88-F79B626EBB5C}"/>
              </a:ext>
            </a:extLst>
          </p:cNvPr>
          <p:cNvSpPr>
            <a:spLocks noChangeArrowheads="1"/>
          </p:cNvSpPr>
          <p:nvPr userDrawn="1"/>
        </p:nvSpPr>
        <p:spPr bwMode="auto">
          <a:xfrm>
            <a:off x="912813" y="6639607"/>
            <a:ext cx="10056812"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ea typeface="MS PGothic" panose="020B0600070205080204" pitchFamily="34" charset="-128"/>
              </a:defRPr>
            </a:lvl1pPr>
            <a:lvl2pPr marL="742950" indent="-285750">
              <a:defRPr sz="2400">
                <a:solidFill>
                  <a:schemeClr val="tx1"/>
                </a:solidFill>
                <a:latin typeface="Times" panose="02020603050405020304" pitchFamily="18" charset="0"/>
                <a:ea typeface="MS PGothic" panose="020B0600070205080204" pitchFamily="34" charset="-128"/>
              </a:defRPr>
            </a:lvl2pPr>
            <a:lvl3pPr marL="1143000" indent="-228600">
              <a:defRPr sz="2400">
                <a:solidFill>
                  <a:schemeClr val="tx1"/>
                </a:solidFill>
                <a:latin typeface="Times" panose="02020603050405020304" pitchFamily="18" charset="0"/>
                <a:ea typeface="MS PGothic" panose="020B0600070205080204" pitchFamily="34" charset="-128"/>
              </a:defRPr>
            </a:lvl3pPr>
            <a:lvl4pPr marL="1600200" indent="-228600">
              <a:defRPr sz="2400">
                <a:solidFill>
                  <a:schemeClr val="tx1"/>
                </a:solidFill>
                <a:latin typeface="Times" panose="02020603050405020304" pitchFamily="18" charset="0"/>
                <a:ea typeface="MS PGothic" panose="020B0600070205080204" pitchFamily="34" charset="-128"/>
              </a:defRPr>
            </a:lvl4pPr>
            <a:lvl5pPr marL="2057400" indent="-228600">
              <a:defRPr sz="2400">
                <a:solidFill>
                  <a:schemeClr val="tx1"/>
                </a:solidFill>
                <a:latin typeface="Times"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0" i="0" u="none" strike="noStrike" kern="1200" cap="none" spc="0" normalizeH="0" baseline="0" noProof="0">
                <a:ln>
                  <a:noFill/>
                </a:ln>
                <a:solidFill>
                  <a:schemeClr val="bg1">
                    <a:lumMod val="65000"/>
                  </a:schemeClr>
                </a:solidFill>
                <a:effectLst/>
                <a:uLnTx/>
                <a:uFillTx/>
                <a:latin typeface="Bliss Light" panose="02000506030000020004" pitchFamily="50" charset="0"/>
              </a:rPr>
              <a:t>Private &amp; Confidential © 2025 StarHub Ltd – All Rights Reserved</a:t>
            </a:r>
            <a:endParaRPr kumimoji="0" lang="en-GB" altLang="en-US" sz="900" b="0" i="0" u="none" strike="noStrike" kern="1200" cap="none" spc="0" normalizeH="0" baseline="0" noProof="0">
              <a:ln>
                <a:noFill/>
              </a:ln>
              <a:solidFill>
                <a:schemeClr val="bg1">
                  <a:lumMod val="65000"/>
                </a:schemeClr>
              </a:solidFill>
              <a:effectLst/>
              <a:uLnTx/>
              <a:uFillTx/>
              <a:latin typeface="Bliss Light" panose="02000506030000020004" pitchFamily="50" charset="0"/>
            </a:endParaRPr>
          </a:p>
        </p:txBody>
      </p:sp>
      <p:grpSp>
        <p:nvGrpSpPr>
          <p:cNvPr id="6" name="Graphic 17">
            <a:extLst>
              <a:ext uri="{FF2B5EF4-FFF2-40B4-BE49-F238E27FC236}">
                <a16:creationId xmlns:a16="http://schemas.microsoft.com/office/drawing/2014/main" id="{7AA9FCFE-900E-0468-85D2-9389199D4645}"/>
              </a:ext>
            </a:extLst>
          </p:cNvPr>
          <p:cNvGrpSpPr/>
          <p:nvPr userDrawn="1"/>
        </p:nvGrpSpPr>
        <p:grpSpPr>
          <a:xfrm>
            <a:off x="339465" y="190543"/>
            <a:ext cx="424170" cy="571457"/>
            <a:chOff x="5733562" y="857250"/>
            <a:chExt cx="737549" cy="993652"/>
          </a:xfrm>
          <a:solidFill>
            <a:srgbClr val="1ED760"/>
          </a:solidFill>
        </p:grpSpPr>
        <p:sp>
          <p:nvSpPr>
            <p:cNvPr id="7" name="Freeform: Shape 6">
              <a:extLst>
                <a:ext uri="{FF2B5EF4-FFF2-40B4-BE49-F238E27FC236}">
                  <a16:creationId xmlns:a16="http://schemas.microsoft.com/office/drawing/2014/main" id="{D3B82599-0973-99A9-B433-98738B4CA667}"/>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grpFill/>
            <a:ln w="38100" cap="flat">
              <a:no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D4C8E7DD-0E0D-015F-5C02-722837D55B3B}"/>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grpFill/>
            <a:ln w="38100" cap="flat">
              <a:noFill/>
              <a:prstDash val="solid"/>
              <a:miter/>
            </a:ln>
          </p:spPr>
          <p:txBody>
            <a:bodyPr rtlCol="0" anchor="ctr"/>
            <a:lstStyle/>
            <a:p>
              <a:endParaRPr lang="en-IN"/>
            </a:p>
          </p:txBody>
        </p:sp>
      </p:grpSp>
    </p:spTree>
    <p:extLst>
      <p:ext uri="{BB962C8B-B14F-4D97-AF65-F5344CB8AC3E}">
        <p14:creationId xmlns:p14="http://schemas.microsoft.com/office/powerpoint/2010/main" val="15017821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Front Cover 2">
    <p:spTree>
      <p:nvGrpSpPr>
        <p:cNvPr id="1" name=""/>
        <p:cNvGrpSpPr/>
        <p:nvPr/>
      </p:nvGrpSpPr>
      <p:grpSpPr>
        <a:xfrm>
          <a:off x="0" y="0"/>
          <a:ext cx="0" cy="0"/>
          <a:chOff x="0" y="0"/>
          <a:chExt cx="0" cy="0"/>
        </a:xfrm>
      </p:grpSpPr>
      <p:grpSp>
        <p:nvGrpSpPr>
          <p:cNvPr id="12" name="Graphic 17">
            <a:extLst>
              <a:ext uri="{FF2B5EF4-FFF2-40B4-BE49-F238E27FC236}">
                <a16:creationId xmlns:a16="http://schemas.microsoft.com/office/drawing/2014/main" id="{EFE3D12C-762B-4148-9615-8B4628F2EE81}"/>
              </a:ext>
            </a:extLst>
          </p:cNvPr>
          <p:cNvGrpSpPr/>
          <p:nvPr userDrawn="1"/>
        </p:nvGrpSpPr>
        <p:grpSpPr>
          <a:xfrm>
            <a:off x="5727225" y="552512"/>
            <a:ext cx="737549" cy="993652"/>
            <a:chOff x="5733562" y="857250"/>
            <a:chExt cx="737549" cy="993652"/>
          </a:xfrm>
          <a:solidFill>
            <a:srgbClr val="1ED760"/>
          </a:solidFill>
        </p:grpSpPr>
        <p:sp>
          <p:nvSpPr>
            <p:cNvPr id="13" name="Freeform: Shape 12">
              <a:extLst>
                <a:ext uri="{FF2B5EF4-FFF2-40B4-BE49-F238E27FC236}">
                  <a16:creationId xmlns:a16="http://schemas.microsoft.com/office/drawing/2014/main" id="{6E49B33F-9651-4CEE-A771-7C7F72C689F6}"/>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grpFill/>
            <a:ln w="38100"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83CED36D-D247-4057-B9AE-754DA849D839}"/>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grpFill/>
            <a:ln w="38100" cap="flat">
              <a:noFill/>
              <a:prstDash val="solid"/>
              <a:miter/>
            </a:ln>
          </p:spPr>
          <p:txBody>
            <a:bodyPr rtlCol="0" anchor="ctr"/>
            <a:lstStyle/>
            <a:p>
              <a:endParaRPr lang="en-IN"/>
            </a:p>
          </p:txBody>
        </p:sp>
      </p:grpSp>
      <p:sp>
        <p:nvSpPr>
          <p:cNvPr id="16" name="Graphic 6">
            <a:extLst>
              <a:ext uri="{FF2B5EF4-FFF2-40B4-BE49-F238E27FC236}">
                <a16:creationId xmlns:a16="http://schemas.microsoft.com/office/drawing/2014/main" id="{8E067D1B-4A7E-4144-832C-EFD347623974}"/>
              </a:ext>
            </a:extLst>
          </p:cNvPr>
          <p:cNvSpPr/>
          <p:nvPr userDrawn="1"/>
        </p:nvSpPr>
        <p:spPr>
          <a:xfrm>
            <a:off x="0" y="0"/>
            <a:ext cx="624023" cy="6879800"/>
          </a:xfrm>
          <a:custGeom>
            <a:avLst/>
            <a:gdLst>
              <a:gd name="connsiteX0" fmla="*/ 624023 w 624023"/>
              <a:gd name="connsiteY0" fmla="*/ 6879801 h 6879800"/>
              <a:gd name="connsiteX1" fmla="*/ 0 w 624023"/>
              <a:gd name="connsiteY1" fmla="*/ 6879801 h 6879800"/>
              <a:gd name="connsiteX2" fmla="*/ 0 w 624023"/>
              <a:gd name="connsiteY2" fmla="*/ 0 h 6879800"/>
              <a:gd name="connsiteX3" fmla="*/ 92256 w 624023"/>
              <a:gd name="connsiteY3" fmla="*/ 0 h 6879800"/>
            </a:gdLst>
            <a:ahLst/>
            <a:cxnLst>
              <a:cxn ang="0">
                <a:pos x="connsiteX0" y="connsiteY0"/>
              </a:cxn>
              <a:cxn ang="0">
                <a:pos x="connsiteX1" y="connsiteY1"/>
              </a:cxn>
              <a:cxn ang="0">
                <a:pos x="connsiteX2" y="connsiteY2"/>
              </a:cxn>
              <a:cxn ang="0">
                <a:pos x="connsiteX3" y="connsiteY3"/>
              </a:cxn>
            </a:cxnLst>
            <a:rect l="l" t="t" r="r" b="b"/>
            <a:pathLst>
              <a:path w="624023" h="6879800">
                <a:moveTo>
                  <a:pt x="624023" y="6879801"/>
                </a:moveTo>
                <a:lnTo>
                  <a:pt x="0" y="6879801"/>
                </a:lnTo>
                <a:lnTo>
                  <a:pt x="0" y="0"/>
                </a:lnTo>
                <a:lnTo>
                  <a:pt x="92256" y="0"/>
                </a:lnTo>
                <a:close/>
              </a:path>
            </a:pathLst>
          </a:custGeom>
          <a:solidFill>
            <a:srgbClr val="1ED760"/>
          </a:solidFill>
          <a:ln w="34396" cap="flat">
            <a:noFill/>
            <a:prstDash val="solid"/>
            <a:miter/>
          </a:ln>
        </p:spPr>
        <p:txBody>
          <a:bodyPr rtlCol="0" anchor="ctr"/>
          <a:lstStyle/>
          <a:p>
            <a:endParaRPr lang="en-IN"/>
          </a:p>
        </p:txBody>
      </p:sp>
      <p:sp>
        <p:nvSpPr>
          <p:cNvPr id="17" name="Graphic 7">
            <a:extLst>
              <a:ext uri="{FF2B5EF4-FFF2-40B4-BE49-F238E27FC236}">
                <a16:creationId xmlns:a16="http://schemas.microsoft.com/office/drawing/2014/main" id="{55675018-36BB-4715-8328-06FECA194EE7}"/>
              </a:ext>
            </a:extLst>
          </p:cNvPr>
          <p:cNvSpPr/>
          <p:nvPr userDrawn="1"/>
        </p:nvSpPr>
        <p:spPr>
          <a:xfrm>
            <a:off x="7842954" y="0"/>
            <a:ext cx="4349046" cy="902992"/>
          </a:xfrm>
          <a:custGeom>
            <a:avLst/>
            <a:gdLst>
              <a:gd name="connsiteX0" fmla="*/ 0 w 4349046"/>
              <a:gd name="connsiteY0" fmla="*/ 0 h 902992"/>
              <a:gd name="connsiteX1" fmla="*/ 4349047 w 4349046"/>
              <a:gd name="connsiteY1" fmla="*/ 0 h 902992"/>
              <a:gd name="connsiteX2" fmla="*/ 4349047 w 4349046"/>
              <a:gd name="connsiteY2" fmla="*/ 902993 h 902992"/>
            </a:gdLst>
            <a:ahLst/>
            <a:cxnLst>
              <a:cxn ang="0">
                <a:pos x="connsiteX0" y="connsiteY0"/>
              </a:cxn>
              <a:cxn ang="0">
                <a:pos x="connsiteX1" y="connsiteY1"/>
              </a:cxn>
              <a:cxn ang="0">
                <a:pos x="connsiteX2" y="connsiteY2"/>
              </a:cxn>
            </a:cxnLst>
            <a:rect l="l" t="t" r="r" b="b"/>
            <a:pathLst>
              <a:path w="4349046" h="902992">
                <a:moveTo>
                  <a:pt x="0" y="0"/>
                </a:moveTo>
                <a:lnTo>
                  <a:pt x="4349047" y="0"/>
                </a:lnTo>
                <a:lnTo>
                  <a:pt x="4349047" y="902993"/>
                </a:lnTo>
                <a:close/>
              </a:path>
            </a:pathLst>
          </a:custGeom>
          <a:solidFill>
            <a:srgbClr val="1ED760"/>
          </a:solidFill>
          <a:ln w="43434"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BB24E2A6-8340-4174-86C4-523693F99DF3}"/>
              </a:ext>
            </a:extLst>
          </p:cNvPr>
          <p:cNvSpPr/>
          <p:nvPr userDrawn="1"/>
        </p:nvSpPr>
        <p:spPr>
          <a:xfrm>
            <a:off x="11674774" y="902992"/>
            <a:ext cx="517226" cy="5955008"/>
          </a:xfrm>
          <a:custGeom>
            <a:avLst/>
            <a:gdLst>
              <a:gd name="connsiteX0" fmla="*/ 762000 w 762000"/>
              <a:gd name="connsiteY0" fmla="*/ 0 h 5762625"/>
              <a:gd name="connsiteX1" fmla="*/ 762000 w 762000"/>
              <a:gd name="connsiteY1" fmla="*/ 5762625 h 5762625"/>
              <a:gd name="connsiteX2" fmla="*/ 0 w 762000"/>
              <a:gd name="connsiteY2" fmla="*/ 5762625 h 5762625"/>
              <a:gd name="connsiteX3" fmla="*/ 762000 w 762000"/>
              <a:gd name="connsiteY3" fmla="*/ 0 h 5762625"/>
            </a:gdLst>
            <a:ahLst/>
            <a:cxnLst>
              <a:cxn ang="0">
                <a:pos x="connsiteX0" y="connsiteY0"/>
              </a:cxn>
              <a:cxn ang="0">
                <a:pos x="connsiteX1" y="connsiteY1"/>
              </a:cxn>
              <a:cxn ang="0">
                <a:pos x="connsiteX2" y="connsiteY2"/>
              </a:cxn>
              <a:cxn ang="0">
                <a:pos x="connsiteX3" y="connsiteY3"/>
              </a:cxn>
            </a:cxnLst>
            <a:rect l="l" t="t" r="r" b="b"/>
            <a:pathLst>
              <a:path w="762000" h="5762625">
                <a:moveTo>
                  <a:pt x="762000" y="0"/>
                </a:moveTo>
                <a:lnTo>
                  <a:pt x="762000" y="5762625"/>
                </a:lnTo>
                <a:lnTo>
                  <a:pt x="0" y="5762625"/>
                </a:lnTo>
                <a:lnTo>
                  <a:pt x="762000" y="0"/>
                </a:lnTo>
                <a:close/>
              </a:path>
            </a:pathLst>
          </a:custGeom>
          <a:solidFill>
            <a:srgbClr val="1ED7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 Placeholder 9">
            <a:extLst>
              <a:ext uri="{FF2B5EF4-FFF2-40B4-BE49-F238E27FC236}">
                <a16:creationId xmlns:a16="http://schemas.microsoft.com/office/drawing/2014/main" id="{E0FE3918-6DC3-4F7E-A387-D0C0B48FA46A}"/>
              </a:ext>
            </a:extLst>
          </p:cNvPr>
          <p:cNvSpPr>
            <a:spLocks noGrp="1"/>
          </p:cNvSpPr>
          <p:nvPr>
            <p:ph type="body" sz="quarter" idx="16"/>
          </p:nvPr>
        </p:nvSpPr>
        <p:spPr>
          <a:xfrm>
            <a:off x="2328333" y="2892212"/>
            <a:ext cx="7535333" cy="547688"/>
          </a:xfrm>
        </p:spPr>
        <p:txBody>
          <a:bodyPr/>
          <a:lstStyle>
            <a:lvl1pPr algn="ctr">
              <a:buNone/>
              <a:defRPr sz="4000" b="1" i="0" baseline="0">
                <a:solidFill>
                  <a:srgbClr val="1ED760"/>
                </a:solidFill>
                <a:latin typeface="+mj-lt"/>
              </a:defRPr>
            </a:lvl1pPr>
          </a:lstStyle>
          <a:p>
            <a:pPr lvl="0"/>
            <a:r>
              <a:rPr lang="en-US"/>
              <a:t>Click to edit Master text styles</a:t>
            </a:r>
          </a:p>
        </p:txBody>
      </p:sp>
      <p:sp>
        <p:nvSpPr>
          <p:cNvPr id="19" name="Text Placeholder 17">
            <a:extLst>
              <a:ext uri="{FF2B5EF4-FFF2-40B4-BE49-F238E27FC236}">
                <a16:creationId xmlns:a16="http://schemas.microsoft.com/office/drawing/2014/main" id="{3F45B219-287E-4AA3-AC91-8F98C38BE6E9}"/>
              </a:ext>
            </a:extLst>
          </p:cNvPr>
          <p:cNvSpPr>
            <a:spLocks noGrp="1"/>
          </p:cNvSpPr>
          <p:nvPr>
            <p:ph type="body" sz="quarter" idx="17"/>
          </p:nvPr>
        </p:nvSpPr>
        <p:spPr>
          <a:xfrm>
            <a:off x="2933699" y="3445934"/>
            <a:ext cx="6324600" cy="547688"/>
          </a:xfrm>
        </p:spPr>
        <p:txBody>
          <a:bodyPr/>
          <a:lstStyle>
            <a:lvl1pPr algn="ctr">
              <a:buNone/>
              <a:defRPr sz="1800" b="1" i="0" baseline="0">
                <a:solidFill>
                  <a:srgbClr val="1ED760"/>
                </a:solidFill>
                <a:latin typeface="+mn-lt"/>
              </a:defRPr>
            </a:lvl1pPr>
          </a:lstStyle>
          <a:p>
            <a:pPr lvl="0"/>
            <a:r>
              <a:rPr lang="en-US"/>
              <a:t>Click to edit Master text styles</a:t>
            </a:r>
          </a:p>
        </p:txBody>
      </p:sp>
      <p:sp>
        <p:nvSpPr>
          <p:cNvPr id="2" name="Footer Placeholder 2">
            <a:extLst>
              <a:ext uri="{FF2B5EF4-FFF2-40B4-BE49-F238E27FC236}">
                <a16:creationId xmlns:a16="http://schemas.microsoft.com/office/drawing/2014/main" id="{1B9EC6EC-AEDB-8742-312A-77EABD5D36A5}"/>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sp>
        <p:nvSpPr>
          <p:cNvPr id="5" name="Slide Number Placeholder 3">
            <a:extLst>
              <a:ext uri="{FF2B5EF4-FFF2-40B4-BE49-F238E27FC236}">
                <a16:creationId xmlns:a16="http://schemas.microsoft.com/office/drawing/2014/main" id="{7C83FD93-827B-6402-009B-19C84403EB46}"/>
              </a:ext>
            </a:extLst>
          </p:cNvPr>
          <p:cNvSpPr txBox="1">
            <a:spLocks/>
          </p:cNvSpPr>
          <p:nvPr userDrawn="1"/>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8FB45C0-4B32-43DE-93B9-6E575D49CD52}" type="slidenum">
              <a:rPr lang="en-IN" smtClean="0">
                <a:solidFill>
                  <a:prstClr val="black">
                    <a:tint val="75000"/>
                  </a:prstClr>
                </a:solidFill>
                <a:latin typeface="Segoe UI"/>
              </a:rPr>
              <a:pPr/>
              <a:t>‹#›</a:t>
            </a:fld>
            <a:endParaRPr lang="en-IN">
              <a:solidFill>
                <a:prstClr val="black">
                  <a:tint val="75000"/>
                </a:prstClr>
              </a:solidFill>
              <a:latin typeface="Segoe UI"/>
            </a:endParaRPr>
          </a:p>
        </p:txBody>
      </p:sp>
    </p:spTree>
    <p:extLst>
      <p:ext uri="{BB962C8B-B14F-4D97-AF65-F5344CB8AC3E}">
        <p14:creationId xmlns:p14="http://schemas.microsoft.com/office/powerpoint/2010/main" val="16536596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Divider Page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042560C-2FFC-48E6-936C-03FDA1647B31}"/>
              </a:ext>
            </a:extLst>
          </p:cNvPr>
          <p:cNvSpPr/>
          <p:nvPr userDrawn="1"/>
        </p:nvSpPr>
        <p:spPr>
          <a:xfrm>
            <a:off x="0" y="0"/>
            <a:ext cx="12192000" cy="6858000"/>
          </a:xfrm>
          <a:prstGeom prst="rect">
            <a:avLst/>
          </a:prstGeom>
          <a:solidFill>
            <a:srgbClr val="1ED76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C7D840D3-5873-4001-A5CB-6D5CA85B3E9D}"/>
              </a:ext>
            </a:extLst>
          </p:cNvPr>
          <p:cNvSpPr txBox="1"/>
          <p:nvPr userDrawn="1"/>
        </p:nvSpPr>
        <p:spPr>
          <a:xfrm>
            <a:off x="2251364" y="2546226"/>
            <a:ext cx="7786254" cy="993652"/>
          </a:xfrm>
          <a:prstGeom prst="rect">
            <a:avLst/>
          </a:prstGeom>
          <a:noFill/>
        </p:spPr>
        <p:txBody>
          <a:bodyPr wrap="square" rtlCol="0">
            <a:spAutoFit/>
          </a:bodyPr>
          <a:lstStyle/>
          <a:p>
            <a:endParaRPr lang="en-GB"/>
          </a:p>
        </p:txBody>
      </p:sp>
      <p:grpSp>
        <p:nvGrpSpPr>
          <p:cNvPr id="7" name="Graphic 17">
            <a:extLst>
              <a:ext uri="{FF2B5EF4-FFF2-40B4-BE49-F238E27FC236}">
                <a16:creationId xmlns:a16="http://schemas.microsoft.com/office/drawing/2014/main" id="{52449DAF-DC43-4252-A6DD-8C7551EB2E53}"/>
              </a:ext>
            </a:extLst>
          </p:cNvPr>
          <p:cNvGrpSpPr/>
          <p:nvPr userDrawn="1"/>
        </p:nvGrpSpPr>
        <p:grpSpPr>
          <a:xfrm>
            <a:off x="523387" y="457199"/>
            <a:ext cx="1111487" cy="1497435"/>
            <a:chOff x="5733562" y="857250"/>
            <a:chExt cx="737549" cy="993652"/>
          </a:xfrm>
          <a:solidFill>
            <a:srgbClr val="FFFFFF"/>
          </a:solidFill>
        </p:grpSpPr>
        <p:sp>
          <p:nvSpPr>
            <p:cNvPr id="8" name="Freeform: Shape 7">
              <a:extLst>
                <a:ext uri="{FF2B5EF4-FFF2-40B4-BE49-F238E27FC236}">
                  <a16:creationId xmlns:a16="http://schemas.microsoft.com/office/drawing/2014/main" id="{D0A36766-AB04-45D4-A25C-3C6CE1F81465}"/>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solidFill>
              <a:srgbClr val="FFFFFF"/>
            </a:solidFill>
            <a:ln w="38100"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89C5366E-E4B2-460A-999B-3382C8AEEEB0}"/>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solidFill>
              <a:srgbClr val="FFFFFF"/>
            </a:solidFill>
            <a:ln w="38100" cap="flat">
              <a:noFill/>
              <a:prstDash val="solid"/>
              <a:miter/>
            </a:ln>
          </p:spPr>
          <p:txBody>
            <a:bodyPr rtlCol="0" anchor="ctr"/>
            <a:lstStyle/>
            <a:p>
              <a:endParaRPr lang="en-IN"/>
            </a:p>
          </p:txBody>
        </p:sp>
      </p:grpSp>
      <p:sp>
        <p:nvSpPr>
          <p:cNvPr id="21" name="Text Placeholder 20">
            <a:extLst>
              <a:ext uri="{FF2B5EF4-FFF2-40B4-BE49-F238E27FC236}">
                <a16:creationId xmlns:a16="http://schemas.microsoft.com/office/drawing/2014/main" id="{F2ADC513-E0B0-4867-8E06-054BDE4B83A9}"/>
              </a:ext>
            </a:extLst>
          </p:cNvPr>
          <p:cNvSpPr>
            <a:spLocks noGrp="1"/>
          </p:cNvSpPr>
          <p:nvPr>
            <p:ph type="body" sz="quarter" idx="13"/>
          </p:nvPr>
        </p:nvSpPr>
        <p:spPr>
          <a:xfrm>
            <a:off x="1499268" y="2796192"/>
            <a:ext cx="6525615" cy="769441"/>
          </a:xfrm>
        </p:spPr>
        <p:txBody>
          <a:bodyPr/>
          <a:lstStyle>
            <a:lvl1pPr marL="0" indent="0">
              <a:buNone/>
              <a:defRPr sz="4400" b="1" i="0" baseline="0">
                <a:solidFill>
                  <a:schemeClr val="bg1"/>
                </a:solidFill>
                <a:latin typeface="+mj-lt"/>
              </a:defRPr>
            </a:lvl1pPr>
          </a:lstStyle>
          <a:p>
            <a:pPr lvl="0"/>
            <a:r>
              <a:rPr lang="en-US"/>
              <a:t>Click to edit Master text styles</a:t>
            </a:r>
          </a:p>
        </p:txBody>
      </p:sp>
      <p:cxnSp>
        <p:nvCxnSpPr>
          <p:cNvPr id="27" name="Straight Connector 26">
            <a:extLst>
              <a:ext uri="{FF2B5EF4-FFF2-40B4-BE49-F238E27FC236}">
                <a16:creationId xmlns:a16="http://schemas.microsoft.com/office/drawing/2014/main" id="{615BAC63-8BAE-A068-6687-018BEAB58CE6}"/>
              </a:ext>
            </a:extLst>
          </p:cNvPr>
          <p:cNvCxnSpPr>
            <a:cxnSpLocks/>
          </p:cNvCxnSpPr>
          <p:nvPr userDrawn="1"/>
        </p:nvCxnSpPr>
        <p:spPr>
          <a:xfrm>
            <a:off x="123986" y="0"/>
            <a:ext cx="500037" cy="687980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9185C92-746B-87A8-9902-0A13E8BE6026}"/>
              </a:ext>
            </a:extLst>
          </p:cNvPr>
          <p:cNvCxnSpPr>
            <a:cxnSpLocks/>
          </p:cNvCxnSpPr>
          <p:nvPr userDrawn="1"/>
        </p:nvCxnSpPr>
        <p:spPr>
          <a:xfrm>
            <a:off x="7842954" y="0"/>
            <a:ext cx="4349046" cy="902992"/>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6FC7729-6BF5-0D90-B164-6F65BD496E0A}"/>
              </a:ext>
            </a:extLst>
          </p:cNvPr>
          <p:cNvCxnSpPr>
            <a:cxnSpLocks/>
          </p:cNvCxnSpPr>
          <p:nvPr userDrawn="1"/>
        </p:nvCxnSpPr>
        <p:spPr>
          <a:xfrm flipH="1">
            <a:off x="11674774" y="902992"/>
            <a:ext cx="517226" cy="595500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Footer Placeholder 2">
            <a:extLst>
              <a:ext uri="{FF2B5EF4-FFF2-40B4-BE49-F238E27FC236}">
                <a16:creationId xmlns:a16="http://schemas.microsoft.com/office/drawing/2014/main" id="{14AB8114-9E81-7057-0328-DE8ED2BD4C12}"/>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sp>
        <p:nvSpPr>
          <p:cNvPr id="11" name="Slide Number Placeholder 3">
            <a:extLst>
              <a:ext uri="{FF2B5EF4-FFF2-40B4-BE49-F238E27FC236}">
                <a16:creationId xmlns:a16="http://schemas.microsoft.com/office/drawing/2014/main" id="{6BCD6ED4-F642-4C0A-9690-A4A49FBA35BF}"/>
              </a:ext>
            </a:extLst>
          </p:cNvPr>
          <p:cNvSpPr txBox="1">
            <a:spLocks/>
          </p:cNvSpPr>
          <p:nvPr userDrawn="1"/>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8FB45C0-4B32-43DE-93B9-6E575D49CD52}" type="slidenum">
              <a:rPr lang="en-IN" smtClean="0">
                <a:solidFill>
                  <a:prstClr val="black">
                    <a:tint val="75000"/>
                  </a:prstClr>
                </a:solidFill>
                <a:latin typeface="Segoe UI"/>
              </a:rPr>
              <a:pPr/>
              <a:t>‹#›</a:t>
            </a:fld>
            <a:endParaRPr lang="en-IN">
              <a:solidFill>
                <a:prstClr val="black">
                  <a:tint val="75000"/>
                </a:prstClr>
              </a:solidFill>
              <a:latin typeface="Segoe UI"/>
            </a:endParaRPr>
          </a:p>
        </p:txBody>
      </p:sp>
    </p:spTree>
    <p:extLst>
      <p:ext uri="{BB962C8B-B14F-4D97-AF65-F5344CB8AC3E}">
        <p14:creationId xmlns:p14="http://schemas.microsoft.com/office/powerpoint/2010/main" val="36396733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Front Cover 2">
    <p:spTree>
      <p:nvGrpSpPr>
        <p:cNvPr id="1" name=""/>
        <p:cNvGrpSpPr/>
        <p:nvPr/>
      </p:nvGrpSpPr>
      <p:grpSpPr>
        <a:xfrm>
          <a:off x="0" y="0"/>
          <a:ext cx="0" cy="0"/>
          <a:chOff x="0" y="0"/>
          <a:chExt cx="0" cy="0"/>
        </a:xfrm>
      </p:grpSpPr>
      <p:pic>
        <p:nvPicPr>
          <p:cNvPr id="5" name="Picture 4" descr="A green and black background&#10;&#10;Description automatically generated">
            <a:extLst>
              <a:ext uri="{FF2B5EF4-FFF2-40B4-BE49-F238E27FC236}">
                <a16:creationId xmlns:a16="http://schemas.microsoft.com/office/drawing/2014/main" id="{5B33285F-A923-B669-8E33-8872BEBE1375}"/>
              </a:ext>
            </a:extLst>
          </p:cNvPr>
          <p:cNvPicPr>
            <a:picLocks noChangeAspect="1"/>
          </p:cNvPicPr>
          <p:nvPr userDrawn="1"/>
        </p:nvPicPr>
        <p:blipFill>
          <a:blip r:embed="rId2"/>
          <a:stretch>
            <a:fillRect/>
          </a:stretch>
        </p:blipFill>
        <p:spPr>
          <a:xfrm>
            <a:off x="0" y="0"/>
            <a:ext cx="12191999" cy="6858000"/>
          </a:xfrm>
          <a:prstGeom prst="rect">
            <a:avLst/>
          </a:prstGeom>
        </p:spPr>
      </p:pic>
      <p:sp>
        <p:nvSpPr>
          <p:cNvPr id="15" name="Text Placeholder 9">
            <a:extLst>
              <a:ext uri="{FF2B5EF4-FFF2-40B4-BE49-F238E27FC236}">
                <a16:creationId xmlns:a16="http://schemas.microsoft.com/office/drawing/2014/main" id="{E0FE3918-6DC3-4F7E-A387-D0C0B48FA46A}"/>
              </a:ext>
            </a:extLst>
          </p:cNvPr>
          <p:cNvSpPr>
            <a:spLocks noGrp="1"/>
          </p:cNvSpPr>
          <p:nvPr>
            <p:ph type="body" sz="quarter" idx="16"/>
          </p:nvPr>
        </p:nvSpPr>
        <p:spPr>
          <a:xfrm>
            <a:off x="2328333" y="2892212"/>
            <a:ext cx="7535333" cy="547688"/>
          </a:xfrm>
        </p:spPr>
        <p:txBody>
          <a:bodyPr/>
          <a:lstStyle>
            <a:lvl1pPr algn="ctr">
              <a:buNone/>
              <a:defRPr sz="4000" b="1" i="0" baseline="0">
                <a:solidFill>
                  <a:srgbClr val="1ED760"/>
                </a:solidFill>
                <a:latin typeface="+mj-lt"/>
              </a:defRPr>
            </a:lvl1pPr>
          </a:lstStyle>
          <a:p>
            <a:pPr lvl="0"/>
            <a:r>
              <a:rPr lang="en-US"/>
              <a:t>Click to edit Master text styles</a:t>
            </a:r>
          </a:p>
        </p:txBody>
      </p:sp>
      <p:sp>
        <p:nvSpPr>
          <p:cNvPr id="19" name="Text Placeholder 17">
            <a:extLst>
              <a:ext uri="{FF2B5EF4-FFF2-40B4-BE49-F238E27FC236}">
                <a16:creationId xmlns:a16="http://schemas.microsoft.com/office/drawing/2014/main" id="{3F45B219-287E-4AA3-AC91-8F98C38BE6E9}"/>
              </a:ext>
            </a:extLst>
          </p:cNvPr>
          <p:cNvSpPr>
            <a:spLocks noGrp="1"/>
          </p:cNvSpPr>
          <p:nvPr>
            <p:ph type="body" sz="quarter" idx="17"/>
          </p:nvPr>
        </p:nvSpPr>
        <p:spPr>
          <a:xfrm>
            <a:off x="2933699" y="3445934"/>
            <a:ext cx="6324600" cy="547688"/>
          </a:xfrm>
        </p:spPr>
        <p:txBody>
          <a:bodyPr/>
          <a:lstStyle>
            <a:lvl1pPr algn="ctr">
              <a:buNone/>
              <a:defRPr sz="1800" b="1" i="0" baseline="0">
                <a:solidFill>
                  <a:srgbClr val="1ED760"/>
                </a:solidFill>
                <a:latin typeface="+mn-lt"/>
              </a:defRPr>
            </a:lvl1pPr>
          </a:lstStyle>
          <a:p>
            <a:pPr lvl="0"/>
            <a:r>
              <a:rPr lang="en-US"/>
              <a:t>Click to edit Master text styles</a:t>
            </a:r>
          </a:p>
        </p:txBody>
      </p:sp>
      <p:sp>
        <p:nvSpPr>
          <p:cNvPr id="4" name="Slide Number Placeholder 3">
            <a:extLst>
              <a:ext uri="{FF2B5EF4-FFF2-40B4-BE49-F238E27FC236}">
                <a16:creationId xmlns:a16="http://schemas.microsoft.com/office/drawing/2014/main" id="{8C037284-B7B5-0268-744D-DA73AE43E363}"/>
              </a:ext>
            </a:extLst>
          </p:cNvPr>
          <p:cNvSpPr>
            <a:spLocks noGrp="1"/>
          </p:cNvSpPr>
          <p:nvPr>
            <p:ph type="sldNum" sz="quarter" idx="20"/>
          </p:nvPr>
        </p:nvSpPr>
        <p:spPr>
          <a:xfrm>
            <a:off x="9448800" y="6492875"/>
            <a:ext cx="2743200" cy="365125"/>
          </a:xfrm>
        </p:spPr>
        <p:txBody>
          <a:bodyPr/>
          <a:lstStyle>
            <a:lvl1pPr>
              <a:defRPr>
                <a:latin typeface="+mn-lt"/>
              </a:defRPr>
            </a:lvl1pPr>
          </a:lstStyle>
          <a:p>
            <a:fld id="{D8FB45C0-4B32-43DE-93B9-6E575D49CD52}" type="slidenum">
              <a:rPr lang="en-IN" smtClean="0"/>
              <a:pPr/>
              <a:t>‹#›</a:t>
            </a:fld>
            <a:endParaRPr lang="en-IN"/>
          </a:p>
        </p:txBody>
      </p:sp>
      <p:sp>
        <p:nvSpPr>
          <p:cNvPr id="2" name="Footer Placeholder 2">
            <a:extLst>
              <a:ext uri="{FF2B5EF4-FFF2-40B4-BE49-F238E27FC236}">
                <a16:creationId xmlns:a16="http://schemas.microsoft.com/office/drawing/2014/main" id="{1B9EC6EC-AEDB-8742-312A-77EABD5D36A5}"/>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pic>
        <p:nvPicPr>
          <p:cNvPr id="9" name="Picture 8" descr="A green balloon shaped number&#10;&#10;Description automatically generated">
            <a:extLst>
              <a:ext uri="{FF2B5EF4-FFF2-40B4-BE49-F238E27FC236}">
                <a16:creationId xmlns:a16="http://schemas.microsoft.com/office/drawing/2014/main" id="{1F9DF8AE-CD6E-F3A6-A2DC-C8CBD13D7F1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955237" y="217648"/>
            <a:ext cx="4281524" cy="1168400"/>
          </a:xfrm>
          <a:prstGeom prst="rect">
            <a:avLst/>
          </a:prstGeom>
        </p:spPr>
      </p:pic>
    </p:spTree>
    <p:extLst>
      <p:ext uri="{BB962C8B-B14F-4D97-AF65-F5344CB8AC3E}">
        <p14:creationId xmlns:p14="http://schemas.microsoft.com/office/powerpoint/2010/main" val="39238527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ront Cover 2">
    <p:spTree>
      <p:nvGrpSpPr>
        <p:cNvPr id="1" name=""/>
        <p:cNvGrpSpPr/>
        <p:nvPr/>
      </p:nvGrpSpPr>
      <p:grpSpPr>
        <a:xfrm>
          <a:off x="0" y="0"/>
          <a:ext cx="0" cy="0"/>
          <a:chOff x="0" y="0"/>
          <a:chExt cx="0" cy="0"/>
        </a:xfrm>
      </p:grpSpPr>
      <p:sp>
        <p:nvSpPr>
          <p:cNvPr id="16" name="Graphic 6">
            <a:extLst>
              <a:ext uri="{FF2B5EF4-FFF2-40B4-BE49-F238E27FC236}">
                <a16:creationId xmlns:a16="http://schemas.microsoft.com/office/drawing/2014/main" id="{8E067D1B-4A7E-4144-832C-EFD347623974}"/>
              </a:ext>
            </a:extLst>
          </p:cNvPr>
          <p:cNvSpPr/>
          <p:nvPr userDrawn="1"/>
        </p:nvSpPr>
        <p:spPr>
          <a:xfrm>
            <a:off x="0" y="0"/>
            <a:ext cx="624023" cy="6879800"/>
          </a:xfrm>
          <a:custGeom>
            <a:avLst/>
            <a:gdLst>
              <a:gd name="connsiteX0" fmla="*/ 624023 w 624023"/>
              <a:gd name="connsiteY0" fmla="*/ 6879801 h 6879800"/>
              <a:gd name="connsiteX1" fmla="*/ 0 w 624023"/>
              <a:gd name="connsiteY1" fmla="*/ 6879801 h 6879800"/>
              <a:gd name="connsiteX2" fmla="*/ 0 w 624023"/>
              <a:gd name="connsiteY2" fmla="*/ 0 h 6879800"/>
              <a:gd name="connsiteX3" fmla="*/ 92256 w 624023"/>
              <a:gd name="connsiteY3" fmla="*/ 0 h 6879800"/>
            </a:gdLst>
            <a:ahLst/>
            <a:cxnLst>
              <a:cxn ang="0">
                <a:pos x="connsiteX0" y="connsiteY0"/>
              </a:cxn>
              <a:cxn ang="0">
                <a:pos x="connsiteX1" y="connsiteY1"/>
              </a:cxn>
              <a:cxn ang="0">
                <a:pos x="connsiteX2" y="connsiteY2"/>
              </a:cxn>
              <a:cxn ang="0">
                <a:pos x="connsiteX3" y="connsiteY3"/>
              </a:cxn>
            </a:cxnLst>
            <a:rect l="l" t="t" r="r" b="b"/>
            <a:pathLst>
              <a:path w="624023" h="6879800">
                <a:moveTo>
                  <a:pt x="624023" y="6879801"/>
                </a:moveTo>
                <a:lnTo>
                  <a:pt x="0" y="6879801"/>
                </a:lnTo>
                <a:lnTo>
                  <a:pt x="0" y="0"/>
                </a:lnTo>
                <a:lnTo>
                  <a:pt x="92256" y="0"/>
                </a:lnTo>
                <a:close/>
              </a:path>
            </a:pathLst>
          </a:custGeom>
          <a:solidFill>
            <a:srgbClr val="1ED760"/>
          </a:solidFill>
          <a:ln w="34396" cap="flat">
            <a:noFill/>
            <a:prstDash val="solid"/>
            <a:miter/>
          </a:ln>
        </p:spPr>
        <p:txBody>
          <a:bodyPr rtlCol="0" anchor="ctr"/>
          <a:lstStyle/>
          <a:p>
            <a:endParaRPr lang="en-IN"/>
          </a:p>
        </p:txBody>
      </p:sp>
      <p:sp>
        <p:nvSpPr>
          <p:cNvPr id="17" name="Graphic 7">
            <a:extLst>
              <a:ext uri="{FF2B5EF4-FFF2-40B4-BE49-F238E27FC236}">
                <a16:creationId xmlns:a16="http://schemas.microsoft.com/office/drawing/2014/main" id="{55675018-36BB-4715-8328-06FECA194EE7}"/>
              </a:ext>
            </a:extLst>
          </p:cNvPr>
          <p:cNvSpPr/>
          <p:nvPr userDrawn="1"/>
        </p:nvSpPr>
        <p:spPr>
          <a:xfrm>
            <a:off x="7842954" y="0"/>
            <a:ext cx="4349046" cy="902992"/>
          </a:xfrm>
          <a:custGeom>
            <a:avLst/>
            <a:gdLst>
              <a:gd name="connsiteX0" fmla="*/ 0 w 4349046"/>
              <a:gd name="connsiteY0" fmla="*/ 0 h 902992"/>
              <a:gd name="connsiteX1" fmla="*/ 4349047 w 4349046"/>
              <a:gd name="connsiteY1" fmla="*/ 0 h 902992"/>
              <a:gd name="connsiteX2" fmla="*/ 4349047 w 4349046"/>
              <a:gd name="connsiteY2" fmla="*/ 902993 h 902992"/>
            </a:gdLst>
            <a:ahLst/>
            <a:cxnLst>
              <a:cxn ang="0">
                <a:pos x="connsiteX0" y="connsiteY0"/>
              </a:cxn>
              <a:cxn ang="0">
                <a:pos x="connsiteX1" y="connsiteY1"/>
              </a:cxn>
              <a:cxn ang="0">
                <a:pos x="connsiteX2" y="connsiteY2"/>
              </a:cxn>
            </a:cxnLst>
            <a:rect l="l" t="t" r="r" b="b"/>
            <a:pathLst>
              <a:path w="4349046" h="902992">
                <a:moveTo>
                  <a:pt x="0" y="0"/>
                </a:moveTo>
                <a:lnTo>
                  <a:pt x="4349047" y="0"/>
                </a:lnTo>
                <a:lnTo>
                  <a:pt x="4349047" y="902993"/>
                </a:lnTo>
                <a:close/>
              </a:path>
            </a:pathLst>
          </a:custGeom>
          <a:solidFill>
            <a:srgbClr val="1ED760"/>
          </a:solidFill>
          <a:ln w="43434"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BB24E2A6-8340-4174-86C4-523693F99DF3}"/>
              </a:ext>
            </a:extLst>
          </p:cNvPr>
          <p:cNvSpPr/>
          <p:nvPr userDrawn="1"/>
        </p:nvSpPr>
        <p:spPr>
          <a:xfrm>
            <a:off x="11674774" y="902992"/>
            <a:ext cx="517226" cy="5955008"/>
          </a:xfrm>
          <a:custGeom>
            <a:avLst/>
            <a:gdLst>
              <a:gd name="connsiteX0" fmla="*/ 762000 w 762000"/>
              <a:gd name="connsiteY0" fmla="*/ 0 h 5762625"/>
              <a:gd name="connsiteX1" fmla="*/ 762000 w 762000"/>
              <a:gd name="connsiteY1" fmla="*/ 5762625 h 5762625"/>
              <a:gd name="connsiteX2" fmla="*/ 0 w 762000"/>
              <a:gd name="connsiteY2" fmla="*/ 5762625 h 5762625"/>
              <a:gd name="connsiteX3" fmla="*/ 762000 w 762000"/>
              <a:gd name="connsiteY3" fmla="*/ 0 h 5762625"/>
            </a:gdLst>
            <a:ahLst/>
            <a:cxnLst>
              <a:cxn ang="0">
                <a:pos x="connsiteX0" y="connsiteY0"/>
              </a:cxn>
              <a:cxn ang="0">
                <a:pos x="connsiteX1" y="connsiteY1"/>
              </a:cxn>
              <a:cxn ang="0">
                <a:pos x="connsiteX2" y="connsiteY2"/>
              </a:cxn>
              <a:cxn ang="0">
                <a:pos x="connsiteX3" y="connsiteY3"/>
              </a:cxn>
            </a:cxnLst>
            <a:rect l="l" t="t" r="r" b="b"/>
            <a:pathLst>
              <a:path w="762000" h="5762625">
                <a:moveTo>
                  <a:pt x="762000" y="0"/>
                </a:moveTo>
                <a:lnTo>
                  <a:pt x="762000" y="5762625"/>
                </a:lnTo>
                <a:lnTo>
                  <a:pt x="0" y="5762625"/>
                </a:lnTo>
                <a:lnTo>
                  <a:pt x="762000" y="0"/>
                </a:lnTo>
                <a:close/>
              </a:path>
            </a:pathLst>
          </a:custGeom>
          <a:solidFill>
            <a:srgbClr val="1ED7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 Placeholder 9">
            <a:extLst>
              <a:ext uri="{FF2B5EF4-FFF2-40B4-BE49-F238E27FC236}">
                <a16:creationId xmlns:a16="http://schemas.microsoft.com/office/drawing/2014/main" id="{E0FE3918-6DC3-4F7E-A387-D0C0B48FA46A}"/>
              </a:ext>
            </a:extLst>
          </p:cNvPr>
          <p:cNvSpPr>
            <a:spLocks noGrp="1"/>
          </p:cNvSpPr>
          <p:nvPr>
            <p:ph type="body" sz="quarter" idx="16"/>
          </p:nvPr>
        </p:nvSpPr>
        <p:spPr>
          <a:xfrm>
            <a:off x="2328333" y="2892212"/>
            <a:ext cx="7535333" cy="547688"/>
          </a:xfrm>
        </p:spPr>
        <p:txBody>
          <a:bodyPr/>
          <a:lstStyle>
            <a:lvl1pPr algn="ctr">
              <a:buNone/>
              <a:defRPr sz="4000" b="1" i="0" baseline="0">
                <a:solidFill>
                  <a:srgbClr val="1ED760"/>
                </a:solidFill>
                <a:latin typeface="+mj-lt"/>
              </a:defRPr>
            </a:lvl1pPr>
          </a:lstStyle>
          <a:p>
            <a:pPr lvl="0"/>
            <a:r>
              <a:rPr lang="en-US"/>
              <a:t>Click to edit Master text styles</a:t>
            </a:r>
          </a:p>
        </p:txBody>
      </p:sp>
      <p:sp>
        <p:nvSpPr>
          <p:cNvPr id="19" name="Text Placeholder 17">
            <a:extLst>
              <a:ext uri="{FF2B5EF4-FFF2-40B4-BE49-F238E27FC236}">
                <a16:creationId xmlns:a16="http://schemas.microsoft.com/office/drawing/2014/main" id="{3F45B219-287E-4AA3-AC91-8F98C38BE6E9}"/>
              </a:ext>
            </a:extLst>
          </p:cNvPr>
          <p:cNvSpPr>
            <a:spLocks noGrp="1"/>
          </p:cNvSpPr>
          <p:nvPr>
            <p:ph type="body" sz="quarter" idx="17"/>
          </p:nvPr>
        </p:nvSpPr>
        <p:spPr>
          <a:xfrm>
            <a:off x="2933699" y="3445934"/>
            <a:ext cx="6324600" cy="547688"/>
          </a:xfrm>
        </p:spPr>
        <p:txBody>
          <a:bodyPr/>
          <a:lstStyle>
            <a:lvl1pPr algn="ctr">
              <a:buNone/>
              <a:defRPr sz="1800" b="1" i="0" baseline="0">
                <a:solidFill>
                  <a:srgbClr val="1ED760"/>
                </a:solidFill>
                <a:latin typeface="+mn-lt"/>
              </a:defRPr>
            </a:lvl1pPr>
          </a:lstStyle>
          <a:p>
            <a:pPr lvl="0"/>
            <a:r>
              <a:rPr lang="en-US"/>
              <a:t>Click to edit Master text styles</a:t>
            </a:r>
          </a:p>
        </p:txBody>
      </p:sp>
      <p:sp>
        <p:nvSpPr>
          <p:cNvPr id="2" name="Footer Placeholder 2">
            <a:extLst>
              <a:ext uri="{FF2B5EF4-FFF2-40B4-BE49-F238E27FC236}">
                <a16:creationId xmlns:a16="http://schemas.microsoft.com/office/drawing/2014/main" id="{1B9EC6EC-AEDB-8742-312A-77EABD5D36A5}"/>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pic>
        <p:nvPicPr>
          <p:cNvPr id="5" name="Picture 4" descr="A green balloon shaped number&#10;&#10;Description automatically generated">
            <a:extLst>
              <a:ext uri="{FF2B5EF4-FFF2-40B4-BE49-F238E27FC236}">
                <a16:creationId xmlns:a16="http://schemas.microsoft.com/office/drawing/2014/main" id="{7DB3B0AE-23F8-08AD-2D8D-E4E90C7CB0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955237" y="217648"/>
            <a:ext cx="4281524" cy="1168400"/>
          </a:xfrm>
          <a:prstGeom prst="rect">
            <a:avLst/>
          </a:prstGeom>
        </p:spPr>
      </p:pic>
      <p:sp>
        <p:nvSpPr>
          <p:cNvPr id="3" name="Slide Number Placeholder 3">
            <a:extLst>
              <a:ext uri="{FF2B5EF4-FFF2-40B4-BE49-F238E27FC236}">
                <a16:creationId xmlns:a16="http://schemas.microsoft.com/office/drawing/2014/main" id="{544DE2FF-C839-A016-859E-32B228044483}"/>
              </a:ext>
            </a:extLst>
          </p:cNvPr>
          <p:cNvSpPr>
            <a:spLocks noGrp="1"/>
          </p:cNvSpPr>
          <p:nvPr>
            <p:ph type="sldNum" sz="quarter" idx="20"/>
          </p:nvPr>
        </p:nvSpPr>
        <p:spPr>
          <a:xfrm>
            <a:off x="9448800" y="6492875"/>
            <a:ext cx="2743200" cy="365125"/>
          </a:xfrm>
        </p:spPr>
        <p:txBody>
          <a:bodyPr/>
          <a:lstStyle>
            <a:lvl1pPr>
              <a:defRPr>
                <a:latin typeface="+mn-lt"/>
              </a:defRPr>
            </a:lvl1pPr>
          </a:lstStyle>
          <a:p>
            <a:fld id="{D8FB45C0-4B32-43DE-93B9-6E575D49CD52}" type="slidenum">
              <a:rPr lang="en-IN" smtClean="0"/>
              <a:pPr/>
              <a:t>‹#›</a:t>
            </a:fld>
            <a:endParaRPr lang="en-IN"/>
          </a:p>
        </p:txBody>
      </p:sp>
    </p:spTree>
    <p:extLst>
      <p:ext uri="{BB962C8B-B14F-4D97-AF65-F5344CB8AC3E}">
        <p14:creationId xmlns:p14="http://schemas.microsoft.com/office/powerpoint/2010/main" val="16080152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ront Cover 3">
    <p:spTree>
      <p:nvGrpSpPr>
        <p:cNvPr id="1" name=""/>
        <p:cNvGrpSpPr/>
        <p:nvPr/>
      </p:nvGrpSpPr>
      <p:grpSpPr>
        <a:xfrm>
          <a:off x="0" y="0"/>
          <a:ext cx="0" cy="0"/>
          <a:chOff x="0" y="0"/>
          <a:chExt cx="0" cy="0"/>
        </a:xfrm>
      </p:grpSpPr>
      <p:sp>
        <p:nvSpPr>
          <p:cNvPr id="11" name="Graphic 6">
            <a:extLst>
              <a:ext uri="{FF2B5EF4-FFF2-40B4-BE49-F238E27FC236}">
                <a16:creationId xmlns:a16="http://schemas.microsoft.com/office/drawing/2014/main" id="{CB96A97A-286E-4767-B79F-09A200CF16F7}"/>
              </a:ext>
            </a:extLst>
          </p:cNvPr>
          <p:cNvSpPr/>
          <p:nvPr userDrawn="1"/>
        </p:nvSpPr>
        <p:spPr>
          <a:xfrm>
            <a:off x="0" y="0"/>
            <a:ext cx="624023" cy="6879800"/>
          </a:xfrm>
          <a:custGeom>
            <a:avLst/>
            <a:gdLst>
              <a:gd name="connsiteX0" fmla="*/ 624023 w 624023"/>
              <a:gd name="connsiteY0" fmla="*/ 6879801 h 6879800"/>
              <a:gd name="connsiteX1" fmla="*/ 0 w 624023"/>
              <a:gd name="connsiteY1" fmla="*/ 6879801 h 6879800"/>
              <a:gd name="connsiteX2" fmla="*/ 0 w 624023"/>
              <a:gd name="connsiteY2" fmla="*/ 0 h 6879800"/>
              <a:gd name="connsiteX3" fmla="*/ 92256 w 624023"/>
              <a:gd name="connsiteY3" fmla="*/ 0 h 6879800"/>
            </a:gdLst>
            <a:ahLst/>
            <a:cxnLst>
              <a:cxn ang="0">
                <a:pos x="connsiteX0" y="connsiteY0"/>
              </a:cxn>
              <a:cxn ang="0">
                <a:pos x="connsiteX1" y="connsiteY1"/>
              </a:cxn>
              <a:cxn ang="0">
                <a:pos x="connsiteX2" y="connsiteY2"/>
              </a:cxn>
              <a:cxn ang="0">
                <a:pos x="connsiteX3" y="connsiteY3"/>
              </a:cxn>
            </a:cxnLst>
            <a:rect l="l" t="t" r="r" b="b"/>
            <a:pathLst>
              <a:path w="624023" h="6879800">
                <a:moveTo>
                  <a:pt x="624023" y="6879801"/>
                </a:moveTo>
                <a:lnTo>
                  <a:pt x="0" y="6879801"/>
                </a:lnTo>
                <a:lnTo>
                  <a:pt x="0" y="0"/>
                </a:lnTo>
                <a:lnTo>
                  <a:pt x="92256" y="0"/>
                </a:lnTo>
                <a:close/>
              </a:path>
            </a:pathLst>
          </a:custGeom>
          <a:solidFill>
            <a:srgbClr val="1CD4B0"/>
          </a:solidFill>
          <a:ln w="34396" cap="flat">
            <a:noFill/>
            <a:prstDash val="solid"/>
            <a:miter/>
          </a:ln>
        </p:spPr>
        <p:txBody>
          <a:bodyPr rtlCol="0" anchor="ctr"/>
          <a:lstStyle/>
          <a:p>
            <a:endParaRPr lang="en-IN"/>
          </a:p>
        </p:txBody>
      </p:sp>
      <p:sp>
        <p:nvSpPr>
          <p:cNvPr id="12" name="Graphic 7">
            <a:extLst>
              <a:ext uri="{FF2B5EF4-FFF2-40B4-BE49-F238E27FC236}">
                <a16:creationId xmlns:a16="http://schemas.microsoft.com/office/drawing/2014/main" id="{F503C912-3DC2-4B28-A113-C93B67255A99}"/>
              </a:ext>
            </a:extLst>
          </p:cNvPr>
          <p:cNvSpPr/>
          <p:nvPr userDrawn="1"/>
        </p:nvSpPr>
        <p:spPr>
          <a:xfrm>
            <a:off x="7842954" y="0"/>
            <a:ext cx="4349046" cy="902992"/>
          </a:xfrm>
          <a:custGeom>
            <a:avLst/>
            <a:gdLst>
              <a:gd name="connsiteX0" fmla="*/ 0 w 4349046"/>
              <a:gd name="connsiteY0" fmla="*/ 0 h 902992"/>
              <a:gd name="connsiteX1" fmla="*/ 4349047 w 4349046"/>
              <a:gd name="connsiteY1" fmla="*/ 0 h 902992"/>
              <a:gd name="connsiteX2" fmla="*/ 4349047 w 4349046"/>
              <a:gd name="connsiteY2" fmla="*/ 902993 h 902992"/>
            </a:gdLst>
            <a:ahLst/>
            <a:cxnLst>
              <a:cxn ang="0">
                <a:pos x="connsiteX0" y="connsiteY0"/>
              </a:cxn>
              <a:cxn ang="0">
                <a:pos x="connsiteX1" y="connsiteY1"/>
              </a:cxn>
              <a:cxn ang="0">
                <a:pos x="connsiteX2" y="connsiteY2"/>
              </a:cxn>
            </a:cxnLst>
            <a:rect l="l" t="t" r="r" b="b"/>
            <a:pathLst>
              <a:path w="4349046" h="902992">
                <a:moveTo>
                  <a:pt x="0" y="0"/>
                </a:moveTo>
                <a:lnTo>
                  <a:pt x="4349047" y="0"/>
                </a:lnTo>
                <a:lnTo>
                  <a:pt x="4349047" y="902993"/>
                </a:lnTo>
                <a:close/>
              </a:path>
            </a:pathLst>
          </a:custGeom>
          <a:solidFill>
            <a:srgbClr val="1CD4B0"/>
          </a:solidFill>
          <a:ln w="43434" cap="flat">
            <a:no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4D875622-FF6D-478C-B2EF-3284BA22907E}"/>
              </a:ext>
            </a:extLst>
          </p:cNvPr>
          <p:cNvSpPr/>
          <p:nvPr userDrawn="1"/>
        </p:nvSpPr>
        <p:spPr>
          <a:xfrm>
            <a:off x="11674774" y="902992"/>
            <a:ext cx="517226" cy="5955008"/>
          </a:xfrm>
          <a:custGeom>
            <a:avLst/>
            <a:gdLst>
              <a:gd name="connsiteX0" fmla="*/ 762000 w 762000"/>
              <a:gd name="connsiteY0" fmla="*/ 0 h 5762625"/>
              <a:gd name="connsiteX1" fmla="*/ 762000 w 762000"/>
              <a:gd name="connsiteY1" fmla="*/ 5762625 h 5762625"/>
              <a:gd name="connsiteX2" fmla="*/ 0 w 762000"/>
              <a:gd name="connsiteY2" fmla="*/ 5762625 h 5762625"/>
              <a:gd name="connsiteX3" fmla="*/ 762000 w 762000"/>
              <a:gd name="connsiteY3" fmla="*/ 0 h 5762625"/>
            </a:gdLst>
            <a:ahLst/>
            <a:cxnLst>
              <a:cxn ang="0">
                <a:pos x="connsiteX0" y="connsiteY0"/>
              </a:cxn>
              <a:cxn ang="0">
                <a:pos x="connsiteX1" y="connsiteY1"/>
              </a:cxn>
              <a:cxn ang="0">
                <a:pos x="connsiteX2" y="connsiteY2"/>
              </a:cxn>
              <a:cxn ang="0">
                <a:pos x="connsiteX3" y="connsiteY3"/>
              </a:cxn>
            </a:cxnLst>
            <a:rect l="l" t="t" r="r" b="b"/>
            <a:pathLst>
              <a:path w="762000" h="5762625">
                <a:moveTo>
                  <a:pt x="762000" y="0"/>
                </a:moveTo>
                <a:lnTo>
                  <a:pt x="762000" y="5762625"/>
                </a:lnTo>
                <a:lnTo>
                  <a:pt x="0" y="5762625"/>
                </a:lnTo>
                <a:lnTo>
                  <a:pt x="762000" y="0"/>
                </a:lnTo>
                <a:close/>
              </a:path>
            </a:pathLst>
          </a:custGeom>
          <a:solidFill>
            <a:srgbClr val="1CD4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 Placeholder 9">
            <a:extLst>
              <a:ext uri="{FF2B5EF4-FFF2-40B4-BE49-F238E27FC236}">
                <a16:creationId xmlns:a16="http://schemas.microsoft.com/office/drawing/2014/main" id="{96C3F661-2AA1-491C-A49E-6837162EE004}"/>
              </a:ext>
            </a:extLst>
          </p:cNvPr>
          <p:cNvSpPr>
            <a:spLocks noGrp="1"/>
          </p:cNvSpPr>
          <p:nvPr>
            <p:ph type="body" sz="quarter" idx="16"/>
          </p:nvPr>
        </p:nvSpPr>
        <p:spPr>
          <a:xfrm>
            <a:off x="2273300" y="2892212"/>
            <a:ext cx="7645400" cy="547688"/>
          </a:xfrm>
        </p:spPr>
        <p:txBody>
          <a:bodyPr/>
          <a:lstStyle>
            <a:lvl1pPr algn="ctr">
              <a:buNone/>
              <a:defRPr sz="4000" b="1" i="0" baseline="0">
                <a:solidFill>
                  <a:srgbClr val="1CD4B0"/>
                </a:solidFill>
                <a:latin typeface="+mj-lt"/>
              </a:defRPr>
            </a:lvl1pPr>
          </a:lstStyle>
          <a:p>
            <a:pPr lvl="0"/>
            <a:r>
              <a:rPr lang="en-US"/>
              <a:t>Click to edit Master text styles</a:t>
            </a:r>
          </a:p>
        </p:txBody>
      </p:sp>
      <p:sp>
        <p:nvSpPr>
          <p:cNvPr id="17" name="Text Placeholder 17">
            <a:extLst>
              <a:ext uri="{FF2B5EF4-FFF2-40B4-BE49-F238E27FC236}">
                <a16:creationId xmlns:a16="http://schemas.microsoft.com/office/drawing/2014/main" id="{E5832E1F-00BC-4BFA-872D-FF4EAC16D0A6}"/>
              </a:ext>
            </a:extLst>
          </p:cNvPr>
          <p:cNvSpPr>
            <a:spLocks noGrp="1"/>
          </p:cNvSpPr>
          <p:nvPr>
            <p:ph type="body" sz="quarter" idx="17"/>
          </p:nvPr>
        </p:nvSpPr>
        <p:spPr>
          <a:xfrm>
            <a:off x="2933700" y="3456834"/>
            <a:ext cx="6324600" cy="547688"/>
          </a:xfrm>
        </p:spPr>
        <p:txBody>
          <a:bodyPr/>
          <a:lstStyle>
            <a:lvl1pPr algn="ctr">
              <a:buNone/>
              <a:defRPr sz="1800" b="1" i="0" baseline="0">
                <a:solidFill>
                  <a:srgbClr val="1CD4B0"/>
                </a:solidFill>
                <a:latin typeface="+mn-lt"/>
              </a:defRPr>
            </a:lvl1pPr>
          </a:lstStyle>
          <a:p>
            <a:pPr lvl="0"/>
            <a:r>
              <a:rPr lang="en-US"/>
              <a:t>Click to edit Master text styles</a:t>
            </a:r>
          </a:p>
        </p:txBody>
      </p:sp>
      <p:sp>
        <p:nvSpPr>
          <p:cNvPr id="2" name="Footer Placeholder 2">
            <a:extLst>
              <a:ext uri="{FF2B5EF4-FFF2-40B4-BE49-F238E27FC236}">
                <a16:creationId xmlns:a16="http://schemas.microsoft.com/office/drawing/2014/main" id="{EB89FDEB-3511-33A4-E1C8-F5DD6997BEA2}"/>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pic>
        <p:nvPicPr>
          <p:cNvPr id="5" name="Picture 4" descr="A green balloon shaped number&#10;&#10;Description automatically generated">
            <a:extLst>
              <a:ext uri="{FF2B5EF4-FFF2-40B4-BE49-F238E27FC236}">
                <a16:creationId xmlns:a16="http://schemas.microsoft.com/office/drawing/2014/main" id="{7284444E-7788-1C90-938F-7FA33A6A0FC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955237" y="217648"/>
            <a:ext cx="4281524" cy="1168400"/>
          </a:xfrm>
          <a:prstGeom prst="rect">
            <a:avLst/>
          </a:prstGeom>
        </p:spPr>
      </p:pic>
      <p:sp>
        <p:nvSpPr>
          <p:cNvPr id="3" name="Slide Number Placeholder 3">
            <a:extLst>
              <a:ext uri="{FF2B5EF4-FFF2-40B4-BE49-F238E27FC236}">
                <a16:creationId xmlns:a16="http://schemas.microsoft.com/office/drawing/2014/main" id="{140C5605-2B42-F381-A468-5722B34B539C}"/>
              </a:ext>
            </a:extLst>
          </p:cNvPr>
          <p:cNvSpPr>
            <a:spLocks noGrp="1"/>
          </p:cNvSpPr>
          <p:nvPr>
            <p:ph type="sldNum" sz="quarter" idx="20"/>
          </p:nvPr>
        </p:nvSpPr>
        <p:spPr>
          <a:xfrm>
            <a:off x="9448800" y="6492875"/>
            <a:ext cx="2743200" cy="365125"/>
          </a:xfrm>
        </p:spPr>
        <p:txBody>
          <a:bodyPr/>
          <a:lstStyle>
            <a:lvl1pPr>
              <a:defRPr>
                <a:latin typeface="+mn-lt"/>
              </a:defRPr>
            </a:lvl1pPr>
          </a:lstStyle>
          <a:p>
            <a:fld id="{D8FB45C0-4B32-43DE-93B9-6E575D49CD52}" type="slidenum">
              <a:rPr lang="en-IN" smtClean="0"/>
              <a:pPr/>
              <a:t>‹#›</a:t>
            </a:fld>
            <a:endParaRPr lang="en-IN"/>
          </a:p>
        </p:txBody>
      </p:sp>
    </p:spTree>
    <p:extLst>
      <p:ext uri="{BB962C8B-B14F-4D97-AF65-F5344CB8AC3E}">
        <p14:creationId xmlns:p14="http://schemas.microsoft.com/office/powerpoint/2010/main" val="11650530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Front Cover 4">
    <p:spTree>
      <p:nvGrpSpPr>
        <p:cNvPr id="1" name=""/>
        <p:cNvGrpSpPr/>
        <p:nvPr/>
      </p:nvGrpSpPr>
      <p:grpSpPr>
        <a:xfrm>
          <a:off x="0" y="0"/>
          <a:ext cx="0" cy="0"/>
          <a:chOff x="0" y="0"/>
          <a:chExt cx="0" cy="0"/>
        </a:xfrm>
      </p:grpSpPr>
      <p:sp>
        <p:nvSpPr>
          <p:cNvPr id="5" name="Footer Placeholder 2">
            <a:extLst>
              <a:ext uri="{FF2B5EF4-FFF2-40B4-BE49-F238E27FC236}">
                <a16:creationId xmlns:a16="http://schemas.microsoft.com/office/drawing/2014/main" id="{E948BF1E-39E1-DD27-B29B-F8150BDE81B3}"/>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sp>
        <p:nvSpPr>
          <p:cNvPr id="13" name="Graphic 6">
            <a:extLst>
              <a:ext uri="{FF2B5EF4-FFF2-40B4-BE49-F238E27FC236}">
                <a16:creationId xmlns:a16="http://schemas.microsoft.com/office/drawing/2014/main" id="{C1FB373B-F07E-4DD6-AB9C-B13179A17F84}"/>
              </a:ext>
            </a:extLst>
          </p:cNvPr>
          <p:cNvSpPr/>
          <p:nvPr userDrawn="1"/>
        </p:nvSpPr>
        <p:spPr>
          <a:xfrm>
            <a:off x="0" y="0"/>
            <a:ext cx="624023" cy="6879800"/>
          </a:xfrm>
          <a:custGeom>
            <a:avLst/>
            <a:gdLst>
              <a:gd name="connsiteX0" fmla="*/ 624023 w 624023"/>
              <a:gd name="connsiteY0" fmla="*/ 6879801 h 6879800"/>
              <a:gd name="connsiteX1" fmla="*/ 0 w 624023"/>
              <a:gd name="connsiteY1" fmla="*/ 6879801 h 6879800"/>
              <a:gd name="connsiteX2" fmla="*/ 0 w 624023"/>
              <a:gd name="connsiteY2" fmla="*/ 0 h 6879800"/>
              <a:gd name="connsiteX3" fmla="*/ 92256 w 624023"/>
              <a:gd name="connsiteY3" fmla="*/ 0 h 6879800"/>
            </a:gdLst>
            <a:ahLst/>
            <a:cxnLst>
              <a:cxn ang="0">
                <a:pos x="connsiteX0" y="connsiteY0"/>
              </a:cxn>
              <a:cxn ang="0">
                <a:pos x="connsiteX1" y="connsiteY1"/>
              </a:cxn>
              <a:cxn ang="0">
                <a:pos x="connsiteX2" y="connsiteY2"/>
              </a:cxn>
              <a:cxn ang="0">
                <a:pos x="connsiteX3" y="connsiteY3"/>
              </a:cxn>
            </a:cxnLst>
            <a:rect l="l" t="t" r="r" b="b"/>
            <a:pathLst>
              <a:path w="624023" h="6879800">
                <a:moveTo>
                  <a:pt x="624023" y="6879801"/>
                </a:moveTo>
                <a:lnTo>
                  <a:pt x="0" y="6879801"/>
                </a:lnTo>
                <a:lnTo>
                  <a:pt x="0" y="0"/>
                </a:lnTo>
                <a:lnTo>
                  <a:pt x="92256" y="0"/>
                </a:lnTo>
                <a:close/>
              </a:path>
            </a:pathLst>
          </a:custGeom>
          <a:solidFill>
            <a:srgbClr val="2A1072"/>
          </a:solidFill>
          <a:ln w="34396" cap="flat">
            <a:noFill/>
            <a:prstDash val="solid"/>
            <a:miter/>
          </a:ln>
        </p:spPr>
        <p:txBody>
          <a:bodyPr rtlCol="0" anchor="ctr"/>
          <a:lstStyle/>
          <a:p>
            <a:endParaRPr lang="en-IN"/>
          </a:p>
        </p:txBody>
      </p:sp>
      <p:sp>
        <p:nvSpPr>
          <p:cNvPr id="14" name="Graphic 7">
            <a:extLst>
              <a:ext uri="{FF2B5EF4-FFF2-40B4-BE49-F238E27FC236}">
                <a16:creationId xmlns:a16="http://schemas.microsoft.com/office/drawing/2014/main" id="{89339F1B-1E54-3582-7CA9-5F5DD72F32F3}"/>
              </a:ext>
            </a:extLst>
          </p:cNvPr>
          <p:cNvSpPr/>
          <p:nvPr userDrawn="1"/>
        </p:nvSpPr>
        <p:spPr>
          <a:xfrm>
            <a:off x="7842954" y="0"/>
            <a:ext cx="4349046" cy="902992"/>
          </a:xfrm>
          <a:custGeom>
            <a:avLst/>
            <a:gdLst>
              <a:gd name="connsiteX0" fmla="*/ 0 w 4349046"/>
              <a:gd name="connsiteY0" fmla="*/ 0 h 902992"/>
              <a:gd name="connsiteX1" fmla="*/ 4349047 w 4349046"/>
              <a:gd name="connsiteY1" fmla="*/ 0 h 902992"/>
              <a:gd name="connsiteX2" fmla="*/ 4349047 w 4349046"/>
              <a:gd name="connsiteY2" fmla="*/ 902993 h 902992"/>
            </a:gdLst>
            <a:ahLst/>
            <a:cxnLst>
              <a:cxn ang="0">
                <a:pos x="connsiteX0" y="connsiteY0"/>
              </a:cxn>
              <a:cxn ang="0">
                <a:pos x="connsiteX1" y="connsiteY1"/>
              </a:cxn>
              <a:cxn ang="0">
                <a:pos x="connsiteX2" y="connsiteY2"/>
              </a:cxn>
            </a:cxnLst>
            <a:rect l="l" t="t" r="r" b="b"/>
            <a:pathLst>
              <a:path w="4349046" h="902992">
                <a:moveTo>
                  <a:pt x="0" y="0"/>
                </a:moveTo>
                <a:lnTo>
                  <a:pt x="4349047" y="0"/>
                </a:lnTo>
                <a:lnTo>
                  <a:pt x="4349047" y="902993"/>
                </a:lnTo>
                <a:close/>
              </a:path>
            </a:pathLst>
          </a:custGeom>
          <a:solidFill>
            <a:srgbClr val="2A1072"/>
          </a:solidFill>
          <a:ln w="43434"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12B96D79-8BFC-EAFE-5EA4-52E78AFBD0FD}"/>
              </a:ext>
            </a:extLst>
          </p:cNvPr>
          <p:cNvSpPr/>
          <p:nvPr userDrawn="1"/>
        </p:nvSpPr>
        <p:spPr>
          <a:xfrm>
            <a:off x="11674774" y="902992"/>
            <a:ext cx="517226" cy="5955008"/>
          </a:xfrm>
          <a:custGeom>
            <a:avLst/>
            <a:gdLst>
              <a:gd name="connsiteX0" fmla="*/ 762000 w 762000"/>
              <a:gd name="connsiteY0" fmla="*/ 0 h 5762625"/>
              <a:gd name="connsiteX1" fmla="*/ 762000 w 762000"/>
              <a:gd name="connsiteY1" fmla="*/ 5762625 h 5762625"/>
              <a:gd name="connsiteX2" fmla="*/ 0 w 762000"/>
              <a:gd name="connsiteY2" fmla="*/ 5762625 h 5762625"/>
              <a:gd name="connsiteX3" fmla="*/ 762000 w 762000"/>
              <a:gd name="connsiteY3" fmla="*/ 0 h 5762625"/>
            </a:gdLst>
            <a:ahLst/>
            <a:cxnLst>
              <a:cxn ang="0">
                <a:pos x="connsiteX0" y="connsiteY0"/>
              </a:cxn>
              <a:cxn ang="0">
                <a:pos x="connsiteX1" y="connsiteY1"/>
              </a:cxn>
              <a:cxn ang="0">
                <a:pos x="connsiteX2" y="connsiteY2"/>
              </a:cxn>
              <a:cxn ang="0">
                <a:pos x="connsiteX3" y="connsiteY3"/>
              </a:cxn>
            </a:cxnLst>
            <a:rect l="l" t="t" r="r" b="b"/>
            <a:pathLst>
              <a:path w="762000" h="5762625">
                <a:moveTo>
                  <a:pt x="762000" y="0"/>
                </a:moveTo>
                <a:lnTo>
                  <a:pt x="762000" y="5762625"/>
                </a:lnTo>
                <a:lnTo>
                  <a:pt x="0" y="5762625"/>
                </a:lnTo>
                <a:lnTo>
                  <a:pt x="762000" y="0"/>
                </a:lnTo>
                <a:close/>
              </a:path>
            </a:pathLst>
          </a:custGeom>
          <a:solidFill>
            <a:srgbClr val="2A10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 Placeholder 9">
            <a:extLst>
              <a:ext uri="{FF2B5EF4-FFF2-40B4-BE49-F238E27FC236}">
                <a16:creationId xmlns:a16="http://schemas.microsoft.com/office/drawing/2014/main" id="{A9AEE6BC-0BA6-1C32-A0EA-32331A92C9E0}"/>
              </a:ext>
            </a:extLst>
          </p:cNvPr>
          <p:cNvSpPr>
            <a:spLocks noGrp="1"/>
          </p:cNvSpPr>
          <p:nvPr>
            <p:ph type="body" sz="quarter" idx="16"/>
          </p:nvPr>
        </p:nvSpPr>
        <p:spPr>
          <a:xfrm>
            <a:off x="2328333" y="2892212"/>
            <a:ext cx="7535333" cy="547688"/>
          </a:xfrm>
        </p:spPr>
        <p:txBody>
          <a:bodyPr/>
          <a:lstStyle>
            <a:lvl1pPr algn="ctr">
              <a:buNone/>
              <a:defRPr sz="4000" b="1" i="0" baseline="0">
                <a:solidFill>
                  <a:srgbClr val="2A1072"/>
                </a:solidFill>
                <a:latin typeface="+mj-lt"/>
              </a:defRPr>
            </a:lvl1pPr>
          </a:lstStyle>
          <a:p>
            <a:pPr lvl="0"/>
            <a:r>
              <a:rPr lang="en-US"/>
              <a:t>Click to edit Master text styles</a:t>
            </a:r>
          </a:p>
        </p:txBody>
      </p:sp>
      <p:sp>
        <p:nvSpPr>
          <p:cNvPr id="12" name="Text Placeholder 17">
            <a:extLst>
              <a:ext uri="{FF2B5EF4-FFF2-40B4-BE49-F238E27FC236}">
                <a16:creationId xmlns:a16="http://schemas.microsoft.com/office/drawing/2014/main" id="{AECA2FE3-2EEA-42BD-D6E1-3C21F613D1E8}"/>
              </a:ext>
            </a:extLst>
          </p:cNvPr>
          <p:cNvSpPr>
            <a:spLocks noGrp="1"/>
          </p:cNvSpPr>
          <p:nvPr>
            <p:ph type="body" sz="quarter" idx="17"/>
          </p:nvPr>
        </p:nvSpPr>
        <p:spPr>
          <a:xfrm>
            <a:off x="2933699" y="3445934"/>
            <a:ext cx="6324600" cy="547688"/>
          </a:xfrm>
        </p:spPr>
        <p:txBody>
          <a:bodyPr/>
          <a:lstStyle>
            <a:lvl1pPr algn="ctr">
              <a:buNone/>
              <a:defRPr sz="1800" b="1" i="0" baseline="0">
                <a:solidFill>
                  <a:srgbClr val="2A1072"/>
                </a:solidFill>
                <a:latin typeface="+mn-lt"/>
              </a:defRPr>
            </a:lvl1pPr>
          </a:lstStyle>
          <a:p>
            <a:pPr lvl="0"/>
            <a:r>
              <a:rPr lang="en-US"/>
              <a:t>Click to edit Master text styles</a:t>
            </a:r>
          </a:p>
        </p:txBody>
      </p:sp>
      <p:pic>
        <p:nvPicPr>
          <p:cNvPr id="3" name="Picture 2" descr="A green balloon shaped number&#10;&#10;Description automatically generated">
            <a:extLst>
              <a:ext uri="{FF2B5EF4-FFF2-40B4-BE49-F238E27FC236}">
                <a16:creationId xmlns:a16="http://schemas.microsoft.com/office/drawing/2014/main" id="{404FDE35-7DFD-C8BF-87F9-FBE7F91BA2A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955237" y="217648"/>
            <a:ext cx="4281524" cy="1168400"/>
          </a:xfrm>
          <a:prstGeom prst="rect">
            <a:avLst/>
          </a:prstGeom>
        </p:spPr>
      </p:pic>
      <p:sp>
        <p:nvSpPr>
          <p:cNvPr id="2" name="Slide Number Placeholder 3">
            <a:extLst>
              <a:ext uri="{FF2B5EF4-FFF2-40B4-BE49-F238E27FC236}">
                <a16:creationId xmlns:a16="http://schemas.microsoft.com/office/drawing/2014/main" id="{1F5D0A31-C5D6-A7B1-FED4-D456CEC1B533}"/>
              </a:ext>
            </a:extLst>
          </p:cNvPr>
          <p:cNvSpPr>
            <a:spLocks noGrp="1"/>
          </p:cNvSpPr>
          <p:nvPr>
            <p:ph type="sldNum" sz="quarter" idx="20"/>
          </p:nvPr>
        </p:nvSpPr>
        <p:spPr>
          <a:xfrm>
            <a:off x="9448800" y="6492875"/>
            <a:ext cx="2743200" cy="365125"/>
          </a:xfrm>
        </p:spPr>
        <p:txBody>
          <a:bodyPr/>
          <a:lstStyle>
            <a:lvl1pPr>
              <a:defRPr>
                <a:latin typeface="+mn-lt"/>
              </a:defRPr>
            </a:lvl1pPr>
          </a:lstStyle>
          <a:p>
            <a:fld id="{D8FB45C0-4B32-43DE-93B9-6E575D49CD52}" type="slidenum">
              <a:rPr lang="en-IN" smtClean="0"/>
              <a:pPr/>
              <a:t>‹#›</a:t>
            </a:fld>
            <a:endParaRPr lang="en-IN"/>
          </a:p>
        </p:txBody>
      </p:sp>
    </p:spTree>
    <p:extLst>
      <p:ext uri="{BB962C8B-B14F-4D97-AF65-F5344CB8AC3E}">
        <p14:creationId xmlns:p14="http://schemas.microsoft.com/office/powerpoint/2010/main" val="1068840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ront Cover 1">
    <p:spTree>
      <p:nvGrpSpPr>
        <p:cNvPr id="1" name=""/>
        <p:cNvGrpSpPr/>
        <p:nvPr/>
      </p:nvGrpSpPr>
      <p:grpSpPr>
        <a:xfrm>
          <a:off x="0" y="0"/>
          <a:ext cx="0" cy="0"/>
          <a:chOff x="0" y="0"/>
          <a:chExt cx="0" cy="0"/>
        </a:xfrm>
      </p:grpSpPr>
      <p:pic>
        <p:nvPicPr>
          <p:cNvPr id="8" name="Picture Placeholder 6" descr="A city skyline at night&#10;&#10;Description automatically generated with low confidence">
            <a:extLst>
              <a:ext uri="{FF2B5EF4-FFF2-40B4-BE49-F238E27FC236}">
                <a16:creationId xmlns:a16="http://schemas.microsoft.com/office/drawing/2014/main" id="{EF6D2824-F215-6B10-734E-52554CC2B41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92257" y="0"/>
            <a:ext cx="12099743" cy="6858000"/>
          </a:xfrm>
          <a:prstGeom prst="rect">
            <a:avLst/>
          </a:prstGeom>
        </p:spPr>
      </p:pic>
      <p:sp>
        <p:nvSpPr>
          <p:cNvPr id="14" name="Text Placeholder 9">
            <a:extLst>
              <a:ext uri="{FF2B5EF4-FFF2-40B4-BE49-F238E27FC236}">
                <a16:creationId xmlns:a16="http://schemas.microsoft.com/office/drawing/2014/main" id="{0ED05EF0-9EC3-4E8F-B564-BAC30BE9A7A2}"/>
              </a:ext>
            </a:extLst>
          </p:cNvPr>
          <p:cNvSpPr>
            <a:spLocks noGrp="1"/>
          </p:cNvSpPr>
          <p:nvPr>
            <p:ph type="body" sz="quarter" idx="16"/>
          </p:nvPr>
        </p:nvSpPr>
        <p:spPr>
          <a:xfrm>
            <a:off x="2273300" y="2881312"/>
            <a:ext cx="7645400" cy="547688"/>
          </a:xfrm>
        </p:spPr>
        <p:txBody>
          <a:bodyPr/>
          <a:lstStyle>
            <a:lvl1pPr algn="ctr">
              <a:buNone/>
              <a:defRPr sz="4000" b="1" i="0" baseline="0">
                <a:solidFill>
                  <a:schemeClr val="bg1"/>
                </a:solidFill>
                <a:latin typeface="+mj-lt"/>
              </a:defRPr>
            </a:lvl1pPr>
          </a:lstStyle>
          <a:p>
            <a:pPr lvl="0"/>
            <a:r>
              <a:rPr lang="en-US"/>
              <a:t>Click to edit Master text styles</a:t>
            </a:r>
          </a:p>
        </p:txBody>
      </p:sp>
      <p:sp>
        <p:nvSpPr>
          <p:cNvPr id="15" name="Text Placeholder 17">
            <a:extLst>
              <a:ext uri="{FF2B5EF4-FFF2-40B4-BE49-F238E27FC236}">
                <a16:creationId xmlns:a16="http://schemas.microsoft.com/office/drawing/2014/main" id="{99E22C9F-FE4D-4097-93A1-731F1932E792}"/>
              </a:ext>
            </a:extLst>
          </p:cNvPr>
          <p:cNvSpPr>
            <a:spLocks noGrp="1"/>
          </p:cNvSpPr>
          <p:nvPr>
            <p:ph type="body" sz="quarter" idx="17"/>
          </p:nvPr>
        </p:nvSpPr>
        <p:spPr>
          <a:xfrm>
            <a:off x="2933700" y="3429000"/>
            <a:ext cx="6324600" cy="547688"/>
          </a:xfrm>
        </p:spPr>
        <p:txBody>
          <a:bodyPr/>
          <a:lstStyle>
            <a:lvl1pPr algn="ctr">
              <a:buNone/>
              <a:defRPr sz="1800" b="1" i="0" baseline="0">
                <a:solidFill>
                  <a:schemeClr val="bg1"/>
                </a:solidFill>
                <a:latin typeface="+mn-lt"/>
              </a:defRPr>
            </a:lvl1pPr>
          </a:lstStyle>
          <a:p>
            <a:pPr lvl="0"/>
            <a:r>
              <a:rPr lang="en-US"/>
              <a:t>Click to edit Master text styles</a:t>
            </a:r>
          </a:p>
        </p:txBody>
      </p:sp>
      <p:sp>
        <p:nvSpPr>
          <p:cNvPr id="2" name="Footer Placeholder 2">
            <a:extLst>
              <a:ext uri="{FF2B5EF4-FFF2-40B4-BE49-F238E27FC236}">
                <a16:creationId xmlns:a16="http://schemas.microsoft.com/office/drawing/2014/main" id="{877054E4-9E2F-F4EC-E15C-C7BC22045EAD}"/>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sp>
        <p:nvSpPr>
          <p:cNvPr id="3" name="Graphic 6">
            <a:extLst>
              <a:ext uri="{FF2B5EF4-FFF2-40B4-BE49-F238E27FC236}">
                <a16:creationId xmlns:a16="http://schemas.microsoft.com/office/drawing/2014/main" id="{A7AED901-A7E9-64BC-D658-A882001F04D5}"/>
              </a:ext>
            </a:extLst>
          </p:cNvPr>
          <p:cNvSpPr/>
          <p:nvPr userDrawn="1"/>
        </p:nvSpPr>
        <p:spPr>
          <a:xfrm>
            <a:off x="0" y="0"/>
            <a:ext cx="624023" cy="6879800"/>
          </a:xfrm>
          <a:custGeom>
            <a:avLst/>
            <a:gdLst>
              <a:gd name="connsiteX0" fmla="*/ 624023 w 624023"/>
              <a:gd name="connsiteY0" fmla="*/ 6879801 h 6879800"/>
              <a:gd name="connsiteX1" fmla="*/ 0 w 624023"/>
              <a:gd name="connsiteY1" fmla="*/ 6879801 h 6879800"/>
              <a:gd name="connsiteX2" fmla="*/ 0 w 624023"/>
              <a:gd name="connsiteY2" fmla="*/ 0 h 6879800"/>
              <a:gd name="connsiteX3" fmla="*/ 92256 w 624023"/>
              <a:gd name="connsiteY3" fmla="*/ 0 h 6879800"/>
            </a:gdLst>
            <a:ahLst/>
            <a:cxnLst>
              <a:cxn ang="0">
                <a:pos x="connsiteX0" y="connsiteY0"/>
              </a:cxn>
              <a:cxn ang="0">
                <a:pos x="connsiteX1" y="connsiteY1"/>
              </a:cxn>
              <a:cxn ang="0">
                <a:pos x="connsiteX2" y="connsiteY2"/>
              </a:cxn>
              <a:cxn ang="0">
                <a:pos x="connsiteX3" y="connsiteY3"/>
              </a:cxn>
            </a:cxnLst>
            <a:rect l="l" t="t" r="r" b="b"/>
            <a:pathLst>
              <a:path w="624023" h="6879800">
                <a:moveTo>
                  <a:pt x="624023" y="6879801"/>
                </a:moveTo>
                <a:lnTo>
                  <a:pt x="0" y="6879801"/>
                </a:lnTo>
                <a:lnTo>
                  <a:pt x="0" y="0"/>
                </a:lnTo>
                <a:lnTo>
                  <a:pt x="92256" y="0"/>
                </a:lnTo>
                <a:close/>
              </a:path>
            </a:pathLst>
          </a:custGeom>
          <a:solidFill>
            <a:srgbClr val="1ED760"/>
          </a:solidFill>
          <a:ln w="34396" cap="flat">
            <a:noFill/>
            <a:prstDash val="solid"/>
            <a:miter/>
          </a:ln>
        </p:spPr>
        <p:txBody>
          <a:bodyPr rtlCol="0" anchor="ctr"/>
          <a:lstStyle/>
          <a:p>
            <a:endParaRPr lang="en-IN"/>
          </a:p>
        </p:txBody>
      </p:sp>
      <p:sp>
        <p:nvSpPr>
          <p:cNvPr id="5" name="Graphic 7">
            <a:extLst>
              <a:ext uri="{FF2B5EF4-FFF2-40B4-BE49-F238E27FC236}">
                <a16:creationId xmlns:a16="http://schemas.microsoft.com/office/drawing/2014/main" id="{D1EE6FF8-F32D-29BC-E403-A0A49D46DDA7}"/>
              </a:ext>
            </a:extLst>
          </p:cNvPr>
          <p:cNvSpPr/>
          <p:nvPr userDrawn="1"/>
        </p:nvSpPr>
        <p:spPr>
          <a:xfrm>
            <a:off x="7842954" y="0"/>
            <a:ext cx="4349046" cy="902992"/>
          </a:xfrm>
          <a:custGeom>
            <a:avLst/>
            <a:gdLst>
              <a:gd name="connsiteX0" fmla="*/ 0 w 4349046"/>
              <a:gd name="connsiteY0" fmla="*/ 0 h 902992"/>
              <a:gd name="connsiteX1" fmla="*/ 4349047 w 4349046"/>
              <a:gd name="connsiteY1" fmla="*/ 0 h 902992"/>
              <a:gd name="connsiteX2" fmla="*/ 4349047 w 4349046"/>
              <a:gd name="connsiteY2" fmla="*/ 902993 h 902992"/>
            </a:gdLst>
            <a:ahLst/>
            <a:cxnLst>
              <a:cxn ang="0">
                <a:pos x="connsiteX0" y="connsiteY0"/>
              </a:cxn>
              <a:cxn ang="0">
                <a:pos x="connsiteX1" y="connsiteY1"/>
              </a:cxn>
              <a:cxn ang="0">
                <a:pos x="connsiteX2" y="connsiteY2"/>
              </a:cxn>
            </a:cxnLst>
            <a:rect l="l" t="t" r="r" b="b"/>
            <a:pathLst>
              <a:path w="4349046" h="902992">
                <a:moveTo>
                  <a:pt x="0" y="0"/>
                </a:moveTo>
                <a:lnTo>
                  <a:pt x="4349047" y="0"/>
                </a:lnTo>
                <a:lnTo>
                  <a:pt x="4349047" y="902993"/>
                </a:lnTo>
                <a:close/>
              </a:path>
            </a:pathLst>
          </a:custGeom>
          <a:solidFill>
            <a:srgbClr val="1ED760"/>
          </a:solidFill>
          <a:ln w="43434" cap="flat">
            <a:noFill/>
            <a:prstDash val="solid"/>
            <a:miter/>
          </a:ln>
        </p:spPr>
        <p:txBody>
          <a:bodyPr rtlCol="0" anchor="ctr"/>
          <a:lstStyle/>
          <a:p>
            <a:endParaRPr lang="en-IN"/>
          </a:p>
        </p:txBody>
      </p:sp>
      <p:sp>
        <p:nvSpPr>
          <p:cNvPr id="6" name="Freeform: Shape 5">
            <a:extLst>
              <a:ext uri="{FF2B5EF4-FFF2-40B4-BE49-F238E27FC236}">
                <a16:creationId xmlns:a16="http://schemas.microsoft.com/office/drawing/2014/main" id="{CE7C1141-CCC6-DD5C-1BA2-48EF69444365}"/>
              </a:ext>
            </a:extLst>
          </p:cNvPr>
          <p:cNvSpPr/>
          <p:nvPr userDrawn="1"/>
        </p:nvSpPr>
        <p:spPr>
          <a:xfrm>
            <a:off x="11674774" y="902992"/>
            <a:ext cx="517226" cy="5955008"/>
          </a:xfrm>
          <a:custGeom>
            <a:avLst/>
            <a:gdLst>
              <a:gd name="connsiteX0" fmla="*/ 762000 w 762000"/>
              <a:gd name="connsiteY0" fmla="*/ 0 h 5762625"/>
              <a:gd name="connsiteX1" fmla="*/ 762000 w 762000"/>
              <a:gd name="connsiteY1" fmla="*/ 5762625 h 5762625"/>
              <a:gd name="connsiteX2" fmla="*/ 0 w 762000"/>
              <a:gd name="connsiteY2" fmla="*/ 5762625 h 5762625"/>
              <a:gd name="connsiteX3" fmla="*/ 762000 w 762000"/>
              <a:gd name="connsiteY3" fmla="*/ 0 h 5762625"/>
            </a:gdLst>
            <a:ahLst/>
            <a:cxnLst>
              <a:cxn ang="0">
                <a:pos x="connsiteX0" y="connsiteY0"/>
              </a:cxn>
              <a:cxn ang="0">
                <a:pos x="connsiteX1" y="connsiteY1"/>
              </a:cxn>
              <a:cxn ang="0">
                <a:pos x="connsiteX2" y="connsiteY2"/>
              </a:cxn>
              <a:cxn ang="0">
                <a:pos x="connsiteX3" y="connsiteY3"/>
              </a:cxn>
            </a:cxnLst>
            <a:rect l="l" t="t" r="r" b="b"/>
            <a:pathLst>
              <a:path w="762000" h="5762625">
                <a:moveTo>
                  <a:pt x="762000" y="0"/>
                </a:moveTo>
                <a:lnTo>
                  <a:pt x="762000" y="5762625"/>
                </a:lnTo>
                <a:lnTo>
                  <a:pt x="0" y="5762625"/>
                </a:lnTo>
                <a:lnTo>
                  <a:pt x="762000" y="0"/>
                </a:lnTo>
                <a:close/>
              </a:path>
            </a:pathLst>
          </a:custGeom>
          <a:solidFill>
            <a:srgbClr val="1ED7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descr="A black and white logo&#10;&#10;Description automatically generated">
            <a:extLst>
              <a:ext uri="{FF2B5EF4-FFF2-40B4-BE49-F238E27FC236}">
                <a16:creationId xmlns:a16="http://schemas.microsoft.com/office/drawing/2014/main" id="{8A6744C8-738B-827C-AEE7-C231F0129D9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731934" y="608070"/>
            <a:ext cx="741600" cy="1001369"/>
          </a:xfrm>
          <a:prstGeom prst="rect">
            <a:avLst/>
          </a:prstGeom>
        </p:spPr>
      </p:pic>
      <p:sp>
        <p:nvSpPr>
          <p:cNvPr id="9" name="Slide Number Placeholder 3">
            <a:extLst>
              <a:ext uri="{FF2B5EF4-FFF2-40B4-BE49-F238E27FC236}">
                <a16:creationId xmlns:a16="http://schemas.microsoft.com/office/drawing/2014/main" id="{47BB154A-FEF8-6C35-4E27-933D291FE02B}"/>
              </a:ext>
            </a:extLst>
          </p:cNvPr>
          <p:cNvSpPr>
            <a:spLocks noGrp="1"/>
          </p:cNvSpPr>
          <p:nvPr>
            <p:ph type="sldNum" sz="quarter" idx="20"/>
          </p:nvPr>
        </p:nvSpPr>
        <p:spPr>
          <a:xfrm>
            <a:off x="9448800" y="6492875"/>
            <a:ext cx="2743200" cy="365125"/>
          </a:xfrm>
        </p:spPr>
        <p:txBody>
          <a:bodyPr/>
          <a:lstStyle>
            <a:lvl1pPr>
              <a:defRPr>
                <a:latin typeface="+mn-lt"/>
              </a:defRPr>
            </a:lvl1pPr>
          </a:lstStyle>
          <a:p>
            <a:fld id="{D8FB45C0-4B32-43DE-93B9-6E575D49CD52}" type="slidenum">
              <a:rPr lang="en-IN" smtClean="0"/>
              <a:pPr/>
              <a:t>‹#›</a:t>
            </a:fld>
            <a:endParaRPr lang="en-IN"/>
          </a:p>
        </p:txBody>
      </p:sp>
    </p:spTree>
    <p:extLst>
      <p:ext uri="{BB962C8B-B14F-4D97-AF65-F5344CB8AC3E}">
        <p14:creationId xmlns:p14="http://schemas.microsoft.com/office/powerpoint/2010/main" val="9164223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Front Cover 2">
    <p:spTree>
      <p:nvGrpSpPr>
        <p:cNvPr id="1" name=""/>
        <p:cNvGrpSpPr/>
        <p:nvPr/>
      </p:nvGrpSpPr>
      <p:grpSpPr>
        <a:xfrm>
          <a:off x="0" y="0"/>
          <a:ext cx="0" cy="0"/>
          <a:chOff x="0" y="0"/>
          <a:chExt cx="0" cy="0"/>
        </a:xfrm>
      </p:grpSpPr>
      <p:grpSp>
        <p:nvGrpSpPr>
          <p:cNvPr id="12" name="Graphic 17">
            <a:extLst>
              <a:ext uri="{FF2B5EF4-FFF2-40B4-BE49-F238E27FC236}">
                <a16:creationId xmlns:a16="http://schemas.microsoft.com/office/drawing/2014/main" id="{EFE3D12C-762B-4148-9615-8B4628F2EE81}"/>
              </a:ext>
            </a:extLst>
          </p:cNvPr>
          <p:cNvGrpSpPr/>
          <p:nvPr userDrawn="1"/>
        </p:nvGrpSpPr>
        <p:grpSpPr>
          <a:xfrm>
            <a:off x="5727225" y="552512"/>
            <a:ext cx="737549" cy="993652"/>
            <a:chOff x="5733562" y="857250"/>
            <a:chExt cx="737549" cy="993652"/>
          </a:xfrm>
          <a:solidFill>
            <a:srgbClr val="1ED760"/>
          </a:solidFill>
        </p:grpSpPr>
        <p:sp>
          <p:nvSpPr>
            <p:cNvPr id="13" name="Freeform: Shape 12">
              <a:extLst>
                <a:ext uri="{FF2B5EF4-FFF2-40B4-BE49-F238E27FC236}">
                  <a16:creationId xmlns:a16="http://schemas.microsoft.com/office/drawing/2014/main" id="{6E49B33F-9651-4CEE-A771-7C7F72C689F6}"/>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grpFill/>
            <a:ln w="38100"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83CED36D-D247-4057-B9AE-754DA849D839}"/>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grpFill/>
            <a:ln w="38100" cap="flat">
              <a:noFill/>
              <a:prstDash val="solid"/>
              <a:miter/>
            </a:ln>
          </p:spPr>
          <p:txBody>
            <a:bodyPr rtlCol="0" anchor="ctr"/>
            <a:lstStyle/>
            <a:p>
              <a:endParaRPr lang="en-IN"/>
            </a:p>
          </p:txBody>
        </p:sp>
      </p:grpSp>
      <p:sp>
        <p:nvSpPr>
          <p:cNvPr id="16" name="Graphic 6">
            <a:extLst>
              <a:ext uri="{FF2B5EF4-FFF2-40B4-BE49-F238E27FC236}">
                <a16:creationId xmlns:a16="http://schemas.microsoft.com/office/drawing/2014/main" id="{8E067D1B-4A7E-4144-832C-EFD347623974}"/>
              </a:ext>
            </a:extLst>
          </p:cNvPr>
          <p:cNvSpPr/>
          <p:nvPr userDrawn="1"/>
        </p:nvSpPr>
        <p:spPr>
          <a:xfrm>
            <a:off x="0" y="0"/>
            <a:ext cx="624023" cy="6879800"/>
          </a:xfrm>
          <a:custGeom>
            <a:avLst/>
            <a:gdLst>
              <a:gd name="connsiteX0" fmla="*/ 624023 w 624023"/>
              <a:gd name="connsiteY0" fmla="*/ 6879801 h 6879800"/>
              <a:gd name="connsiteX1" fmla="*/ 0 w 624023"/>
              <a:gd name="connsiteY1" fmla="*/ 6879801 h 6879800"/>
              <a:gd name="connsiteX2" fmla="*/ 0 w 624023"/>
              <a:gd name="connsiteY2" fmla="*/ 0 h 6879800"/>
              <a:gd name="connsiteX3" fmla="*/ 92256 w 624023"/>
              <a:gd name="connsiteY3" fmla="*/ 0 h 6879800"/>
            </a:gdLst>
            <a:ahLst/>
            <a:cxnLst>
              <a:cxn ang="0">
                <a:pos x="connsiteX0" y="connsiteY0"/>
              </a:cxn>
              <a:cxn ang="0">
                <a:pos x="connsiteX1" y="connsiteY1"/>
              </a:cxn>
              <a:cxn ang="0">
                <a:pos x="connsiteX2" y="connsiteY2"/>
              </a:cxn>
              <a:cxn ang="0">
                <a:pos x="connsiteX3" y="connsiteY3"/>
              </a:cxn>
            </a:cxnLst>
            <a:rect l="l" t="t" r="r" b="b"/>
            <a:pathLst>
              <a:path w="624023" h="6879800">
                <a:moveTo>
                  <a:pt x="624023" y="6879801"/>
                </a:moveTo>
                <a:lnTo>
                  <a:pt x="0" y="6879801"/>
                </a:lnTo>
                <a:lnTo>
                  <a:pt x="0" y="0"/>
                </a:lnTo>
                <a:lnTo>
                  <a:pt x="92256" y="0"/>
                </a:lnTo>
                <a:close/>
              </a:path>
            </a:pathLst>
          </a:custGeom>
          <a:solidFill>
            <a:srgbClr val="1ED760"/>
          </a:solidFill>
          <a:ln w="34396" cap="flat">
            <a:noFill/>
            <a:prstDash val="solid"/>
            <a:miter/>
          </a:ln>
        </p:spPr>
        <p:txBody>
          <a:bodyPr rtlCol="0" anchor="ctr"/>
          <a:lstStyle/>
          <a:p>
            <a:endParaRPr lang="en-IN"/>
          </a:p>
        </p:txBody>
      </p:sp>
      <p:sp>
        <p:nvSpPr>
          <p:cNvPr id="17" name="Graphic 7">
            <a:extLst>
              <a:ext uri="{FF2B5EF4-FFF2-40B4-BE49-F238E27FC236}">
                <a16:creationId xmlns:a16="http://schemas.microsoft.com/office/drawing/2014/main" id="{55675018-36BB-4715-8328-06FECA194EE7}"/>
              </a:ext>
            </a:extLst>
          </p:cNvPr>
          <p:cNvSpPr/>
          <p:nvPr userDrawn="1"/>
        </p:nvSpPr>
        <p:spPr>
          <a:xfrm>
            <a:off x="7842954" y="0"/>
            <a:ext cx="4349046" cy="902992"/>
          </a:xfrm>
          <a:custGeom>
            <a:avLst/>
            <a:gdLst>
              <a:gd name="connsiteX0" fmla="*/ 0 w 4349046"/>
              <a:gd name="connsiteY0" fmla="*/ 0 h 902992"/>
              <a:gd name="connsiteX1" fmla="*/ 4349047 w 4349046"/>
              <a:gd name="connsiteY1" fmla="*/ 0 h 902992"/>
              <a:gd name="connsiteX2" fmla="*/ 4349047 w 4349046"/>
              <a:gd name="connsiteY2" fmla="*/ 902993 h 902992"/>
            </a:gdLst>
            <a:ahLst/>
            <a:cxnLst>
              <a:cxn ang="0">
                <a:pos x="connsiteX0" y="connsiteY0"/>
              </a:cxn>
              <a:cxn ang="0">
                <a:pos x="connsiteX1" y="connsiteY1"/>
              </a:cxn>
              <a:cxn ang="0">
                <a:pos x="connsiteX2" y="connsiteY2"/>
              </a:cxn>
            </a:cxnLst>
            <a:rect l="l" t="t" r="r" b="b"/>
            <a:pathLst>
              <a:path w="4349046" h="902992">
                <a:moveTo>
                  <a:pt x="0" y="0"/>
                </a:moveTo>
                <a:lnTo>
                  <a:pt x="4349047" y="0"/>
                </a:lnTo>
                <a:lnTo>
                  <a:pt x="4349047" y="902993"/>
                </a:lnTo>
                <a:close/>
              </a:path>
            </a:pathLst>
          </a:custGeom>
          <a:solidFill>
            <a:srgbClr val="1ED760"/>
          </a:solidFill>
          <a:ln w="43434"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BB24E2A6-8340-4174-86C4-523693F99DF3}"/>
              </a:ext>
            </a:extLst>
          </p:cNvPr>
          <p:cNvSpPr/>
          <p:nvPr userDrawn="1"/>
        </p:nvSpPr>
        <p:spPr>
          <a:xfrm>
            <a:off x="11674774" y="902992"/>
            <a:ext cx="517226" cy="5955008"/>
          </a:xfrm>
          <a:custGeom>
            <a:avLst/>
            <a:gdLst>
              <a:gd name="connsiteX0" fmla="*/ 762000 w 762000"/>
              <a:gd name="connsiteY0" fmla="*/ 0 h 5762625"/>
              <a:gd name="connsiteX1" fmla="*/ 762000 w 762000"/>
              <a:gd name="connsiteY1" fmla="*/ 5762625 h 5762625"/>
              <a:gd name="connsiteX2" fmla="*/ 0 w 762000"/>
              <a:gd name="connsiteY2" fmla="*/ 5762625 h 5762625"/>
              <a:gd name="connsiteX3" fmla="*/ 762000 w 762000"/>
              <a:gd name="connsiteY3" fmla="*/ 0 h 5762625"/>
            </a:gdLst>
            <a:ahLst/>
            <a:cxnLst>
              <a:cxn ang="0">
                <a:pos x="connsiteX0" y="connsiteY0"/>
              </a:cxn>
              <a:cxn ang="0">
                <a:pos x="connsiteX1" y="connsiteY1"/>
              </a:cxn>
              <a:cxn ang="0">
                <a:pos x="connsiteX2" y="connsiteY2"/>
              </a:cxn>
              <a:cxn ang="0">
                <a:pos x="connsiteX3" y="connsiteY3"/>
              </a:cxn>
            </a:cxnLst>
            <a:rect l="l" t="t" r="r" b="b"/>
            <a:pathLst>
              <a:path w="762000" h="5762625">
                <a:moveTo>
                  <a:pt x="762000" y="0"/>
                </a:moveTo>
                <a:lnTo>
                  <a:pt x="762000" y="5762625"/>
                </a:lnTo>
                <a:lnTo>
                  <a:pt x="0" y="5762625"/>
                </a:lnTo>
                <a:lnTo>
                  <a:pt x="762000" y="0"/>
                </a:lnTo>
                <a:close/>
              </a:path>
            </a:pathLst>
          </a:custGeom>
          <a:solidFill>
            <a:srgbClr val="1ED7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 Placeholder 9">
            <a:extLst>
              <a:ext uri="{FF2B5EF4-FFF2-40B4-BE49-F238E27FC236}">
                <a16:creationId xmlns:a16="http://schemas.microsoft.com/office/drawing/2014/main" id="{E0FE3918-6DC3-4F7E-A387-D0C0B48FA46A}"/>
              </a:ext>
            </a:extLst>
          </p:cNvPr>
          <p:cNvSpPr>
            <a:spLocks noGrp="1"/>
          </p:cNvSpPr>
          <p:nvPr>
            <p:ph type="body" sz="quarter" idx="16"/>
          </p:nvPr>
        </p:nvSpPr>
        <p:spPr>
          <a:xfrm>
            <a:off x="2328333" y="2892212"/>
            <a:ext cx="7535333" cy="547688"/>
          </a:xfrm>
        </p:spPr>
        <p:txBody>
          <a:bodyPr/>
          <a:lstStyle>
            <a:lvl1pPr algn="ctr">
              <a:buNone/>
              <a:defRPr sz="4000" b="1" i="0" baseline="0">
                <a:solidFill>
                  <a:srgbClr val="1ED760"/>
                </a:solidFill>
                <a:latin typeface="+mj-lt"/>
              </a:defRPr>
            </a:lvl1pPr>
          </a:lstStyle>
          <a:p>
            <a:pPr lvl="0"/>
            <a:r>
              <a:rPr lang="en-US"/>
              <a:t>Click to edit Master text styles</a:t>
            </a:r>
          </a:p>
        </p:txBody>
      </p:sp>
      <p:sp>
        <p:nvSpPr>
          <p:cNvPr id="19" name="Text Placeholder 17">
            <a:extLst>
              <a:ext uri="{FF2B5EF4-FFF2-40B4-BE49-F238E27FC236}">
                <a16:creationId xmlns:a16="http://schemas.microsoft.com/office/drawing/2014/main" id="{3F45B219-287E-4AA3-AC91-8F98C38BE6E9}"/>
              </a:ext>
            </a:extLst>
          </p:cNvPr>
          <p:cNvSpPr>
            <a:spLocks noGrp="1"/>
          </p:cNvSpPr>
          <p:nvPr>
            <p:ph type="body" sz="quarter" idx="17"/>
          </p:nvPr>
        </p:nvSpPr>
        <p:spPr>
          <a:xfrm>
            <a:off x="2933699" y="3445934"/>
            <a:ext cx="6324600" cy="547688"/>
          </a:xfrm>
        </p:spPr>
        <p:txBody>
          <a:bodyPr/>
          <a:lstStyle>
            <a:lvl1pPr algn="ctr">
              <a:buNone/>
              <a:defRPr sz="1800" b="1" i="0" baseline="0">
                <a:solidFill>
                  <a:srgbClr val="1ED760"/>
                </a:solidFill>
                <a:latin typeface="+mn-lt"/>
              </a:defRPr>
            </a:lvl1pPr>
          </a:lstStyle>
          <a:p>
            <a:pPr lvl="0"/>
            <a:r>
              <a:rPr lang="en-US"/>
              <a:t>Click to edit Master text styles</a:t>
            </a:r>
          </a:p>
        </p:txBody>
      </p:sp>
      <p:sp>
        <p:nvSpPr>
          <p:cNvPr id="2" name="Footer Placeholder 2">
            <a:extLst>
              <a:ext uri="{FF2B5EF4-FFF2-40B4-BE49-F238E27FC236}">
                <a16:creationId xmlns:a16="http://schemas.microsoft.com/office/drawing/2014/main" id="{1B9EC6EC-AEDB-8742-312A-77EABD5D36A5}"/>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sp>
        <p:nvSpPr>
          <p:cNvPr id="5" name="Slide Number Placeholder 3">
            <a:extLst>
              <a:ext uri="{FF2B5EF4-FFF2-40B4-BE49-F238E27FC236}">
                <a16:creationId xmlns:a16="http://schemas.microsoft.com/office/drawing/2014/main" id="{7C83FD93-827B-6402-009B-19C84403EB46}"/>
              </a:ext>
            </a:extLst>
          </p:cNvPr>
          <p:cNvSpPr txBox="1">
            <a:spLocks/>
          </p:cNvSpPr>
          <p:nvPr userDrawn="1"/>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8FB45C0-4B32-43DE-93B9-6E575D49CD52}" type="slidenum">
              <a:rPr lang="en-IN" smtClean="0">
                <a:solidFill>
                  <a:prstClr val="black">
                    <a:tint val="75000"/>
                  </a:prstClr>
                </a:solidFill>
                <a:latin typeface="Segoe UI"/>
              </a:rPr>
              <a:pPr/>
              <a:t>‹#›</a:t>
            </a:fld>
            <a:endParaRPr lang="en-IN">
              <a:solidFill>
                <a:prstClr val="black">
                  <a:tint val="75000"/>
                </a:prstClr>
              </a:solidFill>
              <a:latin typeface="Segoe UI"/>
            </a:endParaRPr>
          </a:p>
        </p:txBody>
      </p:sp>
    </p:spTree>
    <p:extLst>
      <p:ext uri="{BB962C8B-B14F-4D97-AF65-F5344CB8AC3E}">
        <p14:creationId xmlns:p14="http://schemas.microsoft.com/office/powerpoint/2010/main" val="40793193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Front Cover 3">
    <p:spTree>
      <p:nvGrpSpPr>
        <p:cNvPr id="1" name=""/>
        <p:cNvGrpSpPr/>
        <p:nvPr/>
      </p:nvGrpSpPr>
      <p:grpSpPr>
        <a:xfrm>
          <a:off x="0" y="0"/>
          <a:ext cx="0" cy="0"/>
          <a:chOff x="0" y="0"/>
          <a:chExt cx="0" cy="0"/>
        </a:xfrm>
      </p:grpSpPr>
      <p:grpSp>
        <p:nvGrpSpPr>
          <p:cNvPr id="15" name="Graphic 17">
            <a:extLst>
              <a:ext uri="{FF2B5EF4-FFF2-40B4-BE49-F238E27FC236}">
                <a16:creationId xmlns:a16="http://schemas.microsoft.com/office/drawing/2014/main" id="{D92D3B93-2482-4732-9D2D-5534023E9B4A}"/>
              </a:ext>
            </a:extLst>
          </p:cNvPr>
          <p:cNvGrpSpPr/>
          <p:nvPr userDrawn="1"/>
        </p:nvGrpSpPr>
        <p:grpSpPr>
          <a:xfrm>
            <a:off x="5727225" y="552660"/>
            <a:ext cx="737549" cy="993652"/>
            <a:chOff x="5733562" y="857250"/>
            <a:chExt cx="737549" cy="993652"/>
          </a:xfrm>
          <a:solidFill>
            <a:srgbClr val="1ED760"/>
          </a:solidFill>
        </p:grpSpPr>
        <p:sp>
          <p:nvSpPr>
            <p:cNvPr id="16" name="Freeform: Shape 15">
              <a:extLst>
                <a:ext uri="{FF2B5EF4-FFF2-40B4-BE49-F238E27FC236}">
                  <a16:creationId xmlns:a16="http://schemas.microsoft.com/office/drawing/2014/main" id="{29705978-2D2E-45AE-9980-6E6C0DC2A2E4}"/>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grpFill/>
            <a:ln w="38100"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768455C4-CA4B-4692-AEE5-E6793695A0D9}"/>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grpFill/>
            <a:ln w="38100" cap="flat">
              <a:noFill/>
              <a:prstDash val="solid"/>
              <a:miter/>
            </a:ln>
          </p:spPr>
          <p:txBody>
            <a:bodyPr rtlCol="0" anchor="ctr"/>
            <a:lstStyle/>
            <a:p>
              <a:endParaRPr lang="en-IN"/>
            </a:p>
          </p:txBody>
        </p:sp>
      </p:grpSp>
      <p:sp>
        <p:nvSpPr>
          <p:cNvPr id="11" name="Graphic 6">
            <a:extLst>
              <a:ext uri="{FF2B5EF4-FFF2-40B4-BE49-F238E27FC236}">
                <a16:creationId xmlns:a16="http://schemas.microsoft.com/office/drawing/2014/main" id="{CB96A97A-286E-4767-B79F-09A200CF16F7}"/>
              </a:ext>
            </a:extLst>
          </p:cNvPr>
          <p:cNvSpPr/>
          <p:nvPr userDrawn="1"/>
        </p:nvSpPr>
        <p:spPr>
          <a:xfrm>
            <a:off x="0" y="0"/>
            <a:ext cx="624023" cy="6879800"/>
          </a:xfrm>
          <a:custGeom>
            <a:avLst/>
            <a:gdLst>
              <a:gd name="connsiteX0" fmla="*/ 624023 w 624023"/>
              <a:gd name="connsiteY0" fmla="*/ 6879801 h 6879800"/>
              <a:gd name="connsiteX1" fmla="*/ 0 w 624023"/>
              <a:gd name="connsiteY1" fmla="*/ 6879801 h 6879800"/>
              <a:gd name="connsiteX2" fmla="*/ 0 w 624023"/>
              <a:gd name="connsiteY2" fmla="*/ 0 h 6879800"/>
              <a:gd name="connsiteX3" fmla="*/ 92256 w 624023"/>
              <a:gd name="connsiteY3" fmla="*/ 0 h 6879800"/>
            </a:gdLst>
            <a:ahLst/>
            <a:cxnLst>
              <a:cxn ang="0">
                <a:pos x="connsiteX0" y="connsiteY0"/>
              </a:cxn>
              <a:cxn ang="0">
                <a:pos x="connsiteX1" y="connsiteY1"/>
              </a:cxn>
              <a:cxn ang="0">
                <a:pos x="connsiteX2" y="connsiteY2"/>
              </a:cxn>
              <a:cxn ang="0">
                <a:pos x="connsiteX3" y="connsiteY3"/>
              </a:cxn>
            </a:cxnLst>
            <a:rect l="l" t="t" r="r" b="b"/>
            <a:pathLst>
              <a:path w="624023" h="6879800">
                <a:moveTo>
                  <a:pt x="624023" y="6879801"/>
                </a:moveTo>
                <a:lnTo>
                  <a:pt x="0" y="6879801"/>
                </a:lnTo>
                <a:lnTo>
                  <a:pt x="0" y="0"/>
                </a:lnTo>
                <a:lnTo>
                  <a:pt x="92256" y="0"/>
                </a:lnTo>
                <a:close/>
              </a:path>
            </a:pathLst>
          </a:custGeom>
          <a:solidFill>
            <a:srgbClr val="1CD4B0"/>
          </a:solidFill>
          <a:ln w="34396" cap="flat">
            <a:noFill/>
            <a:prstDash val="solid"/>
            <a:miter/>
          </a:ln>
        </p:spPr>
        <p:txBody>
          <a:bodyPr rtlCol="0" anchor="ctr"/>
          <a:lstStyle/>
          <a:p>
            <a:endParaRPr lang="en-IN"/>
          </a:p>
        </p:txBody>
      </p:sp>
      <p:sp>
        <p:nvSpPr>
          <p:cNvPr id="12" name="Graphic 7">
            <a:extLst>
              <a:ext uri="{FF2B5EF4-FFF2-40B4-BE49-F238E27FC236}">
                <a16:creationId xmlns:a16="http://schemas.microsoft.com/office/drawing/2014/main" id="{F503C912-3DC2-4B28-A113-C93B67255A99}"/>
              </a:ext>
            </a:extLst>
          </p:cNvPr>
          <p:cNvSpPr/>
          <p:nvPr userDrawn="1"/>
        </p:nvSpPr>
        <p:spPr>
          <a:xfrm>
            <a:off x="7842954" y="0"/>
            <a:ext cx="4349046" cy="902992"/>
          </a:xfrm>
          <a:custGeom>
            <a:avLst/>
            <a:gdLst>
              <a:gd name="connsiteX0" fmla="*/ 0 w 4349046"/>
              <a:gd name="connsiteY0" fmla="*/ 0 h 902992"/>
              <a:gd name="connsiteX1" fmla="*/ 4349047 w 4349046"/>
              <a:gd name="connsiteY1" fmla="*/ 0 h 902992"/>
              <a:gd name="connsiteX2" fmla="*/ 4349047 w 4349046"/>
              <a:gd name="connsiteY2" fmla="*/ 902993 h 902992"/>
            </a:gdLst>
            <a:ahLst/>
            <a:cxnLst>
              <a:cxn ang="0">
                <a:pos x="connsiteX0" y="connsiteY0"/>
              </a:cxn>
              <a:cxn ang="0">
                <a:pos x="connsiteX1" y="connsiteY1"/>
              </a:cxn>
              <a:cxn ang="0">
                <a:pos x="connsiteX2" y="connsiteY2"/>
              </a:cxn>
            </a:cxnLst>
            <a:rect l="l" t="t" r="r" b="b"/>
            <a:pathLst>
              <a:path w="4349046" h="902992">
                <a:moveTo>
                  <a:pt x="0" y="0"/>
                </a:moveTo>
                <a:lnTo>
                  <a:pt x="4349047" y="0"/>
                </a:lnTo>
                <a:lnTo>
                  <a:pt x="4349047" y="902993"/>
                </a:lnTo>
                <a:close/>
              </a:path>
            </a:pathLst>
          </a:custGeom>
          <a:solidFill>
            <a:srgbClr val="1CD4B0"/>
          </a:solidFill>
          <a:ln w="43434" cap="flat">
            <a:no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4D875622-FF6D-478C-B2EF-3284BA22907E}"/>
              </a:ext>
            </a:extLst>
          </p:cNvPr>
          <p:cNvSpPr/>
          <p:nvPr userDrawn="1"/>
        </p:nvSpPr>
        <p:spPr>
          <a:xfrm>
            <a:off x="11674774" y="902992"/>
            <a:ext cx="517226" cy="5955008"/>
          </a:xfrm>
          <a:custGeom>
            <a:avLst/>
            <a:gdLst>
              <a:gd name="connsiteX0" fmla="*/ 762000 w 762000"/>
              <a:gd name="connsiteY0" fmla="*/ 0 h 5762625"/>
              <a:gd name="connsiteX1" fmla="*/ 762000 w 762000"/>
              <a:gd name="connsiteY1" fmla="*/ 5762625 h 5762625"/>
              <a:gd name="connsiteX2" fmla="*/ 0 w 762000"/>
              <a:gd name="connsiteY2" fmla="*/ 5762625 h 5762625"/>
              <a:gd name="connsiteX3" fmla="*/ 762000 w 762000"/>
              <a:gd name="connsiteY3" fmla="*/ 0 h 5762625"/>
            </a:gdLst>
            <a:ahLst/>
            <a:cxnLst>
              <a:cxn ang="0">
                <a:pos x="connsiteX0" y="connsiteY0"/>
              </a:cxn>
              <a:cxn ang="0">
                <a:pos x="connsiteX1" y="connsiteY1"/>
              </a:cxn>
              <a:cxn ang="0">
                <a:pos x="connsiteX2" y="connsiteY2"/>
              </a:cxn>
              <a:cxn ang="0">
                <a:pos x="connsiteX3" y="connsiteY3"/>
              </a:cxn>
            </a:cxnLst>
            <a:rect l="l" t="t" r="r" b="b"/>
            <a:pathLst>
              <a:path w="762000" h="5762625">
                <a:moveTo>
                  <a:pt x="762000" y="0"/>
                </a:moveTo>
                <a:lnTo>
                  <a:pt x="762000" y="5762625"/>
                </a:lnTo>
                <a:lnTo>
                  <a:pt x="0" y="5762625"/>
                </a:lnTo>
                <a:lnTo>
                  <a:pt x="762000" y="0"/>
                </a:lnTo>
                <a:close/>
              </a:path>
            </a:pathLst>
          </a:custGeom>
          <a:solidFill>
            <a:srgbClr val="1CD4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 Placeholder 9">
            <a:extLst>
              <a:ext uri="{FF2B5EF4-FFF2-40B4-BE49-F238E27FC236}">
                <a16:creationId xmlns:a16="http://schemas.microsoft.com/office/drawing/2014/main" id="{96C3F661-2AA1-491C-A49E-6837162EE004}"/>
              </a:ext>
            </a:extLst>
          </p:cNvPr>
          <p:cNvSpPr>
            <a:spLocks noGrp="1"/>
          </p:cNvSpPr>
          <p:nvPr>
            <p:ph type="body" sz="quarter" idx="16"/>
          </p:nvPr>
        </p:nvSpPr>
        <p:spPr>
          <a:xfrm>
            <a:off x="2273300" y="2892212"/>
            <a:ext cx="7645400" cy="547688"/>
          </a:xfrm>
        </p:spPr>
        <p:txBody>
          <a:bodyPr/>
          <a:lstStyle>
            <a:lvl1pPr algn="ctr">
              <a:buNone/>
              <a:defRPr sz="4000" b="1" i="0" baseline="0">
                <a:solidFill>
                  <a:srgbClr val="1CD4B0"/>
                </a:solidFill>
                <a:latin typeface="+mj-lt"/>
              </a:defRPr>
            </a:lvl1pPr>
          </a:lstStyle>
          <a:p>
            <a:pPr lvl="0"/>
            <a:r>
              <a:rPr lang="en-US"/>
              <a:t>Click to edit Master text styles</a:t>
            </a:r>
          </a:p>
        </p:txBody>
      </p:sp>
      <p:sp>
        <p:nvSpPr>
          <p:cNvPr id="17" name="Text Placeholder 17">
            <a:extLst>
              <a:ext uri="{FF2B5EF4-FFF2-40B4-BE49-F238E27FC236}">
                <a16:creationId xmlns:a16="http://schemas.microsoft.com/office/drawing/2014/main" id="{E5832E1F-00BC-4BFA-872D-FF4EAC16D0A6}"/>
              </a:ext>
            </a:extLst>
          </p:cNvPr>
          <p:cNvSpPr>
            <a:spLocks noGrp="1"/>
          </p:cNvSpPr>
          <p:nvPr>
            <p:ph type="body" sz="quarter" idx="17"/>
          </p:nvPr>
        </p:nvSpPr>
        <p:spPr>
          <a:xfrm>
            <a:off x="2933700" y="3456834"/>
            <a:ext cx="6324600" cy="547688"/>
          </a:xfrm>
        </p:spPr>
        <p:txBody>
          <a:bodyPr/>
          <a:lstStyle>
            <a:lvl1pPr algn="ctr">
              <a:buNone/>
              <a:defRPr sz="1800" b="1" i="0" baseline="0">
                <a:solidFill>
                  <a:srgbClr val="1CD4B0"/>
                </a:solidFill>
                <a:latin typeface="+mn-lt"/>
              </a:defRPr>
            </a:lvl1pPr>
          </a:lstStyle>
          <a:p>
            <a:pPr lvl="0"/>
            <a:r>
              <a:rPr lang="en-US"/>
              <a:t>Click to edit Master text styles</a:t>
            </a:r>
          </a:p>
        </p:txBody>
      </p:sp>
      <p:sp>
        <p:nvSpPr>
          <p:cNvPr id="2" name="Footer Placeholder 2">
            <a:extLst>
              <a:ext uri="{FF2B5EF4-FFF2-40B4-BE49-F238E27FC236}">
                <a16:creationId xmlns:a16="http://schemas.microsoft.com/office/drawing/2014/main" id="{EB89FDEB-3511-33A4-E1C8-F5DD6997BEA2}"/>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sp>
        <p:nvSpPr>
          <p:cNvPr id="3" name="Slide Number Placeholder 3">
            <a:extLst>
              <a:ext uri="{FF2B5EF4-FFF2-40B4-BE49-F238E27FC236}">
                <a16:creationId xmlns:a16="http://schemas.microsoft.com/office/drawing/2014/main" id="{8A2870A3-1CC0-EA6C-28F5-9A302EB15735}"/>
              </a:ext>
            </a:extLst>
          </p:cNvPr>
          <p:cNvSpPr>
            <a:spLocks noGrp="1"/>
          </p:cNvSpPr>
          <p:nvPr>
            <p:ph type="sldNum" sz="quarter" idx="20"/>
          </p:nvPr>
        </p:nvSpPr>
        <p:spPr>
          <a:xfrm>
            <a:off x="9448800" y="6492875"/>
            <a:ext cx="2743200" cy="365125"/>
          </a:xfrm>
        </p:spPr>
        <p:txBody>
          <a:bodyPr/>
          <a:lstStyle>
            <a:lvl1pPr>
              <a:defRPr>
                <a:latin typeface="+mn-lt"/>
              </a:defRPr>
            </a:lvl1pPr>
          </a:lstStyle>
          <a:p>
            <a:fld id="{D8FB45C0-4B32-43DE-93B9-6E575D49CD52}" type="slidenum">
              <a:rPr lang="en-IN" smtClean="0"/>
              <a:pPr/>
              <a:t>‹#›</a:t>
            </a:fld>
            <a:endParaRPr lang="en-IN"/>
          </a:p>
        </p:txBody>
      </p:sp>
    </p:spTree>
    <p:extLst>
      <p:ext uri="{BB962C8B-B14F-4D97-AF65-F5344CB8AC3E}">
        <p14:creationId xmlns:p14="http://schemas.microsoft.com/office/powerpoint/2010/main" val="16603990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ront Cover 4">
    <p:spTree>
      <p:nvGrpSpPr>
        <p:cNvPr id="1" name=""/>
        <p:cNvGrpSpPr/>
        <p:nvPr/>
      </p:nvGrpSpPr>
      <p:grpSpPr>
        <a:xfrm>
          <a:off x="0" y="0"/>
          <a:ext cx="0" cy="0"/>
          <a:chOff x="0" y="0"/>
          <a:chExt cx="0" cy="0"/>
        </a:xfrm>
      </p:grpSpPr>
      <p:sp>
        <p:nvSpPr>
          <p:cNvPr id="5" name="Footer Placeholder 2">
            <a:extLst>
              <a:ext uri="{FF2B5EF4-FFF2-40B4-BE49-F238E27FC236}">
                <a16:creationId xmlns:a16="http://schemas.microsoft.com/office/drawing/2014/main" id="{E948BF1E-39E1-DD27-B29B-F8150BDE81B3}"/>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grpSp>
        <p:nvGrpSpPr>
          <p:cNvPr id="3" name="Graphic 17">
            <a:extLst>
              <a:ext uri="{FF2B5EF4-FFF2-40B4-BE49-F238E27FC236}">
                <a16:creationId xmlns:a16="http://schemas.microsoft.com/office/drawing/2014/main" id="{CF55E85F-7A13-0BE3-905A-7D7E1E8DF796}"/>
              </a:ext>
            </a:extLst>
          </p:cNvPr>
          <p:cNvGrpSpPr/>
          <p:nvPr userDrawn="1"/>
        </p:nvGrpSpPr>
        <p:grpSpPr>
          <a:xfrm>
            <a:off x="5727225" y="552660"/>
            <a:ext cx="737549" cy="993652"/>
            <a:chOff x="5733562" y="857250"/>
            <a:chExt cx="737549" cy="993652"/>
          </a:xfrm>
          <a:solidFill>
            <a:srgbClr val="1ED760"/>
          </a:solidFill>
        </p:grpSpPr>
        <p:sp>
          <p:nvSpPr>
            <p:cNvPr id="4" name="Freeform: Shape 3">
              <a:extLst>
                <a:ext uri="{FF2B5EF4-FFF2-40B4-BE49-F238E27FC236}">
                  <a16:creationId xmlns:a16="http://schemas.microsoft.com/office/drawing/2014/main" id="{4664797A-06CF-7137-9BCF-D967E9F77565}"/>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grpFill/>
            <a:ln w="38100" cap="flat">
              <a:noFill/>
              <a:prstDash val="solid"/>
              <a:miter/>
            </a:ln>
          </p:spPr>
          <p:txBody>
            <a:bodyPr rtlCol="0" anchor="ctr"/>
            <a:lstStyle/>
            <a:p>
              <a:endParaRPr lang="en-IN"/>
            </a:p>
          </p:txBody>
        </p:sp>
        <p:sp>
          <p:nvSpPr>
            <p:cNvPr id="6" name="Freeform: Shape 5">
              <a:extLst>
                <a:ext uri="{FF2B5EF4-FFF2-40B4-BE49-F238E27FC236}">
                  <a16:creationId xmlns:a16="http://schemas.microsoft.com/office/drawing/2014/main" id="{BE59D7ED-0D26-D983-6CE0-CC571FEA7288}"/>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grpFill/>
            <a:ln w="38100" cap="flat">
              <a:noFill/>
              <a:prstDash val="solid"/>
              <a:miter/>
            </a:ln>
          </p:spPr>
          <p:txBody>
            <a:bodyPr rtlCol="0" anchor="ctr"/>
            <a:lstStyle/>
            <a:p>
              <a:endParaRPr lang="en-IN"/>
            </a:p>
          </p:txBody>
        </p:sp>
      </p:grpSp>
      <p:sp>
        <p:nvSpPr>
          <p:cNvPr id="13" name="Graphic 6">
            <a:extLst>
              <a:ext uri="{FF2B5EF4-FFF2-40B4-BE49-F238E27FC236}">
                <a16:creationId xmlns:a16="http://schemas.microsoft.com/office/drawing/2014/main" id="{C1FB373B-F07E-4DD6-AB9C-B13179A17F84}"/>
              </a:ext>
            </a:extLst>
          </p:cNvPr>
          <p:cNvSpPr/>
          <p:nvPr userDrawn="1"/>
        </p:nvSpPr>
        <p:spPr>
          <a:xfrm>
            <a:off x="0" y="0"/>
            <a:ext cx="624023" cy="6879800"/>
          </a:xfrm>
          <a:custGeom>
            <a:avLst/>
            <a:gdLst>
              <a:gd name="connsiteX0" fmla="*/ 624023 w 624023"/>
              <a:gd name="connsiteY0" fmla="*/ 6879801 h 6879800"/>
              <a:gd name="connsiteX1" fmla="*/ 0 w 624023"/>
              <a:gd name="connsiteY1" fmla="*/ 6879801 h 6879800"/>
              <a:gd name="connsiteX2" fmla="*/ 0 w 624023"/>
              <a:gd name="connsiteY2" fmla="*/ 0 h 6879800"/>
              <a:gd name="connsiteX3" fmla="*/ 92256 w 624023"/>
              <a:gd name="connsiteY3" fmla="*/ 0 h 6879800"/>
            </a:gdLst>
            <a:ahLst/>
            <a:cxnLst>
              <a:cxn ang="0">
                <a:pos x="connsiteX0" y="connsiteY0"/>
              </a:cxn>
              <a:cxn ang="0">
                <a:pos x="connsiteX1" y="connsiteY1"/>
              </a:cxn>
              <a:cxn ang="0">
                <a:pos x="connsiteX2" y="connsiteY2"/>
              </a:cxn>
              <a:cxn ang="0">
                <a:pos x="connsiteX3" y="connsiteY3"/>
              </a:cxn>
            </a:cxnLst>
            <a:rect l="l" t="t" r="r" b="b"/>
            <a:pathLst>
              <a:path w="624023" h="6879800">
                <a:moveTo>
                  <a:pt x="624023" y="6879801"/>
                </a:moveTo>
                <a:lnTo>
                  <a:pt x="0" y="6879801"/>
                </a:lnTo>
                <a:lnTo>
                  <a:pt x="0" y="0"/>
                </a:lnTo>
                <a:lnTo>
                  <a:pt x="92256" y="0"/>
                </a:lnTo>
                <a:close/>
              </a:path>
            </a:pathLst>
          </a:custGeom>
          <a:solidFill>
            <a:srgbClr val="2A1072"/>
          </a:solidFill>
          <a:ln w="34396" cap="flat">
            <a:noFill/>
            <a:prstDash val="solid"/>
            <a:miter/>
          </a:ln>
        </p:spPr>
        <p:txBody>
          <a:bodyPr rtlCol="0" anchor="ctr"/>
          <a:lstStyle/>
          <a:p>
            <a:endParaRPr lang="en-IN"/>
          </a:p>
        </p:txBody>
      </p:sp>
      <p:sp>
        <p:nvSpPr>
          <p:cNvPr id="14" name="Graphic 7">
            <a:extLst>
              <a:ext uri="{FF2B5EF4-FFF2-40B4-BE49-F238E27FC236}">
                <a16:creationId xmlns:a16="http://schemas.microsoft.com/office/drawing/2014/main" id="{89339F1B-1E54-3582-7CA9-5F5DD72F32F3}"/>
              </a:ext>
            </a:extLst>
          </p:cNvPr>
          <p:cNvSpPr/>
          <p:nvPr userDrawn="1"/>
        </p:nvSpPr>
        <p:spPr>
          <a:xfrm>
            <a:off x="7842954" y="0"/>
            <a:ext cx="4349046" cy="902992"/>
          </a:xfrm>
          <a:custGeom>
            <a:avLst/>
            <a:gdLst>
              <a:gd name="connsiteX0" fmla="*/ 0 w 4349046"/>
              <a:gd name="connsiteY0" fmla="*/ 0 h 902992"/>
              <a:gd name="connsiteX1" fmla="*/ 4349047 w 4349046"/>
              <a:gd name="connsiteY1" fmla="*/ 0 h 902992"/>
              <a:gd name="connsiteX2" fmla="*/ 4349047 w 4349046"/>
              <a:gd name="connsiteY2" fmla="*/ 902993 h 902992"/>
            </a:gdLst>
            <a:ahLst/>
            <a:cxnLst>
              <a:cxn ang="0">
                <a:pos x="connsiteX0" y="connsiteY0"/>
              </a:cxn>
              <a:cxn ang="0">
                <a:pos x="connsiteX1" y="connsiteY1"/>
              </a:cxn>
              <a:cxn ang="0">
                <a:pos x="connsiteX2" y="connsiteY2"/>
              </a:cxn>
            </a:cxnLst>
            <a:rect l="l" t="t" r="r" b="b"/>
            <a:pathLst>
              <a:path w="4349046" h="902992">
                <a:moveTo>
                  <a:pt x="0" y="0"/>
                </a:moveTo>
                <a:lnTo>
                  <a:pt x="4349047" y="0"/>
                </a:lnTo>
                <a:lnTo>
                  <a:pt x="4349047" y="902993"/>
                </a:lnTo>
                <a:close/>
              </a:path>
            </a:pathLst>
          </a:custGeom>
          <a:solidFill>
            <a:srgbClr val="2A1072"/>
          </a:solidFill>
          <a:ln w="43434"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12B96D79-8BFC-EAFE-5EA4-52E78AFBD0FD}"/>
              </a:ext>
            </a:extLst>
          </p:cNvPr>
          <p:cNvSpPr/>
          <p:nvPr userDrawn="1"/>
        </p:nvSpPr>
        <p:spPr>
          <a:xfrm>
            <a:off x="11674774" y="902992"/>
            <a:ext cx="517226" cy="5955008"/>
          </a:xfrm>
          <a:custGeom>
            <a:avLst/>
            <a:gdLst>
              <a:gd name="connsiteX0" fmla="*/ 762000 w 762000"/>
              <a:gd name="connsiteY0" fmla="*/ 0 h 5762625"/>
              <a:gd name="connsiteX1" fmla="*/ 762000 w 762000"/>
              <a:gd name="connsiteY1" fmla="*/ 5762625 h 5762625"/>
              <a:gd name="connsiteX2" fmla="*/ 0 w 762000"/>
              <a:gd name="connsiteY2" fmla="*/ 5762625 h 5762625"/>
              <a:gd name="connsiteX3" fmla="*/ 762000 w 762000"/>
              <a:gd name="connsiteY3" fmla="*/ 0 h 5762625"/>
            </a:gdLst>
            <a:ahLst/>
            <a:cxnLst>
              <a:cxn ang="0">
                <a:pos x="connsiteX0" y="connsiteY0"/>
              </a:cxn>
              <a:cxn ang="0">
                <a:pos x="connsiteX1" y="connsiteY1"/>
              </a:cxn>
              <a:cxn ang="0">
                <a:pos x="connsiteX2" y="connsiteY2"/>
              </a:cxn>
              <a:cxn ang="0">
                <a:pos x="connsiteX3" y="connsiteY3"/>
              </a:cxn>
            </a:cxnLst>
            <a:rect l="l" t="t" r="r" b="b"/>
            <a:pathLst>
              <a:path w="762000" h="5762625">
                <a:moveTo>
                  <a:pt x="762000" y="0"/>
                </a:moveTo>
                <a:lnTo>
                  <a:pt x="762000" y="5762625"/>
                </a:lnTo>
                <a:lnTo>
                  <a:pt x="0" y="5762625"/>
                </a:lnTo>
                <a:lnTo>
                  <a:pt x="762000" y="0"/>
                </a:lnTo>
                <a:close/>
              </a:path>
            </a:pathLst>
          </a:custGeom>
          <a:solidFill>
            <a:srgbClr val="2A10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 Placeholder 9">
            <a:extLst>
              <a:ext uri="{FF2B5EF4-FFF2-40B4-BE49-F238E27FC236}">
                <a16:creationId xmlns:a16="http://schemas.microsoft.com/office/drawing/2014/main" id="{A9AEE6BC-0BA6-1C32-A0EA-32331A92C9E0}"/>
              </a:ext>
            </a:extLst>
          </p:cNvPr>
          <p:cNvSpPr>
            <a:spLocks noGrp="1"/>
          </p:cNvSpPr>
          <p:nvPr>
            <p:ph type="body" sz="quarter" idx="16"/>
          </p:nvPr>
        </p:nvSpPr>
        <p:spPr>
          <a:xfrm>
            <a:off x="2328333" y="2892212"/>
            <a:ext cx="7535333" cy="547688"/>
          </a:xfrm>
        </p:spPr>
        <p:txBody>
          <a:bodyPr/>
          <a:lstStyle>
            <a:lvl1pPr algn="ctr">
              <a:buNone/>
              <a:defRPr sz="4000" b="1" i="0" baseline="0">
                <a:solidFill>
                  <a:srgbClr val="2A1072"/>
                </a:solidFill>
                <a:latin typeface="+mj-lt"/>
              </a:defRPr>
            </a:lvl1pPr>
          </a:lstStyle>
          <a:p>
            <a:pPr lvl="0"/>
            <a:r>
              <a:rPr lang="en-US"/>
              <a:t>Click to edit Master text styles</a:t>
            </a:r>
          </a:p>
        </p:txBody>
      </p:sp>
      <p:sp>
        <p:nvSpPr>
          <p:cNvPr id="12" name="Text Placeholder 17">
            <a:extLst>
              <a:ext uri="{FF2B5EF4-FFF2-40B4-BE49-F238E27FC236}">
                <a16:creationId xmlns:a16="http://schemas.microsoft.com/office/drawing/2014/main" id="{AECA2FE3-2EEA-42BD-D6E1-3C21F613D1E8}"/>
              </a:ext>
            </a:extLst>
          </p:cNvPr>
          <p:cNvSpPr>
            <a:spLocks noGrp="1"/>
          </p:cNvSpPr>
          <p:nvPr>
            <p:ph type="body" sz="quarter" idx="17"/>
          </p:nvPr>
        </p:nvSpPr>
        <p:spPr>
          <a:xfrm>
            <a:off x="2933699" y="3445934"/>
            <a:ext cx="6324600" cy="547688"/>
          </a:xfrm>
        </p:spPr>
        <p:txBody>
          <a:bodyPr/>
          <a:lstStyle>
            <a:lvl1pPr algn="ctr">
              <a:buNone/>
              <a:defRPr sz="1800" b="1" i="0" baseline="0">
                <a:solidFill>
                  <a:srgbClr val="2A1072"/>
                </a:solidFill>
                <a:latin typeface="+mn-lt"/>
              </a:defRPr>
            </a:lvl1pPr>
          </a:lstStyle>
          <a:p>
            <a:pPr lvl="0"/>
            <a:r>
              <a:rPr lang="en-US"/>
              <a:t>Click to edit Master text styles</a:t>
            </a:r>
          </a:p>
        </p:txBody>
      </p:sp>
      <p:sp>
        <p:nvSpPr>
          <p:cNvPr id="2" name="Slide Number Placeholder 3">
            <a:extLst>
              <a:ext uri="{FF2B5EF4-FFF2-40B4-BE49-F238E27FC236}">
                <a16:creationId xmlns:a16="http://schemas.microsoft.com/office/drawing/2014/main" id="{EBD675E9-89C1-A7E5-55E6-4C44D64089F6}"/>
              </a:ext>
            </a:extLst>
          </p:cNvPr>
          <p:cNvSpPr>
            <a:spLocks noGrp="1"/>
          </p:cNvSpPr>
          <p:nvPr>
            <p:ph type="sldNum" sz="quarter" idx="20"/>
          </p:nvPr>
        </p:nvSpPr>
        <p:spPr>
          <a:xfrm>
            <a:off x="9448800" y="6492875"/>
            <a:ext cx="2743200" cy="365125"/>
          </a:xfrm>
        </p:spPr>
        <p:txBody>
          <a:bodyPr/>
          <a:lstStyle>
            <a:lvl1pPr>
              <a:defRPr>
                <a:latin typeface="+mn-lt"/>
              </a:defRPr>
            </a:lvl1pPr>
          </a:lstStyle>
          <a:p>
            <a:fld id="{D8FB45C0-4B32-43DE-93B9-6E575D49CD52}" type="slidenum">
              <a:rPr lang="en-IN" smtClean="0"/>
              <a:pPr/>
              <a:t>‹#›</a:t>
            </a:fld>
            <a:endParaRPr lang="en-IN"/>
          </a:p>
        </p:txBody>
      </p:sp>
    </p:spTree>
    <p:extLst>
      <p:ext uri="{BB962C8B-B14F-4D97-AF65-F5344CB8AC3E}">
        <p14:creationId xmlns:p14="http://schemas.microsoft.com/office/powerpoint/2010/main" val="333701307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ivider Page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042560C-2FFC-48E6-936C-03FDA1647B31}"/>
              </a:ext>
            </a:extLst>
          </p:cNvPr>
          <p:cNvSpPr/>
          <p:nvPr userDrawn="1"/>
        </p:nvSpPr>
        <p:spPr>
          <a:xfrm>
            <a:off x="0" y="0"/>
            <a:ext cx="12192000" cy="6858000"/>
          </a:xfrm>
          <a:prstGeom prst="rect">
            <a:avLst/>
          </a:prstGeom>
          <a:solidFill>
            <a:srgbClr val="1ED76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C7D840D3-5873-4001-A5CB-6D5CA85B3E9D}"/>
              </a:ext>
            </a:extLst>
          </p:cNvPr>
          <p:cNvSpPr txBox="1"/>
          <p:nvPr userDrawn="1"/>
        </p:nvSpPr>
        <p:spPr>
          <a:xfrm>
            <a:off x="2251364" y="2546226"/>
            <a:ext cx="7786254" cy="993652"/>
          </a:xfrm>
          <a:prstGeom prst="rect">
            <a:avLst/>
          </a:prstGeom>
          <a:noFill/>
        </p:spPr>
        <p:txBody>
          <a:bodyPr wrap="square" rtlCol="0">
            <a:spAutoFit/>
          </a:bodyPr>
          <a:lstStyle/>
          <a:p>
            <a:endParaRPr lang="en-GB"/>
          </a:p>
        </p:txBody>
      </p:sp>
      <p:grpSp>
        <p:nvGrpSpPr>
          <p:cNvPr id="7" name="Graphic 17">
            <a:extLst>
              <a:ext uri="{FF2B5EF4-FFF2-40B4-BE49-F238E27FC236}">
                <a16:creationId xmlns:a16="http://schemas.microsoft.com/office/drawing/2014/main" id="{52449DAF-DC43-4252-A6DD-8C7551EB2E53}"/>
              </a:ext>
            </a:extLst>
          </p:cNvPr>
          <p:cNvGrpSpPr/>
          <p:nvPr userDrawn="1"/>
        </p:nvGrpSpPr>
        <p:grpSpPr>
          <a:xfrm>
            <a:off x="523387" y="457199"/>
            <a:ext cx="1111487" cy="1497435"/>
            <a:chOff x="5733562" y="857250"/>
            <a:chExt cx="737549" cy="993652"/>
          </a:xfrm>
          <a:solidFill>
            <a:srgbClr val="FFFFFF"/>
          </a:solidFill>
        </p:grpSpPr>
        <p:sp>
          <p:nvSpPr>
            <p:cNvPr id="8" name="Freeform: Shape 7">
              <a:extLst>
                <a:ext uri="{FF2B5EF4-FFF2-40B4-BE49-F238E27FC236}">
                  <a16:creationId xmlns:a16="http://schemas.microsoft.com/office/drawing/2014/main" id="{D0A36766-AB04-45D4-A25C-3C6CE1F81465}"/>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solidFill>
              <a:srgbClr val="FFFFFF"/>
            </a:solidFill>
            <a:ln w="38100"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89C5366E-E4B2-460A-999B-3382C8AEEEB0}"/>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solidFill>
              <a:srgbClr val="FFFFFF"/>
            </a:solidFill>
            <a:ln w="38100" cap="flat">
              <a:noFill/>
              <a:prstDash val="solid"/>
              <a:miter/>
            </a:ln>
          </p:spPr>
          <p:txBody>
            <a:bodyPr rtlCol="0" anchor="ctr"/>
            <a:lstStyle/>
            <a:p>
              <a:endParaRPr lang="en-IN"/>
            </a:p>
          </p:txBody>
        </p:sp>
      </p:grpSp>
      <p:sp>
        <p:nvSpPr>
          <p:cNvPr id="21" name="Text Placeholder 20">
            <a:extLst>
              <a:ext uri="{FF2B5EF4-FFF2-40B4-BE49-F238E27FC236}">
                <a16:creationId xmlns:a16="http://schemas.microsoft.com/office/drawing/2014/main" id="{F2ADC513-E0B0-4867-8E06-054BDE4B83A9}"/>
              </a:ext>
            </a:extLst>
          </p:cNvPr>
          <p:cNvSpPr>
            <a:spLocks noGrp="1"/>
          </p:cNvSpPr>
          <p:nvPr>
            <p:ph type="body" sz="quarter" idx="13"/>
          </p:nvPr>
        </p:nvSpPr>
        <p:spPr>
          <a:xfrm>
            <a:off x="1499268" y="2796192"/>
            <a:ext cx="6525615" cy="769441"/>
          </a:xfrm>
        </p:spPr>
        <p:txBody>
          <a:bodyPr/>
          <a:lstStyle>
            <a:lvl1pPr marL="0" indent="0">
              <a:buNone/>
              <a:defRPr sz="4400" b="1" i="0" baseline="0">
                <a:solidFill>
                  <a:schemeClr val="bg1"/>
                </a:solidFill>
                <a:latin typeface="+mj-lt"/>
              </a:defRPr>
            </a:lvl1pPr>
          </a:lstStyle>
          <a:p>
            <a:pPr lvl="0"/>
            <a:r>
              <a:rPr lang="en-US"/>
              <a:t>Click to edit Master text styles</a:t>
            </a:r>
          </a:p>
        </p:txBody>
      </p:sp>
      <p:cxnSp>
        <p:nvCxnSpPr>
          <p:cNvPr id="27" name="Straight Connector 26">
            <a:extLst>
              <a:ext uri="{FF2B5EF4-FFF2-40B4-BE49-F238E27FC236}">
                <a16:creationId xmlns:a16="http://schemas.microsoft.com/office/drawing/2014/main" id="{615BAC63-8BAE-A068-6687-018BEAB58CE6}"/>
              </a:ext>
            </a:extLst>
          </p:cNvPr>
          <p:cNvCxnSpPr>
            <a:cxnSpLocks/>
          </p:cNvCxnSpPr>
          <p:nvPr userDrawn="1"/>
        </p:nvCxnSpPr>
        <p:spPr>
          <a:xfrm>
            <a:off x="123986" y="0"/>
            <a:ext cx="500037" cy="687980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9185C92-746B-87A8-9902-0A13E8BE6026}"/>
              </a:ext>
            </a:extLst>
          </p:cNvPr>
          <p:cNvCxnSpPr>
            <a:cxnSpLocks/>
          </p:cNvCxnSpPr>
          <p:nvPr userDrawn="1"/>
        </p:nvCxnSpPr>
        <p:spPr>
          <a:xfrm>
            <a:off x="7842954" y="0"/>
            <a:ext cx="4349046" cy="902992"/>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6FC7729-6BF5-0D90-B164-6F65BD496E0A}"/>
              </a:ext>
            </a:extLst>
          </p:cNvPr>
          <p:cNvCxnSpPr>
            <a:cxnSpLocks/>
          </p:cNvCxnSpPr>
          <p:nvPr userDrawn="1"/>
        </p:nvCxnSpPr>
        <p:spPr>
          <a:xfrm flipH="1">
            <a:off x="11674774" y="902992"/>
            <a:ext cx="517226" cy="595500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Footer Placeholder 2">
            <a:extLst>
              <a:ext uri="{FF2B5EF4-FFF2-40B4-BE49-F238E27FC236}">
                <a16:creationId xmlns:a16="http://schemas.microsoft.com/office/drawing/2014/main" id="{14AB8114-9E81-7057-0328-DE8ED2BD4C12}"/>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sp>
        <p:nvSpPr>
          <p:cNvPr id="11" name="Slide Number Placeholder 3">
            <a:extLst>
              <a:ext uri="{FF2B5EF4-FFF2-40B4-BE49-F238E27FC236}">
                <a16:creationId xmlns:a16="http://schemas.microsoft.com/office/drawing/2014/main" id="{6BCD6ED4-F642-4C0A-9690-A4A49FBA35BF}"/>
              </a:ext>
            </a:extLst>
          </p:cNvPr>
          <p:cNvSpPr txBox="1">
            <a:spLocks/>
          </p:cNvSpPr>
          <p:nvPr userDrawn="1"/>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8FB45C0-4B32-43DE-93B9-6E575D49CD52}" type="slidenum">
              <a:rPr lang="en-IN" smtClean="0">
                <a:solidFill>
                  <a:prstClr val="black">
                    <a:tint val="75000"/>
                  </a:prstClr>
                </a:solidFill>
                <a:latin typeface="Segoe UI"/>
              </a:rPr>
              <a:pPr/>
              <a:t>‹#›</a:t>
            </a:fld>
            <a:endParaRPr lang="en-IN">
              <a:solidFill>
                <a:prstClr val="black">
                  <a:tint val="75000"/>
                </a:prstClr>
              </a:solidFill>
              <a:latin typeface="Segoe UI"/>
            </a:endParaRPr>
          </a:p>
        </p:txBody>
      </p:sp>
    </p:spTree>
    <p:extLst>
      <p:ext uri="{BB962C8B-B14F-4D97-AF65-F5344CB8AC3E}">
        <p14:creationId xmlns:p14="http://schemas.microsoft.com/office/powerpoint/2010/main" val="2379835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 Page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28CD633-CB27-4EEE-A1CB-70C0AC054551}"/>
              </a:ext>
            </a:extLst>
          </p:cNvPr>
          <p:cNvSpPr/>
          <p:nvPr userDrawn="1"/>
        </p:nvSpPr>
        <p:spPr>
          <a:xfrm>
            <a:off x="0" y="0"/>
            <a:ext cx="12192000" cy="6858000"/>
          </a:xfrm>
          <a:prstGeom prst="rect">
            <a:avLst/>
          </a:prstGeom>
          <a:solidFill>
            <a:srgbClr val="1CD4B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grpSp>
        <p:nvGrpSpPr>
          <p:cNvPr id="7" name="Graphic 17">
            <a:extLst>
              <a:ext uri="{FF2B5EF4-FFF2-40B4-BE49-F238E27FC236}">
                <a16:creationId xmlns:a16="http://schemas.microsoft.com/office/drawing/2014/main" id="{F45C1046-DE49-426C-924F-5BB40941FD9C}"/>
              </a:ext>
            </a:extLst>
          </p:cNvPr>
          <p:cNvGrpSpPr/>
          <p:nvPr userDrawn="1"/>
        </p:nvGrpSpPr>
        <p:grpSpPr>
          <a:xfrm>
            <a:off x="523387" y="457199"/>
            <a:ext cx="1111487" cy="1497435"/>
            <a:chOff x="5733562" y="857250"/>
            <a:chExt cx="737549" cy="993652"/>
          </a:xfrm>
          <a:solidFill>
            <a:srgbClr val="FFFFFF"/>
          </a:solidFill>
        </p:grpSpPr>
        <p:sp>
          <p:nvSpPr>
            <p:cNvPr id="8" name="Freeform: Shape 7">
              <a:extLst>
                <a:ext uri="{FF2B5EF4-FFF2-40B4-BE49-F238E27FC236}">
                  <a16:creationId xmlns:a16="http://schemas.microsoft.com/office/drawing/2014/main" id="{D23F633E-FF6E-4ED0-B65A-B607F70A9D0E}"/>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solidFill>
              <a:srgbClr val="FFFFFF"/>
            </a:solidFill>
            <a:ln w="38100"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7B57E8D2-5B0B-4EA2-805D-78D2F0101E51}"/>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solidFill>
              <a:srgbClr val="FFFFFF"/>
            </a:solidFill>
            <a:ln w="38100" cap="flat">
              <a:noFill/>
              <a:prstDash val="solid"/>
              <a:miter/>
            </a:ln>
          </p:spPr>
          <p:txBody>
            <a:bodyPr rtlCol="0" anchor="ctr"/>
            <a:lstStyle/>
            <a:p>
              <a:endParaRPr lang="en-IN"/>
            </a:p>
          </p:txBody>
        </p:sp>
      </p:grpSp>
      <p:sp>
        <p:nvSpPr>
          <p:cNvPr id="21" name="Text Placeholder 20">
            <a:extLst>
              <a:ext uri="{FF2B5EF4-FFF2-40B4-BE49-F238E27FC236}">
                <a16:creationId xmlns:a16="http://schemas.microsoft.com/office/drawing/2014/main" id="{4856E5DB-AA06-4EC2-9CA3-8413129076EB}"/>
              </a:ext>
            </a:extLst>
          </p:cNvPr>
          <p:cNvSpPr>
            <a:spLocks noGrp="1"/>
          </p:cNvSpPr>
          <p:nvPr>
            <p:ph type="body" sz="quarter" idx="13"/>
          </p:nvPr>
        </p:nvSpPr>
        <p:spPr>
          <a:xfrm>
            <a:off x="1499268" y="2796192"/>
            <a:ext cx="6511968" cy="769441"/>
          </a:xfrm>
        </p:spPr>
        <p:txBody>
          <a:bodyPr/>
          <a:lstStyle>
            <a:lvl1pPr marL="0" indent="0">
              <a:buNone/>
              <a:defRPr sz="4400" b="1" i="0" baseline="0">
                <a:solidFill>
                  <a:schemeClr val="bg1"/>
                </a:solidFill>
                <a:latin typeface="+mj-lt"/>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2E773DF9-CE88-23E8-1A9C-3548F4A50389}"/>
              </a:ext>
            </a:extLst>
          </p:cNvPr>
          <p:cNvCxnSpPr>
            <a:cxnSpLocks/>
          </p:cNvCxnSpPr>
          <p:nvPr userDrawn="1"/>
        </p:nvCxnSpPr>
        <p:spPr>
          <a:xfrm>
            <a:off x="123986" y="0"/>
            <a:ext cx="500037" cy="687980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F746215-13C3-0034-4F33-E2A2A961588B}"/>
              </a:ext>
            </a:extLst>
          </p:cNvPr>
          <p:cNvCxnSpPr>
            <a:cxnSpLocks/>
          </p:cNvCxnSpPr>
          <p:nvPr userDrawn="1"/>
        </p:nvCxnSpPr>
        <p:spPr>
          <a:xfrm>
            <a:off x="7842954" y="0"/>
            <a:ext cx="4349046" cy="902992"/>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A262531-C58D-0074-C7D6-15A7BC59D8DC}"/>
              </a:ext>
            </a:extLst>
          </p:cNvPr>
          <p:cNvCxnSpPr>
            <a:cxnSpLocks/>
          </p:cNvCxnSpPr>
          <p:nvPr userDrawn="1"/>
        </p:nvCxnSpPr>
        <p:spPr>
          <a:xfrm flipH="1">
            <a:off x="11674774" y="902992"/>
            <a:ext cx="517226" cy="595500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Footer Placeholder 2">
            <a:extLst>
              <a:ext uri="{FF2B5EF4-FFF2-40B4-BE49-F238E27FC236}">
                <a16:creationId xmlns:a16="http://schemas.microsoft.com/office/drawing/2014/main" id="{C317DD21-5E8C-D0ED-3A24-FEB3ABBE2300}"/>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sp>
        <p:nvSpPr>
          <p:cNvPr id="3" name="Slide Number Placeholder 3">
            <a:extLst>
              <a:ext uri="{FF2B5EF4-FFF2-40B4-BE49-F238E27FC236}">
                <a16:creationId xmlns:a16="http://schemas.microsoft.com/office/drawing/2014/main" id="{02A737E7-C470-866B-A419-416F61437829}"/>
              </a:ext>
            </a:extLst>
          </p:cNvPr>
          <p:cNvSpPr>
            <a:spLocks noGrp="1"/>
          </p:cNvSpPr>
          <p:nvPr>
            <p:ph type="sldNum" sz="quarter" idx="20"/>
          </p:nvPr>
        </p:nvSpPr>
        <p:spPr>
          <a:xfrm>
            <a:off x="9448800" y="6492875"/>
            <a:ext cx="2743200" cy="365125"/>
          </a:xfrm>
        </p:spPr>
        <p:txBody>
          <a:bodyPr/>
          <a:lstStyle>
            <a:lvl1pPr>
              <a:defRPr>
                <a:latin typeface="+mn-lt"/>
              </a:defRPr>
            </a:lvl1pPr>
          </a:lstStyle>
          <a:p>
            <a:fld id="{D8FB45C0-4B32-43DE-93B9-6E575D49CD52}" type="slidenum">
              <a:rPr lang="en-IN" smtClean="0"/>
              <a:pPr/>
              <a:t>‹#›</a:t>
            </a:fld>
            <a:endParaRPr lang="en-IN"/>
          </a:p>
        </p:txBody>
      </p:sp>
    </p:spTree>
    <p:extLst>
      <p:ext uri="{BB962C8B-B14F-4D97-AF65-F5344CB8AC3E}">
        <p14:creationId xmlns:p14="http://schemas.microsoft.com/office/powerpoint/2010/main" val="23931136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Page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EB10074-2D9E-429D-9166-13F29EF24593}"/>
              </a:ext>
            </a:extLst>
          </p:cNvPr>
          <p:cNvSpPr/>
          <p:nvPr userDrawn="1"/>
        </p:nvSpPr>
        <p:spPr>
          <a:xfrm>
            <a:off x="0" y="0"/>
            <a:ext cx="12192000" cy="6858000"/>
          </a:xfrm>
          <a:prstGeom prst="rect">
            <a:avLst/>
          </a:prstGeom>
          <a:solidFill>
            <a:srgbClr val="250E6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C7D840D3-5873-4001-A5CB-6D5CA85B3E9D}"/>
              </a:ext>
            </a:extLst>
          </p:cNvPr>
          <p:cNvSpPr txBox="1"/>
          <p:nvPr userDrawn="1"/>
        </p:nvSpPr>
        <p:spPr>
          <a:xfrm>
            <a:off x="2251364" y="2546226"/>
            <a:ext cx="7786254" cy="993652"/>
          </a:xfrm>
          <a:prstGeom prst="rect">
            <a:avLst/>
          </a:prstGeom>
          <a:noFill/>
        </p:spPr>
        <p:txBody>
          <a:bodyPr wrap="square" rtlCol="0">
            <a:spAutoFit/>
          </a:bodyPr>
          <a:lstStyle/>
          <a:p>
            <a:endParaRPr lang="en-GB"/>
          </a:p>
        </p:txBody>
      </p:sp>
      <p:grpSp>
        <p:nvGrpSpPr>
          <p:cNvPr id="7" name="Graphic 17">
            <a:extLst>
              <a:ext uri="{FF2B5EF4-FFF2-40B4-BE49-F238E27FC236}">
                <a16:creationId xmlns:a16="http://schemas.microsoft.com/office/drawing/2014/main" id="{CF78C38C-1E8C-479B-9D8F-73BFDA0403DC}"/>
              </a:ext>
            </a:extLst>
          </p:cNvPr>
          <p:cNvGrpSpPr/>
          <p:nvPr userDrawn="1"/>
        </p:nvGrpSpPr>
        <p:grpSpPr>
          <a:xfrm>
            <a:off x="523387" y="457199"/>
            <a:ext cx="1111487" cy="1497435"/>
            <a:chOff x="5733562" y="857250"/>
            <a:chExt cx="737549" cy="993652"/>
          </a:xfrm>
          <a:solidFill>
            <a:srgbClr val="FFFFFF"/>
          </a:solidFill>
        </p:grpSpPr>
        <p:sp>
          <p:nvSpPr>
            <p:cNvPr id="8" name="Freeform: Shape 7">
              <a:extLst>
                <a:ext uri="{FF2B5EF4-FFF2-40B4-BE49-F238E27FC236}">
                  <a16:creationId xmlns:a16="http://schemas.microsoft.com/office/drawing/2014/main" id="{8ECD3E95-B12D-4F9D-8220-622D43DDF111}"/>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solidFill>
              <a:srgbClr val="FFFFFF"/>
            </a:solidFill>
            <a:ln w="38100"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1EE72704-C225-44BE-9FE1-5951A6984F56}"/>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solidFill>
              <a:srgbClr val="FFFFFF"/>
            </a:solidFill>
            <a:ln w="38100" cap="flat">
              <a:noFill/>
              <a:prstDash val="solid"/>
              <a:miter/>
            </a:ln>
          </p:spPr>
          <p:txBody>
            <a:bodyPr rtlCol="0" anchor="ctr"/>
            <a:lstStyle/>
            <a:p>
              <a:endParaRPr lang="en-IN"/>
            </a:p>
          </p:txBody>
        </p:sp>
      </p:grpSp>
      <p:sp>
        <p:nvSpPr>
          <p:cNvPr id="21" name="Text Placeholder 20">
            <a:extLst>
              <a:ext uri="{FF2B5EF4-FFF2-40B4-BE49-F238E27FC236}">
                <a16:creationId xmlns:a16="http://schemas.microsoft.com/office/drawing/2014/main" id="{98B4591F-CB09-4E0F-A1BC-78D25DC2ED8E}"/>
              </a:ext>
            </a:extLst>
          </p:cNvPr>
          <p:cNvSpPr>
            <a:spLocks noGrp="1"/>
          </p:cNvSpPr>
          <p:nvPr>
            <p:ph type="body" sz="quarter" idx="13"/>
          </p:nvPr>
        </p:nvSpPr>
        <p:spPr>
          <a:xfrm>
            <a:off x="1499268" y="2796192"/>
            <a:ext cx="6525616" cy="769441"/>
          </a:xfrm>
        </p:spPr>
        <p:txBody>
          <a:bodyPr/>
          <a:lstStyle>
            <a:lvl1pPr marL="0" indent="0">
              <a:buNone/>
              <a:defRPr sz="4400" b="1" i="0" baseline="0">
                <a:solidFill>
                  <a:schemeClr val="bg1"/>
                </a:solidFill>
                <a:latin typeface="+mj-lt"/>
              </a:defRPr>
            </a:lvl1pPr>
          </a:lstStyle>
          <a:p>
            <a:pPr lvl="0"/>
            <a:r>
              <a:rPr lang="en-US"/>
              <a:t>Click to edit Master text styles</a:t>
            </a:r>
          </a:p>
        </p:txBody>
      </p:sp>
      <p:sp>
        <p:nvSpPr>
          <p:cNvPr id="4" name="Slide Number Placeholder 3">
            <a:extLst>
              <a:ext uri="{FF2B5EF4-FFF2-40B4-BE49-F238E27FC236}">
                <a16:creationId xmlns:a16="http://schemas.microsoft.com/office/drawing/2014/main" id="{97A4CEDF-F34D-0E4E-A615-386E725C9435}"/>
              </a:ext>
            </a:extLst>
          </p:cNvPr>
          <p:cNvSpPr>
            <a:spLocks noGrp="1"/>
          </p:cNvSpPr>
          <p:nvPr>
            <p:ph type="sldNum" sz="quarter" idx="16"/>
          </p:nvPr>
        </p:nvSpPr>
        <p:spPr/>
        <p:txBody>
          <a:bodyPr/>
          <a:lstStyle>
            <a:lvl1pPr>
              <a:defRPr>
                <a:latin typeface="+mn-lt"/>
              </a:defRPr>
            </a:lvl1pPr>
          </a:lstStyle>
          <a:p>
            <a:fld id="{D8FB45C0-4B32-43DE-93B9-6E575D49CD52}" type="slidenum">
              <a:rPr lang="en-IN" smtClean="0"/>
              <a:pPr/>
              <a:t>‹#›</a:t>
            </a:fld>
            <a:endParaRPr lang="en-IN"/>
          </a:p>
        </p:txBody>
      </p:sp>
      <p:cxnSp>
        <p:nvCxnSpPr>
          <p:cNvPr id="5" name="Straight Connector 4">
            <a:extLst>
              <a:ext uri="{FF2B5EF4-FFF2-40B4-BE49-F238E27FC236}">
                <a16:creationId xmlns:a16="http://schemas.microsoft.com/office/drawing/2014/main" id="{E0C06636-C9CE-02DC-4028-381F7404B406}"/>
              </a:ext>
            </a:extLst>
          </p:cNvPr>
          <p:cNvCxnSpPr>
            <a:cxnSpLocks/>
          </p:cNvCxnSpPr>
          <p:nvPr userDrawn="1"/>
        </p:nvCxnSpPr>
        <p:spPr>
          <a:xfrm>
            <a:off x="123986" y="0"/>
            <a:ext cx="500037" cy="6879801"/>
          </a:xfrm>
          <a:prstGeom prst="line">
            <a:avLst/>
          </a:prstGeom>
          <a:ln w="38100">
            <a:solidFill>
              <a:srgbClr val="1ED76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1A523EB-6F65-B2B9-CC4E-E4B8EBD57135}"/>
              </a:ext>
            </a:extLst>
          </p:cNvPr>
          <p:cNvCxnSpPr>
            <a:cxnSpLocks/>
          </p:cNvCxnSpPr>
          <p:nvPr userDrawn="1"/>
        </p:nvCxnSpPr>
        <p:spPr>
          <a:xfrm>
            <a:off x="7842954" y="0"/>
            <a:ext cx="4349046" cy="902992"/>
          </a:xfrm>
          <a:prstGeom prst="line">
            <a:avLst/>
          </a:prstGeom>
          <a:ln w="38100">
            <a:solidFill>
              <a:srgbClr val="1ED76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360391C-0680-0FED-B562-318B5C2ECA94}"/>
              </a:ext>
            </a:extLst>
          </p:cNvPr>
          <p:cNvCxnSpPr>
            <a:cxnSpLocks/>
          </p:cNvCxnSpPr>
          <p:nvPr userDrawn="1"/>
        </p:nvCxnSpPr>
        <p:spPr>
          <a:xfrm flipH="1">
            <a:off x="11674774" y="902992"/>
            <a:ext cx="517226" cy="5955008"/>
          </a:xfrm>
          <a:prstGeom prst="line">
            <a:avLst/>
          </a:prstGeom>
          <a:ln w="38100">
            <a:solidFill>
              <a:srgbClr val="1ED760"/>
            </a:solidFill>
          </a:ln>
        </p:spPr>
        <p:style>
          <a:lnRef idx="1">
            <a:schemeClr val="accent1"/>
          </a:lnRef>
          <a:fillRef idx="0">
            <a:schemeClr val="accent1"/>
          </a:fillRef>
          <a:effectRef idx="0">
            <a:schemeClr val="accent1"/>
          </a:effectRef>
          <a:fontRef idx="minor">
            <a:schemeClr val="tx1"/>
          </a:fontRef>
        </p:style>
      </p:cxnSp>
      <p:sp>
        <p:nvSpPr>
          <p:cNvPr id="2" name="Footer Placeholder 2">
            <a:extLst>
              <a:ext uri="{FF2B5EF4-FFF2-40B4-BE49-F238E27FC236}">
                <a16:creationId xmlns:a16="http://schemas.microsoft.com/office/drawing/2014/main" id="{C308DD52-3699-2684-EB5C-86038302E2EC}"/>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spTree>
    <p:extLst>
      <p:ext uri="{BB962C8B-B14F-4D97-AF65-F5344CB8AC3E}">
        <p14:creationId xmlns:p14="http://schemas.microsoft.com/office/powerpoint/2010/main" val="14944331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Slide Speech Box 1">
    <p:spTree>
      <p:nvGrpSpPr>
        <p:cNvPr id="1" name=""/>
        <p:cNvGrpSpPr/>
        <p:nvPr/>
      </p:nvGrpSpPr>
      <p:grpSpPr>
        <a:xfrm>
          <a:off x="0" y="0"/>
          <a:ext cx="0" cy="0"/>
          <a:chOff x="0" y="0"/>
          <a:chExt cx="0" cy="0"/>
        </a:xfrm>
      </p:grpSpPr>
      <p:sp>
        <p:nvSpPr>
          <p:cNvPr id="6" name="Graphic 1">
            <a:extLst>
              <a:ext uri="{FF2B5EF4-FFF2-40B4-BE49-F238E27FC236}">
                <a16:creationId xmlns:a16="http://schemas.microsoft.com/office/drawing/2014/main" id="{499D8585-5F2F-4F6E-B345-70A48A9C785D}"/>
              </a:ext>
            </a:extLst>
          </p:cNvPr>
          <p:cNvSpPr/>
          <p:nvPr userDrawn="1"/>
        </p:nvSpPr>
        <p:spPr>
          <a:xfrm>
            <a:off x="5845341" y="485774"/>
            <a:ext cx="5460804" cy="5810251"/>
          </a:xfrm>
          <a:custGeom>
            <a:avLst/>
            <a:gdLst>
              <a:gd name="connsiteX0" fmla="*/ 4804204 w 4804203"/>
              <a:gd name="connsiteY0" fmla="*/ 991684 h 5111633"/>
              <a:gd name="connsiteX1" fmla="*/ 0 w 4804203"/>
              <a:gd name="connsiteY1" fmla="*/ 0 h 5111633"/>
              <a:gd name="connsiteX2" fmla="*/ 312458 w 4804203"/>
              <a:gd name="connsiteY2" fmla="*/ 4044852 h 5111633"/>
              <a:gd name="connsiteX3" fmla="*/ 1024874 w 4804203"/>
              <a:gd name="connsiteY3" fmla="*/ 4044852 h 5111633"/>
              <a:gd name="connsiteX4" fmla="*/ 1104330 w 4804203"/>
              <a:gd name="connsiteY4" fmla="*/ 5111633 h 5111633"/>
              <a:gd name="connsiteX5" fmla="*/ 2319629 w 4804203"/>
              <a:gd name="connsiteY5" fmla="*/ 4044852 h 5111633"/>
              <a:gd name="connsiteX6" fmla="*/ 4593664 w 4804203"/>
              <a:gd name="connsiteY6" fmla="*/ 4044852 h 5111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04203" h="5111633">
                <a:moveTo>
                  <a:pt x="4804204" y="991684"/>
                </a:moveTo>
                <a:lnTo>
                  <a:pt x="0" y="0"/>
                </a:lnTo>
                <a:lnTo>
                  <a:pt x="312458" y="4044852"/>
                </a:lnTo>
                <a:lnTo>
                  <a:pt x="1024874" y="4044852"/>
                </a:lnTo>
                <a:lnTo>
                  <a:pt x="1104330" y="5111633"/>
                </a:lnTo>
                <a:lnTo>
                  <a:pt x="2319629" y="4044852"/>
                </a:lnTo>
                <a:lnTo>
                  <a:pt x="4593664" y="4044852"/>
                </a:lnTo>
                <a:close/>
              </a:path>
            </a:pathLst>
          </a:custGeom>
          <a:solidFill>
            <a:srgbClr val="1ED760"/>
          </a:solidFill>
          <a:ln w="33504" cap="flat">
            <a:noFill/>
            <a:prstDash val="solid"/>
            <a:miter/>
          </a:ln>
        </p:spPr>
        <p:txBody>
          <a:bodyPr rtlCol="0" anchor="ctr"/>
          <a:lstStyle/>
          <a:p>
            <a:endParaRPr lang="en-IN"/>
          </a:p>
        </p:txBody>
      </p:sp>
      <p:sp>
        <p:nvSpPr>
          <p:cNvPr id="10" name="TextBox 9">
            <a:extLst>
              <a:ext uri="{FF2B5EF4-FFF2-40B4-BE49-F238E27FC236}">
                <a16:creationId xmlns:a16="http://schemas.microsoft.com/office/drawing/2014/main" id="{C7D840D3-5873-4001-A5CB-6D5CA85B3E9D}"/>
              </a:ext>
            </a:extLst>
          </p:cNvPr>
          <p:cNvSpPr txBox="1"/>
          <p:nvPr userDrawn="1"/>
        </p:nvSpPr>
        <p:spPr>
          <a:xfrm>
            <a:off x="2251364" y="2546226"/>
            <a:ext cx="7786254" cy="993652"/>
          </a:xfrm>
          <a:prstGeom prst="rect">
            <a:avLst/>
          </a:prstGeom>
          <a:noFill/>
        </p:spPr>
        <p:txBody>
          <a:bodyPr wrap="square" rtlCol="0">
            <a:spAutoFit/>
          </a:bodyPr>
          <a:lstStyle/>
          <a:p>
            <a:endParaRPr lang="en-GB"/>
          </a:p>
        </p:txBody>
      </p:sp>
      <p:grpSp>
        <p:nvGrpSpPr>
          <p:cNvPr id="7" name="Graphic 17">
            <a:extLst>
              <a:ext uri="{FF2B5EF4-FFF2-40B4-BE49-F238E27FC236}">
                <a16:creationId xmlns:a16="http://schemas.microsoft.com/office/drawing/2014/main" id="{AA56E60B-CC53-485F-9DED-28C167CD78D8}"/>
              </a:ext>
            </a:extLst>
          </p:cNvPr>
          <p:cNvGrpSpPr/>
          <p:nvPr userDrawn="1"/>
        </p:nvGrpSpPr>
        <p:grpSpPr>
          <a:xfrm>
            <a:off x="6390787" y="919780"/>
            <a:ext cx="1075415" cy="1448837"/>
            <a:chOff x="5733562" y="857250"/>
            <a:chExt cx="737549" cy="993652"/>
          </a:xfrm>
          <a:solidFill>
            <a:srgbClr val="FFFFFF"/>
          </a:solidFill>
        </p:grpSpPr>
        <p:sp>
          <p:nvSpPr>
            <p:cNvPr id="8" name="Freeform: Shape 7">
              <a:extLst>
                <a:ext uri="{FF2B5EF4-FFF2-40B4-BE49-F238E27FC236}">
                  <a16:creationId xmlns:a16="http://schemas.microsoft.com/office/drawing/2014/main" id="{D25594C1-62C1-4BEB-8BE9-824FD767AC72}"/>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solidFill>
              <a:srgbClr val="FFFFFF"/>
            </a:solidFill>
            <a:ln w="38100"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A4E8D1FF-C799-4AF2-A98B-F7B9F798EB19}"/>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solidFill>
              <a:srgbClr val="FFFFFF"/>
            </a:solidFill>
            <a:ln w="38100" cap="flat">
              <a:noFill/>
              <a:prstDash val="solid"/>
              <a:miter/>
            </a:ln>
          </p:spPr>
          <p:txBody>
            <a:bodyPr rtlCol="0" anchor="ctr"/>
            <a:lstStyle/>
            <a:p>
              <a:endParaRPr lang="en-IN"/>
            </a:p>
          </p:txBody>
        </p:sp>
      </p:grpSp>
      <p:sp>
        <p:nvSpPr>
          <p:cNvPr id="13" name="Text Placeholder 20">
            <a:extLst>
              <a:ext uri="{FF2B5EF4-FFF2-40B4-BE49-F238E27FC236}">
                <a16:creationId xmlns:a16="http://schemas.microsoft.com/office/drawing/2014/main" id="{EBF2F792-27CF-4A98-B724-E7C66DDB8294}"/>
              </a:ext>
            </a:extLst>
          </p:cNvPr>
          <p:cNvSpPr>
            <a:spLocks noGrp="1"/>
          </p:cNvSpPr>
          <p:nvPr>
            <p:ph type="body" sz="quarter" idx="13"/>
          </p:nvPr>
        </p:nvSpPr>
        <p:spPr>
          <a:xfrm>
            <a:off x="6321502" y="2696037"/>
            <a:ext cx="4481481" cy="1650259"/>
          </a:xfrm>
        </p:spPr>
        <p:txBody>
          <a:bodyPr>
            <a:normAutofit/>
          </a:bodyPr>
          <a:lstStyle>
            <a:lvl1pPr marL="0" indent="0">
              <a:buNone/>
              <a:defRPr sz="4000" b="1" i="0" baseline="0">
                <a:solidFill>
                  <a:schemeClr val="bg1"/>
                </a:solidFill>
                <a:latin typeface="+mj-lt"/>
              </a:defRPr>
            </a:lvl1pPr>
          </a:lstStyle>
          <a:p>
            <a:pPr lvl="0"/>
            <a:r>
              <a:rPr lang="en-US"/>
              <a:t>Click to edit Master text styles</a:t>
            </a:r>
          </a:p>
        </p:txBody>
      </p:sp>
      <p:sp>
        <p:nvSpPr>
          <p:cNvPr id="4" name="Slide Number Placeholder 3">
            <a:extLst>
              <a:ext uri="{FF2B5EF4-FFF2-40B4-BE49-F238E27FC236}">
                <a16:creationId xmlns:a16="http://schemas.microsoft.com/office/drawing/2014/main" id="{28905B6E-87F5-B133-41CD-7BCCD48A4F4C}"/>
              </a:ext>
            </a:extLst>
          </p:cNvPr>
          <p:cNvSpPr>
            <a:spLocks noGrp="1"/>
          </p:cNvSpPr>
          <p:nvPr>
            <p:ph type="sldNum" sz="quarter" idx="16"/>
          </p:nvPr>
        </p:nvSpPr>
        <p:spPr/>
        <p:txBody>
          <a:bodyPr/>
          <a:lstStyle>
            <a:lvl1pPr>
              <a:defRPr>
                <a:latin typeface="+mn-lt"/>
              </a:defRPr>
            </a:lvl1pPr>
          </a:lstStyle>
          <a:p>
            <a:fld id="{D8FB45C0-4B32-43DE-93B9-6E575D49CD52}" type="slidenum">
              <a:rPr lang="en-IN" smtClean="0"/>
              <a:pPr/>
              <a:t>‹#›</a:t>
            </a:fld>
            <a:endParaRPr lang="en-IN"/>
          </a:p>
        </p:txBody>
      </p:sp>
      <p:sp>
        <p:nvSpPr>
          <p:cNvPr id="2" name="Footer Placeholder 2">
            <a:extLst>
              <a:ext uri="{FF2B5EF4-FFF2-40B4-BE49-F238E27FC236}">
                <a16:creationId xmlns:a16="http://schemas.microsoft.com/office/drawing/2014/main" id="{5A5E4DBB-2EC2-B26B-711C-72F543962CB7}"/>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pic>
        <p:nvPicPr>
          <p:cNvPr id="3" name="Graphic 2">
            <a:extLst>
              <a:ext uri="{FF2B5EF4-FFF2-40B4-BE49-F238E27FC236}">
                <a16:creationId xmlns:a16="http://schemas.microsoft.com/office/drawing/2014/main" id="{166F0376-1540-ED82-8D31-B4435F412CF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390787" y="4585803"/>
            <a:ext cx="1397000" cy="190500"/>
          </a:xfrm>
          <a:prstGeom prst="rect">
            <a:avLst/>
          </a:prstGeom>
        </p:spPr>
      </p:pic>
    </p:spTree>
    <p:extLst>
      <p:ext uri="{BB962C8B-B14F-4D97-AF65-F5344CB8AC3E}">
        <p14:creationId xmlns:p14="http://schemas.microsoft.com/office/powerpoint/2010/main" val="21377733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Slide Speech Box 2">
    <p:spTree>
      <p:nvGrpSpPr>
        <p:cNvPr id="1" name=""/>
        <p:cNvGrpSpPr/>
        <p:nvPr/>
      </p:nvGrpSpPr>
      <p:grpSpPr>
        <a:xfrm>
          <a:off x="0" y="0"/>
          <a:ext cx="0" cy="0"/>
          <a:chOff x="0" y="0"/>
          <a:chExt cx="0" cy="0"/>
        </a:xfrm>
      </p:grpSpPr>
      <p:pic>
        <p:nvPicPr>
          <p:cNvPr id="5" name="Picture 4" descr="A green rectangular object with black background&#10;&#10;Description automatically generated">
            <a:extLst>
              <a:ext uri="{FF2B5EF4-FFF2-40B4-BE49-F238E27FC236}">
                <a16:creationId xmlns:a16="http://schemas.microsoft.com/office/drawing/2014/main" id="{084E8FE4-9A15-565B-5FF6-FA25ECDEB095}"/>
              </a:ext>
            </a:extLst>
          </p:cNvPr>
          <p:cNvPicPr>
            <a:picLocks noChangeAspect="1"/>
          </p:cNvPicPr>
          <p:nvPr userDrawn="1"/>
        </p:nvPicPr>
        <p:blipFill>
          <a:blip r:embed="rId2"/>
          <a:stretch>
            <a:fillRect/>
          </a:stretch>
        </p:blipFill>
        <p:spPr>
          <a:xfrm>
            <a:off x="5569206" y="177798"/>
            <a:ext cx="6013193" cy="6442187"/>
          </a:xfrm>
          <a:prstGeom prst="rect">
            <a:avLst/>
          </a:prstGeom>
        </p:spPr>
      </p:pic>
      <p:sp>
        <p:nvSpPr>
          <p:cNvPr id="10" name="TextBox 9">
            <a:extLst>
              <a:ext uri="{FF2B5EF4-FFF2-40B4-BE49-F238E27FC236}">
                <a16:creationId xmlns:a16="http://schemas.microsoft.com/office/drawing/2014/main" id="{C7D840D3-5873-4001-A5CB-6D5CA85B3E9D}"/>
              </a:ext>
            </a:extLst>
          </p:cNvPr>
          <p:cNvSpPr txBox="1"/>
          <p:nvPr userDrawn="1"/>
        </p:nvSpPr>
        <p:spPr>
          <a:xfrm>
            <a:off x="2251364" y="2546226"/>
            <a:ext cx="7786254" cy="993652"/>
          </a:xfrm>
          <a:prstGeom prst="rect">
            <a:avLst/>
          </a:prstGeom>
          <a:noFill/>
        </p:spPr>
        <p:txBody>
          <a:bodyPr wrap="square" rtlCol="0">
            <a:spAutoFit/>
          </a:bodyPr>
          <a:lstStyle/>
          <a:p>
            <a:endParaRPr lang="en-GB"/>
          </a:p>
        </p:txBody>
      </p:sp>
      <p:grpSp>
        <p:nvGrpSpPr>
          <p:cNvPr id="7" name="Graphic 17">
            <a:extLst>
              <a:ext uri="{FF2B5EF4-FFF2-40B4-BE49-F238E27FC236}">
                <a16:creationId xmlns:a16="http://schemas.microsoft.com/office/drawing/2014/main" id="{AA56E60B-CC53-485F-9DED-28C167CD78D8}"/>
              </a:ext>
            </a:extLst>
          </p:cNvPr>
          <p:cNvGrpSpPr/>
          <p:nvPr userDrawn="1"/>
        </p:nvGrpSpPr>
        <p:grpSpPr>
          <a:xfrm>
            <a:off x="6390787" y="919780"/>
            <a:ext cx="1075415" cy="1448837"/>
            <a:chOff x="5733562" y="857250"/>
            <a:chExt cx="737549" cy="993652"/>
          </a:xfrm>
          <a:solidFill>
            <a:srgbClr val="FFFFFF"/>
          </a:solidFill>
        </p:grpSpPr>
        <p:sp>
          <p:nvSpPr>
            <p:cNvPr id="8" name="Freeform: Shape 7">
              <a:extLst>
                <a:ext uri="{FF2B5EF4-FFF2-40B4-BE49-F238E27FC236}">
                  <a16:creationId xmlns:a16="http://schemas.microsoft.com/office/drawing/2014/main" id="{D25594C1-62C1-4BEB-8BE9-824FD767AC72}"/>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solidFill>
              <a:srgbClr val="FFFFFF"/>
            </a:solidFill>
            <a:ln w="38100"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A4E8D1FF-C799-4AF2-A98B-F7B9F798EB19}"/>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solidFill>
              <a:srgbClr val="FFFFFF"/>
            </a:solidFill>
            <a:ln w="38100" cap="flat">
              <a:noFill/>
              <a:prstDash val="solid"/>
              <a:miter/>
            </a:ln>
          </p:spPr>
          <p:txBody>
            <a:bodyPr rtlCol="0" anchor="ctr"/>
            <a:lstStyle/>
            <a:p>
              <a:endParaRPr lang="en-IN"/>
            </a:p>
          </p:txBody>
        </p:sp>
      </p:grpSp>
      <p:sp>
        <p:nvSpPr>
          <p:cNvPr id="13" name="Text Placeholder 20">
            <a:extLst>
              <a:ext uri="{FF2B5EF4-FFF2-40B4-BE49-F238E27FC236}">
                <a16:creationId xmlns:a16="http://schemas.microsoft.com/office/drawing/2014/main" id="{EBF2F792-27CF-4A98-B724-E7C66DDB8294}"/>
              </a:ext>
            </a:extLst>
          </p:cNvPr>
          <p:cNvSpPr>
            <a:spLocks noGrp="1"/>
          </p:cNvSpPr>
          <p:nvPr>
            <p:ph type="body" sz="quarter" idx="13"/>
          </p:nvPr>
        </p:nvSpPr>
        <p:spPr>
          <a:xfrm>
            <a:off x="6321502" y="2696037"/>
            <a:ext cx="4481481" cy="1650259"/>
          </a:xfrm>
        </p:spPr>
        <p:txBody>
          <a:bodyPr>
            <a:normAutofit/>
          </a:bodyPr>
          <a:lstStyle>
            <a:lvl1pPr marL="0" indent="0">
              <a:buNone/>
              <a:defRPr sz="4000" b="1" i="0" baseline="0">
                <a:solidFill>
                  <a:schemeClr val="bg1"/>
                </a:solidFill>
                <a:latin typeface="+mj-lt"/>
              </a:defRPr>
            </a:lvl1pPr>
          </a:lstStyle>
          <a:p>
            <a:pPr lvl="0"/>
            <a:r>
              <a:rPr lang="en-US"/>
              <a:t>Click to edit Master text styles</a:t>
            </a:r>
          </a:p>
        </p:txBody>
      </p:sp>
      <p:sp>
        <p:nvSpPr>
          <p:cNvPr id="4" name="Slide Number Placeholder 3">
            <a:extLst>
              <a:ext uri="{FF2B5EF4-FFF2-40B4-BE49-F238E27FC236}">
                <a16:creationId xmlns:a16="http://schemas.microsoft.com/office/drawing/2014/main" id="{28905B6E-87F5-B133-41CD-7BCCD48A4F4C}"/>
              </a:ext>
            </a:extLst>
          </p:cNvPr>
          <p:cNvSpPr>
            <a:spLocks noGrp="1"/>
          </p:cNvSpPr>
          <p:nvPr>
            <p:ph type="sldNum" sz="quarter" idx="16"/>
          </p:nvPr>
        </p:nvSpPr>
        <p:spPr/>
        <p:txBody>
          <a:bodyPr/>
          <a:lstStyle>
            <a:lvl1pPr>
              <a:defRPr>
                <a:latin typeface="+mn-lt"/>
              </a:defRPr>
            </a:lvl1pPr>
          </a:lstStyle>
          <a:p>
            <a:fld id="{D8FB45C0-4B32-43DE-93B9-6E575D49CD52}" type="slidenum">
              <a:rPr lang="en-IN" smtClean="0"/>
              <a:pPr/>
              <a:t>‹#›</a:t>
            </a:fld>
            <a:endParaRPr lang="en-IN"/>
          </a:p>
        </p:txBody>
      </p:sp>
      <p:sp>
        <p:nvSpPr>
          <p:cNvPr id="2" name="Footer Placeholder 2">
            <a:extLst>
              <a:ext uri="{FF2B5EF4-FFF2-40B4-BE49-F238E27FC236}">
                <a16:creationId xmlns:a16="http://schemas.microsoft.com/office/drawing/2014/main" id="{5A5E4DBB-2EC2-B26B-711C-72F543962CB7}"/>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pic>
        <p:nvPicPr>
          <p:cNvPr id="3" name="Graphic 2">
            <a:extLst>
              <a:ext uri="{FF2B5EF4-FFF2-40B4-BE49-F238E27FC236}">
                <a16:creationId xmlns:a16="http://schemas.microsoft.com/office/drawing/2014/main" id="{AE30AC4D-9A31-14CF-797B-72BFCD1EA0D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390787" y="4585803"/>
            <a:ext cx="1397000" cy="190500"/>
          </a:xfrm>
          <a:prstGeom prst="rect">
            <a:avLst/>
          </a:prstGeom>
        </p:spPr>
      </p:pic>
    </p:spTree>
    <p:extLst>
      <p:ext uri="{BB962C8B-B14F-4D97-AF65-F5344CB8AC3E}">
        <p14:creationId xmlns:p14="http://schemas.microsoft.com/office/powerpoint/2010/main" val="40613548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Slide Speech Box 3">
    <p:spTree>
      <p:nvGrpSpPr>
        <p:cNvPr id="1" name=""/>
        <p:cNvGrpSpPr/>
        <p:nvPr/>
      </p:nvGrpSpPr>
      <p:grpSpPr>
        <a:xfrm>
          <a:off x="0" y="0"/>
          <a:ext cx="0" cy="0"/>
          <a:chOff x="0" y="0"/>
          <a:chExt cx="0" cy="0"/>
        </a:xfrm>
      </p:grpSpPr>
      <p:pic>
        <p:nvPicPr>
          <p:cNvPr id="5" name="Picture 4" descr="A blue rectangular object with a black background&#10;&#10;Description automatically generated">
            <a:extLst>
              <a:ext uri="{FF2B5EF4-FFF2-40B4-BE49-F238E27FC236}">
                <a16:creationId xmlns:a16="http://schemas.microsoft.com/office/drawing/2014/main" id="{3F943559-017C-8E2D-2153-3A6A5BEF2C08}"/>
              </a:ext>
            </a:extLst>
          </p:cNvPr>
          <p:cNvPicPr>
            <a:picLocks noChangeAspect="1"/>
          </p:cNvPicPr>
          <p:nvPr userDrawn="1"/>
        </p:nvPicPr>
        <p:blipFill>
          <a:blip r:embed="rId2"/>
          <a:stretch>
            <a:fillRect/>
          </a:stretch>
        </p:blipFill>
        <p:spPr>
          <a:xfrm>
            <a:off x="5580718" y="178860"/>
            <a:ext cx="6001682" cy="6429855"/>
          </a:xfrm>
          <a:prstGeom prst="rect">
            <a:avLst/>
          </a:prstGeom>
        </p:spPr>
      </p:pic>
      <p:sp>
        <p:nvSpPr>
          <p:cNvPr id="10" name="TextBox 9">
            <a:extLst>
              <a:ext uri="{FF2B5EF4-FFF2-40B4-BE49-F238E27FC236}">
                <a16:creationId xmlns:a16="http://schemas.microsoft.com/office/drawing/2014/main" id="{C7D840D3-5873-4001-A5CB-6D5CA85B3E9D}"/>
              </a:ext>
            </a:extLst>
          </p:cNvPr>
          <p:cNvSpPr txBox="1"/>
          <p:nvPr userDrawn="1"/>
        </p:nvSpPr>
        <p:spPr>
          <a:xfrm>
            <a:off x="2251364" y="2546226"/>
            <a:ext cx="7786254" cy="993652"/>
          </a:xfrm>
          <a:prstGeom prst="rect">
            <a:avLst/>
          </a:prstGeom>
          <a:noFill/>
        </p:spPr>
        <p:txBody>
          <a:bodyPr wrap="square" rtlCol="0">
            <a:spAutoFit/>
          </a:bodyPr>
          <a:lstStyle/>
          <a:p>
            <a:endParaRPr lang="en-GB"/>
          </a:p>
        </p:txBody>
      </p:sp>
      <p:grpSp>
        <p:nvGrpSpPr>
          <p:cNvPr id="7" name="Graphic 17">
            <a:extLst>
              <a:ext uri="{FF2B5EF4-FFF2-40B4-BE49-F238E27FC236}">
                <a16:creationId xmlns:a16="http://schemas.microsoft.com/office/drawing/2014/main" id="{AA56E60B-CC53-485F-9DED-28C167CD78D8}"/>
              </a:ext>
            </a:extLst>
          </p:cNvPr>
          <p:cNvGrpSpPr/>
          <p:nvPr userDrawn="1"/>
        </p:nvGrpSpPr>
        <p:grpSpPr>
          <a:xfrm>
            <a:off x="6390787" y="919780"/>
            <a:ext cx="1075415" cy="1448837"/>
            <a:chOff x="5733562" y="857250"/>
            <a:chExt cx="737549" cy="993652"/>
          </a:xfrm>
          <a:solidFill>
            <a:srgbClr val="FFFFFF"/>
          </a:solidFill>
        </p:grpSpPr>
        <p:sp>
          <p:nvSpPr>
            <p:cNvPr id="8" name="Freeform: Shape 7">
              <a:extLst>
                <a:ext uri="{FF2B5EF4-FFF2-40B4-BE49-F238E27FC236}">
                  <a16:creationId xmlns:a16="http://schemas.microsoft.com/office/drawing/2014/main" id="{D25594C1-62C1-4BEB-8BE9-824FD767AC72}"/>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solidFill>
              <a:srgbClr val="FFFFFF"/>
            </a:solidFill>
            <a:ln w="38100"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A4E8D1FF-C799-4AF2-A98B-F7B9F798EB19}"/>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solidFill>
              <a:srgbClr val="FFFFFF"/>
            </a:solidFill>
            <a:ln w="38100" cap="flat">
              <a:noFill/>
              <a:prstDash val="solid"/>
              <a:miter/>
            </a:ln>
          </p:spPr>
          <p:txBody>
            <a:bodyPr rtlCol="0" anchor="ctr"/>
            <a:lstStyle/>
            <a:p>
              <a:endParaRPr lang="en-IN"/>
            </a:p>
          </p:txBody>
        </p:sp>
      </p:grpSp>
      <p:sp>
        <p:nvSpPr>
          <p:cNvPr id="13" name="Text Placeholder 20">
            <a:extLst>
              <a:ext uri="{FF2B5EF4-FFF2-40B4-BE49-F238E27FC236}">
                <a16:creationId xmlns:a16="http://schemas.microsoft.com/office/drawing/2014/main" id="{EBF2F792-27CF-4A98-B724-E7C66DDB8294}"/>
              </a:ext>
            </a:extLst>
          </p:cNvPr>
          <p:cNvSpPr>
            <a:spLocks noGrp="1"/>
          </p:cNvSpPr>
          <p:nvPr>
            <p:ph type="body" sz="quarter" idx="13"/>
          </p:nvPr>
        </p:nvSpPr>
        <p:spPr>
          <a:xfrm>
            <a:off x="6321502" y="2696037"/>
            <a:ext cx="4481481" cy="1650259"/>
          </a:xfrm>
        </p:spPr>
        <p:txBody>
          <a:bodyPr>
            <a:normAutofit/>
          </a:bodyPr>
          <a:lstStyle>
            <a:lvl1pPr marL="0" indent="0">
              <a:buNone/>
              <a:defRPr sz="4000" b="1" i="0" baseline="0">
                <a:solidFill>
                  <a:schemeClr val="bg1"/>
                </a:solidFill>
                <a:latin typeface="+mj-lt"/>
              </a:defRPr>
            </a:lvl1pPr>
          </a:lstStyle>
          <a:p>
            <a:pPr lvl="0"/>
            <a:r>
              <a:rPr lang="en-US"/>
              <a:t>Click to edit Master text styles</a:t>
            </a:r>
          </a:p>
        </p:txBody>
      </p:sp>
      <p:sp>
        <p:nvSpPr>
          <p:cNvPr id="4" name="Slide Number Placeholder 3">
            <a:extLst>
              <a:ext uri="{FF2B5EF4-FFF2-40B4-BE49-F238E27FC236}">
                <a16:creationId xmlns:a16="http://schemas.microsoft.com/office/drawing/2014/main" id="{28905B6E-87F5-B133-41CD-7BCCD48A4F4C}"/>
              </a:ext>
            </a:extLst>
          </p:cNvPr>
          <p:cNvSpPr>
            <a:spLocks noGrp="1"/>
          </p:cNvSpPr>
          <p:nvPr>
            <p:ph type="sldNum" sz="quarter" idx="16"/>
          </p:nvPr>
        </p:nvSpPr>
        <p:spPr/>
        <p:txBody>
          <a:bodyPr/>
          <a:lstStyle>
            <a:lvl1pPr>
              <a:defRPr>
                <a:latin typeface="+mn-lt"/>
              </a:defRPr>
            </a:lvl1pPr>
          </a:lstStyle>
          <a:p>
            <a:fld id="{D8FB45C0-4B32-43DE-93B9-6E575D49CD52}" type="slidenum">
              <a:rPr lang="en-IN" smtClean="0"/>
              <a:pPr/>
              <a:t>‹#›</a:t>
            </a:fld>
            <a:endParaRPr lang="en-IN"/>
          </a:p>
        </p:txBody>
      </p:sp>
      <p:sp>
        <p:nvSpPr>
          <p:cNvPr id="2" name="Footer Placeholder 2">
            <a:extLst>
              <a:ext uri="{FF2B5EF4-FFF2-40B4-BE49-F238E27FC236}">
                <a16:creationId xmlns:a16="http://schemas.microsoft.com/office/drawing/2014/main" id="{5A5E4DBB-2EC2-B26B-711C-72F543962CB7}"/>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pic>
        <p:nvPicPr>
          <p:cNvPr id="3" name="Graphic 2">
            <a:extLst>
              <a:ext uri="{FF2B5EF4-FFF2-40B4-BE49-F238E27FC236}">
                <a16:creationId xmlns:a16="http://schemas.microsoft.com/office/drawing/2014/main" id="{083195B9-9FF8-2A35-CBC4-F7B27A36AD9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390787" y="4585803"/>
            <a:ext cx="1397000" cy="190500"/>
          </a:xfrm>
          <a:prstGeom prst="rect">
            <a:avLst/>
          </a:prstGeom>
        </p:spPr>
      </p:pic>
    </p:spTree>
    <p:extLst>
      <p:ext uri="{BB962C8B-B14F-4D97-AF65-F5344CB8AC3E}">
        <p14:creationId xmlns:p14="http://schemas.microsoft.com/office/powerpoint/2010/main" val="32257590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9" name="Graphic 17">
            <a:extLst>
              <a:ext uri="{FF2B5EF4-FFF2-40B4-BE49-F238E27FC236}">
                <a16:creationId xmlns:a16="http://schemas.microsoft.com/office/drawing/2014/main" id="{F0DC8A73-B626-485B-B241-6F4417809388}"/>
              </a:ext>
            </a:extLst>
          </p:cNvPr>
          <p:cNvGrpSpPr/>
          <p:nvPr userDrawn="1"/>
        </p:nvGrpSpPr>
        <p:grpSpPr>
          <a:xfrm>
            <a:off x="339465" y="190543"/>
            <a:ext cx="424170" cy="571457"/>
            <a:chOff x="5733562" y="857250"/>
            <a:chExt cx="737549" cy="993652"/>
          </a:xfrm>
          <a:solidFill>
            <a:srgbClr val="00C389"/>
          </a:solidFill>
        </p:grpSpPr>
        <p:sp>
          <p:nvSpPr>
            <p:cNvPr id="11" name="Freeform: Shape 10">
              <a:extLst>
                <a:ext uri="{FF2B5EF4-FFF2-40B4-BE49-F238E27FC236}">
                  <a16:creationId xmlns:a16="http://schemas.microsoft.com/office/drawing/2014/main" id="{40DC714A-CB4F-4D95-A3DF-1DBCEC637CE0}"/>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grpFill/>
            <a:ln w="38100"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665B1435-3152-49C2-9E47-B317E34F052C}"/>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grpFill/>
            <a:ln w="38100" cap="flat">
              <a:noFill/>
              <a:prstDash val="solid"/>
              <a:miter/>
            </a:ln>
          </p:spPr>
          <p:txBody>
            <a:bodyPr rtlCol="0" anchor="ctr"/>
            <a:lstStyle/>
            <a:p>
              <a:endParaRPr lang="en-IN"/>
            </a:p>
          </p:txBody>
        </p:sp>
      </p:grpSp>
      <p:sp>
        <p:nvSpPr>
          <p:cNvPr id="13" name="Text Placeholder 16">
            <a:extLst>
              <a:ext uri="{FF2B5EF4-FFF2-40B4-BE49-F238E27FC236}">
                <a16:creationId xmlns:a16="http://schemas.microsoft.com/office/drawing/2014/main" id="{52E12658-6232-4595-8021-44898744E4C0}"/>
              </a:ext>
            </a:extLst>
          </p:cNvPr>
          <p:cNvSpPr>
            <a:spLocks noGrp="1"/>
          </p:cNvSpPr>
          <p:nvPr>
            <p:ph type="body" sz="quarter" idx="16"/>
          </p:nvPr>
        </p:nvSpPr>
        <p:spPr>
          <a:xfrm>
            <a:off x="1076325" y="336550"/>
            <a:ext cx="6297613" cy="585788"/>
          </a:xfrm>
        </p:spPr>
        <p:txBody>
          <a:bodyPr/>
          <a:lstStyle>
            <a:lvl1pPr>
              <a:buNone/>
              <a:defRPr sz="3200" b="1" i="0" baseline="0">
                <a:solidFill>
                  <a:srgbClr val="1ED760"/>
                </a:solidFill>
                <a:latin typeface="+mj-lt"/>
              </a:defRPr>
            </a:lvl1pPr>
          </a:lstStyle>
          <a:p>
            <a:pPr lvl="0"/>
            <a:r>
              <a:rPr lang="en-US"/>
              <a:t>Click to edit Master text styles</a:t>
            </a:r>
          </a:p>
        </p:txBody>
      </p:sp>
      <p:sp>
        <p:nvSpPr>
          <p:cNvPr id="14" name="Text Placeholder 18">
            <a:extLst>
              <a:ext uri="{FF2B5EF4-FFF2-40B4-BE49-F238E27FC236}">
                <a16:creationId xmlns:a16="http://schemas.microsoft.com/office/drawing/2014/main" id="{AB12A0FB-5139-4AB8-9804-17C9F8945AAA}"/>
              </a:ext>
            </a:extLst>
          </p:cNvPr>
          <p:cNvSpPr>
            <a:spLocks noGrp="1"/>
          </p:cNvSpPr>
          <p:nvPr>
            <p:ph type="body" sz="quarter" idx="17"/>
          </p:nvPr>
        </p:nvSpPr>
        <p:spPr>
          <a:xfrm>
            <a:off x="1093334" y="1111577"/>
            <a:ext cx="5890531" cy="382587"/>
          </a:xfrm>
        </p:spPr>
        <p:txBody>
          <a:bodyPr/>
          <a:lstStyle>
            <a:lvl1pPr>
              <a:buNone/>
              <a:defRPr sz="2400" b="0" i="0" baseline="0">
                <a:solidFill>
                  <a:srgbClr val="1ED760"/>
                </a:solidFill>
                <a:latin typeface="+mn-lt"/>
              </a:defRPr>
            </a:lvl1pPr>
          </a:lstStyle>
          <a:p>
            <a:pPr lvl="0"/>
            <a:r>
              <a:rPr lang="en-US"/>
              <a:t>Click to edit Master text styles</a:t>
            </a:r>
          </a:p>
        </p:txBody>
      </p:sp>
      <p:sp>
        <p:nvSpPr>
          <p:cNvPr id="15" name="Text Placeholder 20">
            <a:extLst>
              <a:ext uri="{FF2B5EF4-FFF2-40B4-BE49-F238E27FC236}">
                <a16:creationId xmlns:a16="http://schemas.microsoft.com/office/drawing/2014/main" id="{03B5B581-859C-400F-8D34-A02887689AE2}"/>
              </a:ext>
            </a:extLst>
          </p:cNvPr>
          <p:cNvSpPr>
            <a:spLocks noGrp="1"/>
          </p:cNvSpPr>
          <p:nvPr>
            <p:ph type="body" sz="quarter" idx="15"/>
          </p:nvPr>
        </p:nvSpPr>
        <p:spPr>
          <a:xfrm>
            <a:off x="1096963" y="1857714"/>
            <a:ext cx="8203791" cy="4390686"/>
          </a:xfrm>
        </p:spPr>
        <p:txBody>
          <a:bodyPr>
            <a:normAutofit/>
          </a:bodyPr>
          <a:lstStyle>
            <a:lvl1pPr marL="228600" indent="-228600" algn="l">
              <a:lnSpc>
                <a:spcPct val="100000"/>
              </a:lnSpc>
              <a:buFont typeface="Wingdings" panose="05000000000000000000" pitchFamily="2" charset="2"/>
              <a:buChar char="§"/>
              <a:defRPr sz="1800" baseline="0">
                <a:latin typeface="+mn-lt"/>
              </a:defRPr>
            </a:lvl1pPr>
            <a:lvl2pPr>
              <a:defRPr sz="1600">
                <a:latin typeface="+mn-lt"/>
                <a:cs typeface="Biome Light" panose="020B0303030204020804" pitchFamily="34" charset="0"/>
              </a:defRPr>
            </a:lvl2pPr>
            <a:lvl3pPr>
              <a:defRPr sz="1600">
                <a:latin typeface="+mn-lt"/>
                <a:cs typeface="Biome Light" panose="020B0303030204020804" pitchFamily="34" charset="0"/>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19" name="Graphic 17">
            <a:extLst>
              <a:ext uri="{FF2B5EF4-FFF2-40B4-BE49-F238E27FC236}">
                <a16:creationId xmlns:a16="http://schemas.microsoft.com/office/drawing/2014/main" id="{6E136EF3-7376-4C96-8072-6208FFED9F6B}"/>
              </a:ext>
            </a:extLst>
          </p:cNvPr>
          <p:cNvGrpSpPr/>
          <p:nvPr userDrawn="1"/>
        </p:nvGrpSpPr>
        <p:grpSpPr>
          <a:xfrm>
            <a:off x="339465" y="190543"/>
            <a:ext cx="424170" cy="571457"/>
            <a:chOff x="5733562" y="857250"/>
            <a:chExt cx="737549" cy="993652"/>
          </a:xfrm>
          <a:solidFill>
            <a:srgbClr val="1ED760"/>
          </a:solidFill>
        </p:grpSpPr>
        <p:sp>
          <p:nvSpPr>
            <p:cNvPr id="20" name="Freeform: Shape 19">
              <a:extLst>
                <a:ext uri="{FF2B5EF4-FFF2-40B4-BE49-F238E27FC236}">
                  <a16:creationId xmlns:a16="http://schemas.microsoft.com/office/drawing/2014/main" id="{F2C12177-FAAA-41AF-9F09-766117C20910}"/>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grpFill/>
            <a:ln w="38100"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594E54A9-C018-40D6-A4F1-F1B4EA8DDB83}"/>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grpFill/>
            <a:ln w="38100" cap="flat">
              <a:noFill/>
              <a:prstDash val="solid"/>
              <a:miter/>
            </a:ln>
          </p:spPr>
          <p:txBody>
            <a:bodyPr rtlCol="0" anchor="ctr"/>
            <a:lstStyle/>
            <a:p>
              <a:endParaRPr lang="en-IN"/>
            </a:p>
          </p:txBody>
        </p:sp>
      </p:grpSp>
      <p:sp>
        <p:nvSpPr>
          <p:cNvPr id="5" name="Footer Placeholder 2">
            <a:extLst>
              <a:ext uri="{FF2B5EF4-FFF2-40B4-BE49-F238E27FC236}">
                <a16:creationId xmlns:a16="http://schemas.microsoft.com/office/drawing/2014/main" id="{C959CA7D-9BE2-23B9-80A7-AA5C39B8A080}"/>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sp>
        <p:nvSpPr>
          <p:cNvPr id="3" name="Slide Number Placeholder 3">
            <a:extLst>
              <a:ext uri="{FF2B5EF4-FFF2-40B4-BE49-F238E27FC236}">
                <a16:creationId xmlns:a16="http://schemas.microsoft.com/office/drawing/2014/main" id="{215EC3FA-F3C5-208B-FD18-8989283A80A0}"/>
              </a:ext>
            </a:extLst>
          </p:cNvPr>
          <p:cNvSpPr txBox="1">
            <a:spLocks/>
          </p:cNvSpPr>
          <p:nvPr userDrawn="1"/>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8FB45C0-4B32-43DE-93B9-6E575D49CD52}" type="slidenum">
              <a:rPr lang="en-IN" smtClean="0">
                <a:solidFill>
                  <a:prstClr val="black">
                    <a:tint val="75000"/>
                  </a:prstClr>
                </a:solidFill>
                <a:latin typeface="Segoe UI"/>
              </a:rPr>
              <a:pPr/>
              <a:t>‹#›</a:t>
            </a:fld>
            <a:endParaRPr lang="en-IN">
              <a:solidFill>
                <a:prstClr val="black">
                  <a:tint val="75000"/>
                </a:prstClr>
              </a:solidFill>
              <a:latin typeface="Segoe UI"/>
            </a:endParaRPr>
          </a:p>
        </p:txBody>
      </p:sp>
    </p:spTree>
    <p:extLst>
      <p:ext uri="{BB962C8B-B14F-4D97-AF65-F5344CB8AC3E}">
        <p14:creationId xmlns:p14="http://schemas.microsoft.com/office/powerpoint/2010/main" val="5923208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Heavy Page">
    <p:spTree>
      <p:nvGrpSpPr>
        <p:cNvPr id="1" name=""/>
        <p:cNvGrpSpPr/>
        <p:nvPr/>
      </p:nvGrpSpPr>
      <p:grpSpPr>
        <a:xfrm>
          <a:off x="0" y="0"/>
          <a:ext cx="0" cy="0"/>
          <a:chOff x="0" y="0"/>
          <a:chExt cx="0" cy="0"/>
        </a:xfrm>
      </p:grpSpPr>
      <p:grpSp>
        <p:nvGrpSpPr>
          <p:cNvPr id="9" name="Graphic 17">
            <a:extLst>
              <a:ext uri="{FF2B5EF4-FFF2-40B4-BE49-F238E27FC236}">
                <a16:creationId xmlns:a16="http://schemas.microsoft.com/office/drawing/2014/main" id="{F0DC8A73-B626-485B-B241-6F4417809388}"/>
              </a:ext>
            </a:extLst>
          </p:cNvPr>
          <p:cNvGrpSpPr/>
          <p:nvPr userDrawn="1"/>
        </p:nvGrpSpPr>
        <p:grpSpPr>
          <a:xfrm>
            <a:off x="339465" y="190543"/>
            <a:ext cx="424170" cy="571457"/>
            <a:chOff x="5733562" y="857250"/>
            <a:chExt cx="737549" cy="993652"/>
          </a:xfrm>
          <a:solidFill>
            <a:srgbClr val="00C389"/>
          </a:solidFill>
        </p:grpSpPr>
        <p:sp>
          <p:nvSpPr>
            <p:cNvPr id="11" name="Freeform: Shape 10">
              <a:extLst>
                <a:ext uri="{FF2B5EF4-FFF2-40B4-BE49-F238E27FC236}">
                  <a16:creationId xmlns:a16="http://schemas.microsoft.com/office/drawing/2014/main" id="{40DC714A-CB4F-4D95-A3DF-1DBCEC637CE0}"/>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grpFill/>
            <a:ln w="38100"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665B1435-3152-49C2-9E47-B317E34F052C}"/>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grpFill/>
            <a:ln w="38100" cap="flat">
              <a:noFill/>
              <a:prstDash val="solid"/>
              <a:miter/>
            </a:ln>
          </p:spPr>
          <p:txBody>
            <a:bodyPr rtlCol="0" anchor="ctr"/>
            <a:lstStyle/>
            <a:p>
              <a:endParaRPr lang="en-IN"/>
            </a:p>
          </p:txBody>
        </p:sp>
      </p:grpSp>
      <p:sp>
        <p:nvSpPr>
          <p:cNvPr id="13" name="Text Placeholder 16">
            <a:extLst>
              <a:ext uri="{FF2B5EF4-FFF2-40B4-BE49-F238E27FC236}">
                <a16:creationId xmlns:a16="http://schemas.microsoft.com/office/drawing/2014/main" id="{52E12658-6232-4595-8021-44898744E4C0}"/>
              </a:ext>
            </a:extLst>
          </p:cNvPr>
          <p:cNvSpPr>
            <a:spLocks noGrp="1"/>
          </p:cNvSpPr>
          <p:nvPr>
            <p:ph type="body" sz="quarter" idx="16"/>
          </p:nvPr>
        </p:nvSpPr>
        <p:spPr>
          <a:xfrm>
            <a:off x="1076325" y="336550"/>
            <a:ext cx="6297613" cy="585788"/>
          </a:xfrm>
        </p:spPr>
        <p:txBody>
          <a:bodyPr/>
          <a:lstStyle>
            <a:lvl1pPr>
              <a:buNone/>
              <a:defRPr sz="3200" b="1" i="0" baseline="0">
                <a:solidFill>
                  <a:srgbClr val="1ED760"/>
                </a:solidFill>
                <a:latin typeface="+mj-lt"/>
              </a:defRPr>
            </a:lvl1pPr>
          </a:lstStyle>
          <a:p>
            <a:pPr lvl="0"/>
            <a:r>
              <a:rPr lang="en-US"/>
              <a:t>Click to edit Master text styles</a:t>
            </a:r>
          </a:p>
        </p:txBody>
      </p:sp>
      <p:sp>
        <p:nvSpPr>
          <p:cNvPr id="14" name="Text Placeholder 18">
            <a:extLst>
              <a:ext uri="{FF2B5EF4-FFF2-40B4-BE49-F238E27FC236}">
                <a16:creationId xmlns:a16="http://schemas.microsoft.com/office/drawing/2014/main" id="{AB12A0FB-5139-4AB8-9804-17C9F8945AAA}"/>
              </a:ext>
            </a:extLst>
          </p:cNvPr>
          <p:cNvSpPr>
            <a:spLocks noGrp="1"/>
          </p:cNvSpPr>
          <p:nvPr>
            <p:ph type="body" sz="quarter" idx="17"/>
          </p:nvPr>
        </p:nvSpPr>
        <p:spPr>
          <a:xfrm>
            <a:off x="1093334" y="1111577"/>
            <a:ext cx="5890531" cy="382587"/>
          </a:xfrm>
        </p:spPr>
        <p:txBody>
          <a:bodyPr/>
          <a:lstStyle>
            <a:lvl1pPr>
              <a:buNone/>
              <a:defRPr sz="2400" baseline="0">
                <a:solidFill>
                  <a:srgbClr val="1ED760"/>
                </a:solidFill>
                <a:latin typeface="+mn-lt"/>
              </a:defRPr>
            </a:lvl1pPr>
          </a:lstStyle>
          <a:p>
            <a:pPr lvl="0"/>
            <a:r>
              <a:rPr lang="en-US"/>
              <a:t>Click to edit Master text styles</a:t>
            </a:r>
          </a:p>
        </p:txBody>
      </p:sp>
      <p:sp>
        <p:nvSpPr>
          <p:cNvPr id="15" name="Text Placeholder 20">
            <a:extLst>
              <a:ext uri="{FF2B5EF4-FFF2-40B4-BE49-F238E27FC236}">
                <a16:creationId xmlns:a16="http://schemas.microsoft.com/office/drawing/2014/main" id="{03B5B581-859C-400F-8D34-A02887689AE2}"/>
              </a:ext>
            </a:extLst>
          </p:cNvPr>
          <p:cNvSpPr>
            <a:spLocks noGrp="1"/>
          </p:cNvSpPr>
          <p:nvPr>
            <p:ph type="body" sz="quarter" idx="15"/>
          </p:nvPr>
        </p:nvSpPr>
        <p:spPr>
          <a:xfrm>
            <a:off x="1093334" y="1857714"/>
            <a:ext cx="10402310" cy="4390686"/>
          </a:xfrm>
        </p:spPr>
        <p:txBody>
          <a:bodyPr>
            <a:normAutofit/>
          </a:bodyPr>
          <a:lstStyle>
            <a:lvl1pPr marL="0" indent="0" algn="l">
              <a:lnSpc>
                <a:spcPct val="100000"/>
              </a:lnSpc>
              <a:buFont typeface="Wingdings" panose="05000000000000000000" pitchFamily="2" charset="2"/>
              <a:buNone/>
              <a:defRPr sz="1800" baseline="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19" name="Graphic 17">
            <a:extLst>
              <a:ext uri="{FF2B5EF4-FFF2-40B4-BE49-F238E27FC236}">
                <a16:creationId xmlns:a16="http://schemas.microsoft.com/office/drawing/2014/main" id="{6E136EF3-7376-4C96-8072-6208FFED9F6B}"/>
              </a:ext>
            </a:extLst>
          </p:cNvPr>
          <p:cNvGrpSpPr/>
          <p:nvPr userDrawn="1"/>
        </p:nvGrpSpPr>
        <p:grpSpPr>
          <a:xfrm>
            <a:off x="339465" y="190543"/>
            <a:ext cx="424170" cy="571457"/>
            <a:chOff x="5733562" y="857250"/>
            <a:chExt cx="737549" cy="993652"/>
          </a:xfrm>
          <a:solidFill>
            <a:srgbClr val="1ED760"/>
          </a:solidFill>
        </p:grpSpPr>
        <p:sp>
          <p:nvSpPr>
            <p:cNvPr id="20" name="Freeform: Shape 19">
              <a:extLst>
                <a:ext uri="{FF2B5EF4-FFF2-40B4-BE49-F238E27FC236}">
                  <a16:creationId xmlns:a16="http://schemas.microsoft.com/office/drawing/2014/main" id="{F2C12177-FAAA-41AF-9F09-766117C20910}"/>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grpFill/>
            <a:ln w="38100"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594E54A9-C018-40D6-A4F1-F1B4EA8DDB83}"/>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grpFill/>
            <a:ln w="38100" cap="flat">
              <a:noFill/>
              <a:prstDash val="solid"/>
              <a:miter/>
            </a:ln>
          </p:spPr>
          <p:txBody>
            <a:bodyPr rtlCol="0" anchor="ctr"/>
            <a:lstStyle/>
            <a:p>
              <a:endParaRPr lang="en-IN"/>
            </a:p>
          </p:txBody>
        </p:sp>
      </p:grpSp>
      <p:sp>
        <p:nvSpPr>
          <p:cNvPr id="2" name="Footer Placeholder 2">
            <a:extLst>
              <a:ext uri="{FF2B5EF4-FFF2-40B4-BE49-F238E27FC236}">
                <a16:creationId xmlns:a16="http://schemas.microsoft.com/office/drawing/2014/main" id="{5634E9BD-FD05-AE2B-4987-5791CD3C20ED}"/>
              </a:ext>
            </a:extLst>
          </p:cNvPr>
          <p:cNvSpPr txBox="1">
            <a:spLocks/>
          </p:cNvSpPr>
          <p:nvPr userDrawn="1"/>
        </p:nvSpPr>
        <p:spPr>
          <a:xfrm>
            <a:off x="0" y="65214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sp>
        <p:nvSpPr>
          <p:cNvPr id="6" name="Slide Number Placeholder 3">
            <a:extLst>
              <a:ext uri="{FF2B5EF4-FFF2-40B4-BE49-F238E27FC236}">
                <a16:creationId xmlns:a16="http://schemas.microsoft.com/office/drawing/2014/main" id="{98F71077-3DE1-0930-FDAB-EB7670FBF88B}"/>
              </a:ext>
            </a:extLst>
          </p:cNvPr>
          <p:cNvSpPr txBox="1">
            <a:spLocks/>
          </p:cNvSpPr>
          <p:nvPr userDrawn="1"/>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8FB45C0-4B32-43DE-93B9-6E575D49CD52}" type="slidenum">
              <a:rPr lang="en-IN" smtClean="0">
                <a:solidFill>
                  <a:prstClr val="black">
                    <a:tint val="75000"/>
                  </a:prstClr>
                </a:solidFill>
                <a:latin typeface="Segoe UI"/>
              </a:rPr>
              <a:pPr/>
              <a:t>‹#›</a:t>
            </a:fld>
            <a:endParaRPr lang="en-IN">
              <a:solidFill>
                <a:prstClr val="black">
                  <a:tint val="75000"/>
                </a:prstClr>
              </a:solidFill>
              <a:latin typeface="Segoe UI"/>
            </a:endParaRPr>
          </a:p>
        </p:txBody>
      </p:sp>
    </p:spTree>
    <p:extLst>
      <p:ext uri="{BB962C8B-B14F-4D97-AF65-F5344CB8AC3E}">
        <p14:creationId xmlns:p14="http://schemas.microsoft.com/office/powerpoint/2010/main" val="23387772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alf page photo w/ half page text">
    <p:spTree>
      <p:nvGrpSpPr>
        <p:cNvPr id="1" name=""/>
        <p:cNvGrpSpPr/>
        <p:nvPr/>
      </p:nvGrpSpPr>
      <p:grpSpPr>
        <a:xfrm>
          <a:off x="0" y="0"/>
          <a:ext cx="0" cy="0"/>
          <a:chOff x="0" y="0"/>
          <a:chExt cx="0" cy="0"/>
        </a:xfrm>
      </p:grpSpPr>
      <p:grpSp>
        <p:nvGrpSpPr>
          <p:cNvPr id="9" name="Graphic 17">
            <a:extLst>
              <a:ext uri="{FF2B5EF4-FFF2-40B4-BE49-F238E27FC236}">
                <a16:creationId xmlns:a16="http://schemas.microsoft.com/office/drawing/2014/main" id="{F0DC8A73-B626-485B-B241-6F4417809388}"/>
              </a:ext>
            </a:extLst>
          </p:cNvPr>
          <p:cNvGrpSpPr/>
          <p:nvPr userDrawn="1"/>
        </p:nvGrpSpPr>
        <p:grpSpPr>
          <a:xfrm>
            <a:off x="339465" y="190543"/>
            <a:ext cx="424170" cy="571457"/>
            <a:chOff x="5733562" y="857250"/>
            <a:chExt cx="737549" cy="993652"/>
          </a:xfrm>
          <a:solidFill>
            <a:srgbClr val="00C389"/>
          </a:solidFill>
        </p:grpSpPr>
        <p:sp>
          <p:nvSpPr>
            <p:cNvPr id="11" name="Freeform: Shape 10">
              <a:extLst>
                <a:ext uri="{FF2B5EF4-FFF2-40B4-BE49-F238E27FC236}">
                  <a16:creationId xmlns:a16="http://schemas.microsoft.com/office/drawing/2014/main" id="{40DC714A-CB4F-4D95-A3DF-1DBCEC637CE0}"/>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grpFill/>
            <a:ln w="38100"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665B1435-3152-49C2-9E47-B317E34F052C}"/>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grpFill/>
            <a:ln w="38100" cap="flat">
              <a:noFill/>
              <a:prstDash val="solid"/>
              <a:miter/>
            </a:ln>
          </p:spPr>
          <p:txBody>
            <a:bodyPr rtlCol="0" anchor="ctr"/>
            <a:lstStyle/>
            <a:p>
              <a:endParaRPr lang="en-IN"/>
            </a:p>
          </p:txBody>
        </p:sp>
      </p:grpSp>
      <p:sp>
        <p:nvSpPr>
          <p:cNvPr id="13" name="Text Placeholder 16">
            <a:extLst>
              <a:ext uri="{FF2B5EF4-FFF2-40B4-BE49-F238E27FC236}">
                <a16:creationId xmlns:a16="http://schemas.microsoft.com/office/drawing/2014/main" id="{52E12658-6232-4595-8021-44898744E4C0}"/>
              </a:ext>
            </a:extLst>
          </p:cNvPr>
          <p:cNvSpPr>
            <a:spLocks noGrp="1"/>
          </p:cNvSpPr>
          <p:nvPr>
            <p:ph type="body" sz="quarter" idx="16"/>
          </p:nvPr>
        </p:nvSpPr>
        <p:spPr>
          <a:xfrm>
            <a:off x="1076327" y="336550"/>
            <a:ext cx="5019674" cy="585788"/>
          </a:xfrm>
        </p:spPr>
        <p:txBody>
          <a:bodyPr/>
          <a:lstStyle>
            <a:lvl1pPr>
              <a:buNone/>
              <a:defRPr sz="3200" b="1" i="0" baseline="0">
                <a:solidFill>
                  <a:srgbClr val="1ED760"/>
                </a:solidFill>
                <a:latin typeface="+mj-lt"/>
              </a:defRPr>
            </a:lvl1pPr>
          </a:lstStyle>
          <a:p>
            <a:pPr lvl="0"/>
            <a:r>
              <a:rPr lang="en-US"/>
              <a:t>Click to edit Master text styles</a:t>
            </a:r>
          </a:p>
        </p:txBody>
      </p:sp>
      <p:sp>
        <p:nvSpPr>
          <p:cNvPr id="14" name="Text Placeholder 18">
            <a:extLst>
              <a:ext uri="{FF2B5EF4-FFF2-40B4-BE49-F238E27FC236}">
                <a16:creationId xmlns:a16="http://schemas.microsoft.com/office/drawing/2014/main" id="{AB12A0FB-5139-4AB8-9804-17C9F8945AAA}"/>
              </a:ext>
            </a:extLst>
          </p:cNvPr>
          <p:cNvSpPr>
            <a:spLocks noGrp="1"/>
          </p:cNvSpPr>
          <p:nvPr>
            <p:ph type="body" sz="quarter" idx="17"/>
          </p:nvPr>
        </p:nvSpPr>
        <p:spPr>
          <a:xfrm>
            <a:off x="1093335" y="1111577"/>
            <a:ext cx="5019674" cy="382587"/>
          </a:xfrm>
        </p:spPr>
        <p:txBody>
          <a:bodyPr/>
          <a:lstStyle>
            <a:lvl1pPr>
              <a:buNone/>
              <a:defRPr sz="2400" baseline="0">
                <a:solidFill>
                  <a:srgbClr val="1ED760"/>
                </a:solidFill>
                <a:latin typeface="+mn-lt"/>
              </a:defRPr>
            </a:lvl1pPr>
          </a:lstStyle>
          <a:p>
            <a:pPr lvl="0"/>
            <a:r>
              <a:rPr lang="en-US"/>
              <a:t>Click to edit Master text styles</a:t>
            </a:r>
          </a:p>
        </p:txBody>
      </p:sp>
      <p:sp>
        <p:nvSpPr>
          <p:cNvPr id="15" name="Text Placeholder 20">
            <a:extLst>
              <a:ext uri="{FF2B5EF4-FFF2-40B4-BE49-F238E27FC236}">
                <a16:creationId xmlns:a16="http://schemas.microsoft.com/office/drawing/2014/main" id="{03B5B581-859C-400F-8D34-A02887689AE2}"/>
              </a:ext>
            </a:extLst>
          </p:cNvPr>
          <p:cNvSpPr>
            <a:spLocks noGrp="1"/>
          </p:cNvSpPr>
          <p:nvPr>
            <p:ph type="body" sz="quarter" idx="15"/>
          </p:nvPr>
        </p:nvSpPr>
        <p:spPr>
          <a:xfrm>
            <a:off x="1096964" y="1857714"/>
            <a:ext cx="4999036" cy="4360206"/>
          </a:xfrm>
        </p:spPr>
        <p:txBody>
          <a:bodyPr>
            <a:normAutofit/>
          </a:bodyPr>
          <a:lstStyle>
            <a:lvl1pPr marL="0" indent="0" algn="l">
              <a:lnSpc>
                <a:spcPct val="100000"/>
              </a:lnSpc>
              <a:buFont typeface="Wingdings" panose="05000000000000000000" pitchFamily="2" charset="2"/>
              <a:buNone/>
              <a:defRPr sz="1800" baseline="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19" name="Graphic 17">
            <a:extLst>
              <a:ext uri="{FF2B5EF4-FFF2-40B4-BE49-F238E27FC236}">
                <a16:creationId xmlns:a16="http://schemas.microsoft.com/office/drawing/2014/main" id="{6E136EF3-7376-4C96-8072-6208FFED9F6B}"/>
              </a:ext>
            </a:extLst>
          </p:cNvPr>
          <p:cNvGrpSpPr/>
          <p:nvPr userDrawn="1"/>
        </p:nvGrpSpPr>
        <p:grpSpPr>
          <a:xfrm>
            <a:off x="339465" y="190543"/>
            <a:ext cx="424170" cy="571457"/>
            <a:chOff x="5733562" y="857250"/>
            <a:chExt cx="737549" cy="993652"/>
          </a:xfrm>
          <a:solidFill>
            <a:srgbClr val="1ED760"/>
          </a:solidFill>
        </p:grpSpPr>
        <p:sp>
          <p:nvSpPr>
            <p:cNvPr id="20" name="Freeform: Shape 19">
              <a:extLst>
                <a:ext uri="{FF2B5EF4-FFF2-40B4-BE49-F238E27FC236}">
                  <a16:creationId xmlns:a16="http://schemas.microsoft.com/office/drawing/2014/main" id="{F2C12177-FAAA-41AF-9F09-766117C20910}"/>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grpFill/>
            <a:ln w="38100"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594E54A9-C018-40D6-A4F1-F1B4EA8DDB83}"/>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grpFill/>
            <a:ln w="38100" cap="flat">
              <a:noFill/>
              <a:prstDash val="solid"/>
              <a:miter/>
            </a:ln>
          </p:spPr>
          <p:txBody>
            <a:bodyPr rtlCol="0" anchor="ctr"/>
            <a:lstStyle/>
            <a:p>
              <a:endParaRPr lang="en-IN"/>
            </a:p>
          </p:txBody>
        </p:sp>
      </p:grpSp>
      <p:sp>
        <p:nvSpPr>
          <p:cNvPr id="5" name="Picture Placeholder 2">
            <a:extLst>
              <a:ext uri="{FF2B5EF4-FFF2-40B4-BE49-F238E27FC236}">
                <a16:creationId xmlns:a16="http://schemas.microsoft.com/office/drawing/2014/main" id="{35D7A0E9-98B8-397D-3BE3-16A61C815ECE}"/>
              </a:ext>
            </a:extLst>
          </p:cNvPr>
          <p:cNvSpPr>
            <a:spLocks noGrp="1"/>
          </p:cNvSpPr>
          <p:nvPr>
            <p:ph type="pic" idx="1"/>
          </p:nvPr>
        </p:nvSpPr>
        <p:spPr>
          <a:xfrm>
            <a:off x="6317253" y="1111576"/>
            <a:ext cx="5148000" cy="5106343"/>
          </a:xfrm>
        </p:spPr>
        <p:txBody>
          <a:bodyPr>
            <a:normAutofit/>
          </a:bodyPr>
          <a:lstStyle>
            <a:lvl1pPr marL="0" indent="0">
              <a:buNone/>
              <a:defRPr sz="1600">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SG"/>
          </a:p>
        </p:txBody>
      </p:sp>
      <p:sp>
        <p:nvSpPr>
          <p:cNvPr id="2" name="Footer Placeholder 2">
            <a:extLst>
              <a:ext uri="{FF2B5EF4-FFF2-40B4-BE49-F238E27FC236}">
                <a16:creationId xmlns:a16="http://schemas.microsoft.com/office/drawing/2014/main" id="{1EACE6C2-CB86-8779-333E-7C6E0A1784B0}"/>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pic>
        <p:nvPicPr>
          <p:cNvPr id="6" name="Picture 5" descr="A green balloon with black text&#10;&#10;Description automatically generated">
            <a:extLst>
              <a:ext uri="{FF2B5EF4-FFF2-40B4-BE49-F238E27FC236}">
                <a16:creationId xmlns:a16="http://schemas.microsoft.com/office/drawing/2014/main" id="{326F3344-FBF2-5870-5BCE-692C1586ED4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050671" y="149324"/>
            <a:ext cx="849600" cy="832417"/>
          </a:xfrm>
          <a:prstGeom prst="rect">
            <a:avLst/>
          </a:prstGeom>
        </p:spPr>
      </p:pic>
      <p:sp>
        <p:nvSpPr>
          <p:cNvPr id="3" name="Slide Number Placeholder 3">
            <a:extLst>
              <a:ext uri="{FF2B5EF4-FFF2-40B4-BE49-F238E27FC236}">
                <a16:creationId xmlns:a16="http://schemas.microsoft.com/office/drawing/2014/main" id="{A01D35AD-1817-57FB-4686-F037F1E3EAC2}"/>
              </a:ext>
            </a:extLst>
          </p:cNvPr>
          <p:cNvSpPr>
            <a:spLocks noGrp="1"/>
          </p:cNvSpPr>
          <p:nvPr>
            <p:ph type="sldNum" sz="quarter" idx="20"/>
          </p:nvPr>
        </p:nvSpPr>
        <p:spPr>
          <a:xfrm>
            <a:off x="9448800" y="6492875"/>
            <a:ext cx="2743200" cy="365125"/>
          </a:xfrm>
        </p:spPr>
        <p:txBody>
          <a:bodyPr/>
          <a:lstStyle>
            <a:lvl1pPr>
              <a:defRPr>
                <a:latin typeface="+mn-lt"/>
              </a:defRPr>
            </a:lvl1pPr>
          </a:lstStyle>
          <a:p>
            <a:fld id="{D8FB45C0-4B32-43DE-93B9-6E575D49CD52}" type="slidenum">
              <a:rPr lang="en-IN" smtClean="0"/>
              <a:pPr/>
              <a:t>‹#›</a:t>
            </a:fld>
            <a:endParaRPr lang="en-IN"/>
          </a:p>
        </p:txBody>
      </p:sp>
    </p:spTree>
    <p:extLst>
      <p:ext uri="{BB962C8B-B14F-4D97-AF65-F5344CB8AC3E}">
        <p14:creationId xmlns:p14="http://schemas.microsoft.com/office/powerpoint/2010/main" val="252865616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4 Page w/ Vert Content">
    <p:spTree>
      <p:nvGrpSpPr>
        <p:cNvPr id="1" name=""/>
        <p:cNvGrpSpPr/>
        <p:nvPr/>
      </p:nvGrpSpPr>
      <p:grpSpPr>
        <a:xfrm>
          <a:off x="0" y="0"/>
          <a:ext cx="0" cy="0"/>
          <a:chOff x="0" y="0"/>
          <a:chExt cx="0" cy="0"/>
        </a:xfrm>
      </p:grpSpPr>
      <p:grpSp>
        <p:nvGrpSpPr>
          <p:cNvPr id="9" name="Graphic 17">
            <a:extLst>
              <a:ext uri="{FF2B5EF4-FFF2-40B4-BE49-F238E27FC236}">
                <a16:creationId xmlns:a16="http://schemas.microsoft.com/office/drawing/2014/main" id="{F0DC8A73-B626-485B-B241-6F4417809388}"/>
              </a:ext>
            </a:extLst>
          </p:cNvPr>
          <p:cNvGrpSpPr/>
          <p:nvPr userDrawn="1"/>
        </p:nvGrpSpPr>
        <p:grpSpPr>
          <a:xfrm>
            <a:off x="339465" y="190543"/>
            <a:ext cx="424170" cy="571457"/>
            <a:chOff x="5733562" y="857250"/>
            <a:chExt cx="737549" cy="993652"/>
          </a:xfrm>
          <a:solidFill>
            <a:srgbClr val="00C389"/>
          </a:solidFill>
        </p:grpSpPr>
        <p:sp>
          <p:nvSpPr>
            <p:cNvPr id="11" name="Freeform: Shape 10">
              <a:extLst>
                <a:ext uri="{FF2B5EF4-FFF2-40B4-BE49-F238E27FC236}">
                  <a16:creationId xmlns:a16="http://schemas.microsoft.com/office/drawing/2014/main" id="{40DC714A-CB4F-4D95-A3DF-1DBCEC637CE0}"/>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grpFill/>
            <a:ln w="38100"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665B1435-3152-49C2-9E47-B317E34F052C}"/>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grpFill/>
            <a:ln w="38100" cap="flat">
              <a:noFill/>
              <a:prstDash val="solid"/>
              <a:miter/>
            </a:ln>
          </p:spPr>
          <p:txBody>
            <a:bodyPr rtlCol="0" anchor="ctr"/>
            <a:lstStyle/>
            <a:p>
              <a:endParaRPr lang="en-IN"/>
            </a:p>
          </p:txBody>
        </p:sp>
      </p:grpSp>
      <p:sp>
        <p:nvSpPr>
          <p:cNvPr id="13" name="Text Placeholder 16">
            <a:extLst>
              <a:ext uri="{FF2B5EF4-FFF2-40B4-BE49-F238E27FC236}">
                <a16:creationId xmlns:a16="http://schemas.microsoft.com/office/drawing/2014/main" id="{52E12658-6232-4595-8021-44898744E4C0}"/>
              </a:ext>
            </a:extLst>
          </p:cNvPr>
          <p:cNvSpPr>
            <a:spLocks noGrp="1"/>
          </p:cNvSpPr>
          <p:nvPr>
            <p:ph type="body" sz="quarter" idx="16"/>
          </p:nvPr>
        </p:nvSpPr>
        <p:spPr>
          <a:xfrm>
            <a:off x="1076327" y="336550"/>
            <a:ext cx="6640988" cy="585788"/>
          </a:xfrm>
        </p:spPr>
        <p:txBody>
          <a:bodyPr/>
          <a:lstStyle>
            <a:lvl1pPr>
              <a:buNone/>
              <a:defRPr sz="3200" b="1" i="0" baseline="0">
                <a:solidFill>
                  <a:srgbClr val="1ED760"/>
                </a:solidFill>
                <a:latin typeface="+mj-lt"/>
              </a:defRPr>
            </a:lvl1pPr>
          </a:lstStyle>
          <a:p>
            <a:pPr lvl="0"/>
            <a:r>
              <a:rPr lang="en-US"/>
              <a:t>Click to edit Master text styles</a:t>
            </a:r>
          </a:p>
        </p:txBody>
      </p:sp>
      <p:sp>
        <p:nvSpPr>
          <p:cNvPr id="14" name="Text Placeholder 18">
            <a:extLst>
              <a:ext uri="{FF2B5EF4-FFF2-40B4-BE49-F238E27FC236}">
                <a16:creationId xmlns:a16="http://schemas.microsoft.com/office/drawing/2014/main" id="{AB12A0FB-5139-4AB8-9804-17C9F8945AAA}"/>
              </a:ext>
            </a:extLst>
          </p:cNvPr>
          <p:cNvSpPr>
            <a:spLocks noGrp="1"/>
          </p:cNvSpPr>
          <p:nvPr>
            <p:ph type="body" sz="quarter" idx="17"/>
          </p:nvPr>
        </p:nvSpPr>
        <p:spPr>
          <a:xfrm>
            <a:off x="1093335" y="1111577"/>
            <a:ext cx="6640988" cy="382587"/>
          </a:xfrm>
        </p:spPr>
        <p:txBody>
          <a:bodyPr/>
          <a:lstStyle>
            <a:lvl1pPr>
              <a:buNone/>
              <a:defRPr sz="2400" b="0">
                <a:solidFill>
                  <a:srgbClr val="1ED760"/>
                </a:solidFill>
                <a:latin typeface="+mn-lt"/>
              </a:defRPr>
            </a:lvl1pPr>
          </a:lstStyle>
          <a:p>
            <a:pPr lvl="0"/>
            <a:r>
              <a:rPr lang="en-US"/>
              <a:t>Click to edit Master text styles</a:t>
            </a:r>
          </a:p>
        </p:txBody>
      </p:sp>
      <p:sp>
        <p:nvSpPr>
          <p:cNvPr id="15" name="Text Placeholder 20">
            <a:extLst>
              <a:ext uri="{FF2B5EF4-FFF2-40B4-BE49-F238E27FC236}">
                <a16:creationId xmlns:a16="http://schemas.microsoft.com/office/drawing/2014/main" id="{03B5B581-859C-400F-8D34-A02887689AE2}"/>
              </a:ext>
            </a:extLst>
          </p:cNvPr>
          <p:cNvSpPr>
            <a:spLocks noGrp="1"/>
          </p:cNvSpPr>
          <p:nvPr>
            <p:ph type="body" sz="quarter" idx="15"/>
          </p:nvPr>
        </p:nvSpPr>
        <p:spPr>
          <a:xfrm>
            <a:off x="1096964" y="1857713"/>
            <a:ext cx="6637359" cy="4365287"/>
          </a:xfrm>
        </p:spPr>
        <p:txBody>
          <a:bodyPr>
            <a:normAutofit/>
          </a:bodyPr>
          <a:lstStyle>
            <a:lvl1pPr marL="0" indent="0" algn="l">
              <a:lnSpc>
                <a:spcPct val="100000"/>
              </a:lnSpc>
              <a:buFont typeface="Wingdings" panose="05000000000000000000" pitchFamily="2" charset="2"/>
              <a:buNone/>
              <a:defRPr sz="1800" baseline="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19" name="Graphic 17">
            <a:extLst>
              <a:ext uri="{FF2B5EF4-FFF2-40B4-BE49-F238E27FC236}">
                <a16:creationId xmlns:a16="http://schemas.microsoft.com/office/drawing/2014/main" id="{6E136EF3-7376-4C96-8072-6208FFED9F6B}"/>
              </a:ext>
            </a:extLst>
          </p:cNvPr>
          <p:cNvGrpSpPr/>
          <p:nvPr userDrawn="1"/>
        </p:nvGrpSpPr>
        <p:grpSpPr>
          <a:xfrm>
            <a:off x="339465" y="190543"/>
            <a:ext cx="424170" cy="571457"/>
            <a:chOff x="5733562" y="857250"/>
            <a:chExt cx="737549" cy="993652"/>
          </a:xfrm>
          <a:solidFill>
            <a:srgbClr val="1ED760"/>
          </a:solidFill>
        </p:grpSpPr>
        <p:sp>
          <p:nvSpPr>
            <p:cNvPr id="20" name="Freeform: Shape 19">
              <a:extLst>
                <a:ext uri="{FF2B5EF4-FFF2-40B4-BE49-F238E27FC236}">
                  <a16:creationId xmlns:a16="http://schemas.microsoft.com/office/drawing/2014/main" id="{F2C12177-FAAA-41AF-9F09-766117C20910}"/>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grpFill/>
            <a:ln w="38100"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594E54A9-C018-40D6-A4F1-F1B4EA8DDB83}"/>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grpFill/>
            <a:ln w="38100" cap="flat">
              <a:noFill/>
              <a:prstDash val="solid"/>
              <a:miter/>
            </a:ln>
          </p:spPr>
          <p:txBody>
            <a:bodyPr rtlCol="0" anchor="ctr"/>
            <a:lstStyle/>
            <a:p>
              <a:endParaRPr lang="en-IN"/>
            </a:p>
          </p:txBody>
        </p:sp>
      </p:grpSp>
      <p:sp>
        <p:nvSpPr>
          <p:cNvPr id="6" name="Picture Placeholder 2">
            <a:extLst>
              <a:ext uri="{FF2B5EF4-FFF2-40B4-BE49-F238E27FC236}">
                <a16:creationId xmlns:a16="http://schemas.microsoft.com/office/drawing/2014/main" id="{E45F0ED2-E756-814B-A531-731E7A82EF55}"/>
              </a:ext>
            </a:extLst>
          </p:cNvPr>
          <p:cNvSpPr>
            <a:spLocks noGrp="1"/>
          </p:cNvSpPr>
          <p:nvPr>
            <p:ph type="pic" idx="1"/>
          </p:nvPr>
        </p:nvSpPr>
        <p:spPr>
          <a:xfrm>
            <a:off x="7798581" y="1111576"/>
            <a:ext cx="4053954" cy="5111423"/>
          </a:xfrm>
        </p:spPr>
        <p:txBody>
          <a:bodyPr>
            <a:normAutofit/>
          </a:bodyPr>
          <a:lstStyle>
            <a:lvl1pPr marL="0" indent="0">
              <a:buNone/>
              <a:defRPr sz="1600">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SG"/>
          </a:p>
        </p:txBody>
      </p:sp>
      <p:sp>
        <p:nvSpPr>
          <p:cNvPr id="2" name="Footer Placeholder 2">
            <a:extLst>
              <a:ext uri="{FF2B5EF4-FFF2-40B4-BE49-F238E27FC236}">
                <a16:creationId xmlns:a16="http://schemas.microsoft.com/office/drawing/2014/main" id="{31837801-8DA7-102A-B894-4DF7134CFB8F}"/>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pic>
        <p:nvPicPr>
          <p:cNvPr id="5" name="Picture 4" descr="A green balloon with black text&#10;&#10;Description automatically generated">
            <a:extLst>
              <a:ext uri="{FF2B5EF4-FFF2-40B4-BE49-F238E27FC236}">
                <a16:creationId xmlns:a16="http://schemas.microsoft.com/office/drawing/2014/main" id="{BD7CC349-08B3-7364-C56A-75A03722F9D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050671" y="149324"/>
            <a:ext cx="849600" cy="832417"/>
          </a:xfrm>
          <a:prstGeom prst="rect">
            <a:avLst/>
          </a:prstGeom>
        </p:spPr>
      </p:pic>
      <p:sp>
        <p:nvSpPr>
          <p:cNvPr id="3" name="Slide Number Placeholder 3">
            <a:extLst>
              <a:ext uri="{FF2B5EF4-FFF2-40B4-BE49-F238E27FC236}">
                <a16:creationId xmlns:a16="http://schemas.microsoft.com/office/drawing/2014/main" id="{CA1120B9-63AC-7A83-6619-E23340829E8F}"/>
              </a:ext>
            </a:extLst>
          </p:cNvPr>
          <p:cNvSpPr>
            <a:spLocks noGrp="1"/>
          </p:cNvSpPr>
          <p:nvPr>
            <p:ph type="sldNum" sz="quarter" idx="20"/>
          </p:nvPr>
        </p:nvSpPr>
        <p:spPr>
          <a:xfrm>
            <a:off x="9448800" y="6492875"/>
            <a:ext cx="2743200" cy="365125"/>
          </a:xfrm>
        </p:spPr>
        <p:txBody>
          <a:bodyPr/>
          <a:lstStyle>
            <a:lvl1pPr>
              <a:defRPr>
                <a:latin typeface="+mn-lt"/>
              </a:defRPr>
            </a:lvl1pPr>
          </a:lstStyle>
          <a:p>
            <a:fld id="{D8FB45C0-4B32-43DE-93B9-6E575D49CD52}" type="slidenum">
              <a:rPr lang="en-IN" smtClean="0"/>
              <a:pPr/>
              <a:t>‹#›</a:t>
            </a:fld>
            <a:endParaRPr lang="en-IN"/>
          </a:p>
        </p:txBody>
      </p:sp>
    </p:spTree>
    <p:extLst>
      <p:ext uri="{BB962C8B-B14F-4D97-AF65-F5344CB8AC3E}">
        <p14:creationId xmlns:p14="http://schemas.microsoft.com/office/powerpoint/2010/main" val="4485702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Page w/ 2 Coloumns ">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C7D840D3-5873-4001-A5CB-6D5CA85B3E9D}"/>
              </a:ext>
            </a:extLst>
          </p:cNvPr>
          <p:cNvSpPr txBox="1"/>
          <p:nvPr userDrawn="1"/>
        </p:nvSpPr>
        <p:spPr>
          <a:xfrm>
            <a:off x="2251364" y="2546226"/>
            <a:ext cx="7786254" cy="993652"/>
          </a:xfrm>
          <a:prstGeom prst="rect">
            <a:avLst/>
          </a:prstGeom>
          <a:noFill/>
        </p:spPr>
        <p:txBody>
          <a:bodyPr wrap="square" rtlCol="0">
            <a:spAutoFit/>
          </a:bodyPr>
          <a:lstStyle/>
          <a:p>
            <a:endParaRPr lang="en-GB"/>
          </a:p>
        </p:txBody>
      </p:sp>
      <p:grpSp>
        <p:nvGrpSpPr>
          <p:cNvPr id="6" name="Graphic 17">
            <a:extLst>
              <a:ext uri="{FF2B5EF4-FFF2-40B4-BE49-F238E27FC236}">
                <a16:creationId xmlns:a16="http://schemas.microsoft.com/office/drawing/2014/main" id="{A9A290BD-2E7B-42DE-96FB-3DCC83B5C60D}"/>
              </a:ext>
            </a:extLst>
          </p:cNvPr>
          <p:cNvGrpSpPr/>
          <p:nvPr userDrawn="1"/>
        </p:nvGrpSpPr>
        <p:grpSpPr>
          <a:xfrm>
            <a:off x="339465" y="190543"/>
            <a:ext cx="424170" cy="571457"/>
            <a:chOff x="5733562" y="857250"/>
            <a:chExt cx="737549" cy="993652"/>
          </a:xfrm>
          <a:solidFill>
            <a:srgbClr val="1ED760"/>
          </a:solidFill>
        </p:grpSpPr>
        <p:sp>
          <p:nvSpPr>
            <p:cNvPr id="7" name="Freeform: Shape 6">
              <a:extLst>
                <a:ext uri="{FF2B5EF4-FFF2-40B4-BE49-F238E27FC236}">
                  <a16:creationId xmlns:a16="http://schemas.microsoft.com/office/drawing/2014/main" id="{C9D38AD6-85B5-49C6-9189-3AD2F421CE9E}"/>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grpFill/>
            <a:ln w="38100" cap="flat">
              <a:no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63826104-46E0-41CE-9E12-CE2F14984E26}"/>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grpFill/>
            <a:ln w="38100" cap="flat">
              <a:noFill/>
              <a:prstDash val="solid"/>
              <a:miter/>
            </a:ln>
          </p:spPr>
          <p:txBody>
            <a:bodyPr rtlCol="0" anchor="ctr"/>
            <a:lstStyle/>
            <a:p>
              <a:endParaRPr lang="en-IN"/>
            </a:p>
          </p:txBody>
        </p:sp>
      </p:grpSp>
      <p:sp>
        <p:nvSpPr>
          <p:cNvPr id="21" name="Text Placeholder 20">
            <a:extLst>
              <a:ext uri="{FF2B5EF4-FFF2-40B4-BE49-F238E27FC236}">
                <a16:creationId xmlns:a16="http://schemas.microsoft.com/office/drawing/2014/main" id="{6789BB8C-1068-430E-8B31-02E26B24B0EA}"/>
              </a:ext>
            </a:extLst>
          </p:cNvPr>
          <p:cNvSpPr>
            <a:spLocks noGrp="1"/>
          </p:cNvSpPr>
          <p:nvPr>
            <p:ph type="body" sz="quarter" idx="15"/>
          </p:nvPr>
        </p:nvSpPr>
        <p:spPr>
          <a:xfrm>
            <a:off x="1076326" y="1671108"/>
            <a:ext cx="5219972" cy="4613290"/>
          </a:xfrm>
        </p:spPr>
        <p:txBody>
          <a:bodyPr numCol="1"/>
          <a:lstStyle>
            <a:lvl1pPr marL="0" indent="0" rtl="0">
              <a:lnSpc>
                <a:spcPct val="100000"/>
              </a:lnSpc>
              <a:buNone/>
              <a:defRPr sz="18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6">
            <a:extLst>
              <a:ext uri="{FF2B5EF4-FFF2-40B4-BE49-F238E27FC236}">
                <a16:creationId xmlns:a16="http://schemas.microsoft.com/office/drawing/2014/main" id="{FEA9F501-A27A-4950-8C17-3B5648DD2194}"/>
              </a:ext>
            </a:extLst>
          </p:cNvPr>
          <p:cNvSpPr>
            <a:spLocks noGrp="1"/>
          </p:cNvSpPr>
          <p:nvPr>
            <p:ph type="body" sz="quarter" idx="13"/>
          </p:nvPr>
        </p:nvSpPr>
        <p:spPr>
          <a:xfrm>
            <a:off x="1076325" y="336550"/>
            <a:ext cx="6297613" cy="585788"/>
          </a:xfrm>
        </p:spPr>
        <p:txBody>
          <a:bodyPr/>
          <a:lstStyle>
            <a:lvl1pPr>
              <a:buNone/>
              <a:defRPr sz="3200" b="1" i="0" baseline="0">
                <a:solidFill>
                  <a:srgbClr val="1ED760"/>
                </a:solidFill>
                <a:latin typeface="+mj-lt"/>
              </a:defRPr>
            </a:lvl1pPr>
          </a:lstStyle>
          <a:p>
            <a:pPr lvl="0"/>
            <a:r>
              <a:rPr lang="en-US"/>
              <a:t>Click to edit Master text styles</a:t>
            </a:r>
          </a:p>
        </p:txBody>
      </p:sp>
      <p:sp>
        <p:nvSpPr>
          <p:cNvPr id="19" name="Text Placeholder 18">
            <a:extLst>
              <a:ext uri="{FF2B5EF4-FFF2-40B4-BE49-F238E27FC236}">
                <a16:creationId xmlns:a16="http://schemas.microsoft.com/office/drawing/2014/main" id="{5EE0426D-E301-47C9-B908-881B7D4AC75C}"/>
              </a:ext>
            </a:extLst>
          </p:cNvPr>
          <p:cNvSpPr>
            <a:spLocks noGrp="1"/>
          </p:cNvSpPr>
          <p:nvPr>
            <p:ph type="body" sz="quarter" idx="14"/>
          </p:nvPr>
        </p:nvSpPr>
        <p:spPr>
          <a:xfrm>
            <a:off x="1076325" y="1119188"/>
            <a:ext cx="6316663" cy="382587"/>
          </a:xfrm>
        </p:spPr>
        <p:txBody>
          <a:bodyPr/>
          <a:lstStyle>
            <a:lvl1pPr>
              <a:buNone/>
              <a:defRPr sz="2400" baseline="0">
                <a:solidFill>
                  <a:srgbClr val="1ED760"/>
                </a:solidFill>
                <a:latin typeface="+mn-lt"/>
              </a:defRPr>
            </a:lvl1pPr>
          </a:lstStyle>
          <a:p>
            <a:pPr lvl="0"/>
            <a:r>
              <a:rPr lang="en-US"/>
              <a:t>Click to edit Master text styles</a:t>
            </a:r>
          </a:p>
        </p:txBody>
      </p:sp>
      <p:sp>
        <p:nvSpPr>
          <p:cNvPr id="12" name="Text Placeholder 20">
            <a:extLst>
              <a:ext uri="{FF2B5EF4-FFF2-40B4-BE49-F238E27FC236}">
                <a16:creationId xmlns:a16="http://schemas.microsoft.com/office/drawing/2014/main" id="{8CD198A1-B603-47D3-9F75-3166415A1735}"/>
              </a:ext>
            </a:extLst>
          </p:cNvPr>
          <p:cNvSpPr>
            <a:spLocks noGrp="1"/>
          </p:cNvSpPr>
          <p:nvPr>
            <p:ph type="body" sz="quarter" idx="16"/>
          </p:nvPr>
        </p:nvSpPr>
        <p:spPr>
          <a:xfrm>
            <a:off x="6428676" y="1660510"/>
            <a:ext cx="5219972" cy="4613290"/>
          </a:xfrm>
        </p:spPr>
        <p:txBody>
          <a:bodyPr numCol="1"/>
          <a:lstStyle>
            <a:lvl1pPr marL="0" indent="0" rtl="0">
              <a:lnSpc>
                <a:spcPct val="100000"/>
              </a:lnSpc>
              <a:buNone/>
              <a:defRPr sz="18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2">
            <a:extLst>
              <a:ext uri="{FF2B5EF4-FFF2-40B4-BE49-F238E27FC236}">
                <a16:creationId xmlns:a16="http://schemas.microsoft.com/office/drawing/2014/main" id="{7CDEAFA6-A2DB-6AC4-F50F-48CEAE0AA965}"/>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pic>
        <p:nvPicPr>
          <p:cNvPr id="5" name="Picture 4" descr="A green balloon with black text&#10;&#10;Description automatically generated">
            <a:extLst>
              <a:ext uri="{FF2B5EF4-FFF2-40B4-BE49-F238E27FC236}">
                <a16:creationId xmlns:a16="http://schemas.microsoft.com/office/drawing/2014/main" id="{AAF59AA7-D781-D3C0-F0D6-A50EB61C284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050671" y="149324"/>
            <a:ext cx="849600" cy="832417"/>
          </a:xfrm>
          <a:prstGeom prst="rect">
            <a:avLst/>
          </a:prstGeom>
        </p:spPr>
      </p:pic>
      <p:sp>
        <p:nvSpPr>
          <p:cNvPr id="3" name="Slide Number Placeholder 3">
            <a:extLst>
              <a:ext uri="{FF2B5EF4-FFF2-40B4-BE49-F238E27FC236}">
                <a16:creationId xmlns:a16="http://schemas.microsoft.com/office/drawing/2014/main" id="{97F685BF-2DFF-E1A3-6FCC-EB0866DA2949}"/>
              </a:ext>
            </a:extLst>
          </p:cNvPr>
          <p:cNvSpPr>
            <a:spLocks noGrp="1"/>
          </p:cNvSpPr>
          <p:nvPr>
            <p:ph type="sldNum" sz="quarter" idx="20"/>
          </p:nvPr>
        </p:nvSpPr>
        <p:spPr>
          <a:xfrm>
            <a:off x="9448800" y="6492875"/>
            <a:ext cx="2743200" cy="365125"/>
          </a:xfrm>
        </p:spPr>
        <p:txBody>
          <a:bodyPr/>
          <a:lstStyle>
            <a:lvl1pPr>
              <a:defRPr>
                <a:latin typeface="+mn-lt"/>
              </a:defRPr>
            </a:lvl1pPr>
          </a:lstStyle>
          <a:p>
            <a:fld id="{D8FB45C0-4B32-43DE-93B9-6E575D49CD52}" type="slidenum">
              <a:rPr lang="en-IN" smtClean="0"/>
              <a:pPr/>
              <a:t>‹#›</a:t>
            </a:fld>
            <a:endParaRPr lang="en-IN"/>
          </a:p>
        </p:txBody>
      </p:sp>
    </p:spTree>
    <p:extLst>
      <p:ext uri="{BB962C8B-B14F-4D97-AF65-F5344CB8AC3E}">
        <p14:creationId xmlns:p14="http://schemas.microsoft.com/office/powerpoint/2010/main" val="372155780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ext Page w/ Bullets">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D513A89B-9340-41AA-BEE4-61954CC13269}"/>
              </a:ext>
            </a:extLst>
          </p:cNvPr>
          <p:cNvSpPr>
            <a:spLocks noGrp="1"/>
          </p:cNvSpPr>
          <p:nvPr>
            <p:ph type="body" sz="quarter" idx="16"/>
          </p:nvPr>
        </p:nvSpPr>
        <p:spPr>
          <a:xfrm>
            <a:off x="1076005" y="4100863"/>
            <a:ext cx="10077450" cy="2172937"/>
          </a:xfrm>
        </p:spPr>
        <p:txBody>
          <a:bodyPr/>
          <a:lstStyle>
            <a:lvl1pPr marL="0" indent="0">
              <a:lnSpc>
                <a:spcPct val="100000"/>
              </a:lnSpc>
              <a:buFont typeface="Wingdings" panose="05000000000000000000" pitchFamily="2" charset="2"/>
              <a:buNone/>
              <a:defRPr sz="18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Box 9">
            <a:extLst>
              <a:ext uri="{FF2B5EF4-FFF2-40B4-BE49-F238E27FC236}">
                <a16:creationId xmlns:a16="http://schemas.microsoft.com/office/drawing/2014/main" id="{C7D840D3-5873-4001-A5CB-6D5CA85B3E9D}"/>
              </a:ext>
            </a:extLst>
          </p:cNvPr>
          <p:cNvSpPr txBox="1"/>
          <p:nvPr userDrawn="1"/>
        </p:nvSpPr>
        <p:spPr>
          <a:xfrm>
            <a:off x="2251364" y="2546226"/>
            <a:ext cx="7786254" cy="993652"/>
          </a:xfrm>
          <a:prstGeom prst="rect">
            <a:avLst/>
          </a:prstGeom>
          <a:noFill/>
        </p:spPr>
        <p:txBody>
          <a:bodyPr wrap="square" rtlCol="0">
            <a:spAutoFit/>
          </a:bodyPr>
          <a:lstStyle/>
          <a:p>
            <a:endParaRPr lang="en-GB"/>
          </a:p>
        </p:txBody>
      </p:sp>
      <p:grpSp>
        <p:nvGrpSpPr>
          <p:cNvPr id="6" name="Graphic 17">
            <a:extLst>
              <a:ext uri="{FF2B5EF4-FFF2-40B4-BE49-F238E27FC236}">
                <a16:creationId xmlns:a16="http://schemas.microsoft.com/office/drawing/2014/main" id="{A9A290BD-2E7B-42DE-96FB-3DCC83B5C60D}"/>
              </a:ext>
            </a:extLst>
          </p:cNvPr>
          <p:cNvGrpSpPr/>
          <p:nvPr userDrawn="1"/>
        </p:nvGrpSpPr>
        <p:grpSpPr>
          <a:xfrm>
            <a:off x="339465" y="190543"/>
            <a:ext cx="424170" cy="571457"/>
            <a:chOff x="5733562" y="857250"/>
            <a:chExt cx="737549" cy="993652"/>
          </a:xfrm>
          <a:solidFill>
            <a:srgbClr val="1ED760"/>
          </a:solidFill>
        </p:grpSpPr>
        <p:sp>
          <p:nvSpPr>
            <p:cNvPr id="7" name="Freeform: Shape 6">
              <a:extLst>
                <a:ext uri="{FF2B5EF4-FFF2-40B4-BE49-F238E27FC236}">
                  <a16:creationId xmlns:a16="http://schemas.microsoft.com/office/drawing/2014/main" id="{C9D38AD6-85B5-49C6-9189-3AD2F421CE9E}"/>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grpFill/>
            <a:ln w="38100" cap="flat">
              <a:no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63826104-46E0-41CE-9E12-CE2F14984E26}"/>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grpFill/>
            <a:ln w="38100" cap="flat">
              <a:noFill/>
              <a:prstDash val="solid"/>
              <a:miter/>
            </a:ln>
          </p:spPr>
          <p:txBody>
            <a:bodyPr rtlCol="0" anchor="ctr"/>
            <a:lstStyle/>
            <a:p>
              <a:endParaRPr lang="en-IN"/>
            </a:p>
          </p:txBody>
        </p:sp>
      </p:grpSp>
      <p:sp>
        <p:nvSpPr>
          <p:cNvPr id="21" name="Text Placeholder 20">
            <a:extLst>
              <a:ext uri="{FF2B5EF4-FFF2-40B4-BE49-F238E27FC236}">
                <a16:creationId xmlns:a16="http://schemas.microsoft.com/office/drawing/2014/main" id="{6789BB8C-1068-430E-8B31-02E26B24B0EA}"/>
              </a:ext>
            </a:extLst>
          </p:cNvPr>
          <p:cNvSpPr>
            <a:spLocks noGrp="1"/>
          </p:cNvSpPr>
          <p:nvPr>
            <p:ph type="body" sz="quarter" idx="15"/>
          </p:nvPr>
        </p:nvSpPr>
        <p:spPr>
          <a:xfrm>
            <a:off x="1076005" y="1660509"/>
            <a:ext cx="10077450" cy="2232221"/>
          </a:xfrm>
        </p:spPr>
        <p:txBody>
          <a:bodyPr/>
          <a:lstStyle>
            <a:lvl1pPr marL="0" indent="0">
              <a:lnSpc>
                <a:spcPct val="100000"/>
              </a:lnSpc>
              <a:buNone/>
              <a:defRPr sz="18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16">
            <a:extLst>
              <a:ext uri="{FF2B5EF4-FFF2-40B4-BE49-F238E27FC236}">
                <a16:creationId xmlns:a16="http://schemas.microsoft.com/office/drawing/2014/main" id="{FEA9F501-A27A-4950-8C17-3B5648DD2194}"/>
              </a:ext>
            </a:extLst>
          </p:cNvPr>
          <p:cNvSpPr>
            <a:spLocks noGrp="1"/>
          </p:cNvSpPr>
          <p:nvPr>
            <p:ph type="body" sz="quarter" idx="13"/>
          </p:nvPr>
        </p:nvSpPr>
        <p:spPr>
          <a:xfrm>
            <a:off x="1076325" y="336550"/>
            <a:ext cx="6297613" cy="585788"/>
          </a:xfrm>
        </p:spPr>
        <p:txBody>
          <a:bodyPr/>
          <a:lstStyle>
            <a:lvl1pPr>
              <a:buNone/>
              <a:defRPr sz="3200" b="1" i="0" baseline="0">
                <a:solidFill>
                  <a:srgbClr val="1ED760"/>
                </a:solidFill>
                <a:latin typeface="+mj-lt"/>
              </a:defRPr>
            </a:lvl1pPr>
          </a:lstStyle>
          <a:p>
            <a:pPr lvl="0"/>
            <a:r>
              <a:rPr lang="en-US"/>
              <a:t>Click to edit Master text styles</a:t>
            </a:r>
          </a:p>
        </p:txBody>
      </p:sp>
      <p:sp>
        <p:nvSpPr>
          <p:cNvPr id="19" name="Text Placeholder 18">
            <a:extLst>
              <a:ext uri="{FF2B5EF4-FFF2-40B4-BE49-F238E27FC236}">
                <a16:creationId xmlns:a16="http://schemas.microsoft.com/office/drawing/2014/main" id="{5EE0426D-E301-47C9-B908-881B7D4AC75C}"/>
              </a:ext>
            </a:extLst>
          </p:cNvPr>
          <p:cNvSpPr>
            <a:spLocks noGrp="1"/>
          </p:cNvSpPr>
          <p:nvPr>
            <p:ph type="body" sz="quarter" idx="14"/>
          </p:nvPr>
        </p:nvSpPr>
        <p:spPr>
          <a:xfrm>
            <a:off x="1076325" y="1119188"/>
            <a:ext cx="6316663" cy="382587"/>
          </a:xfrm>
        </p:spPr>
        <p:txBody>
          <a:bodyPr/>
          <a:lstStyle>
            <a:lvl1pPr>
              <a:buNone/>
              <a:defRPr sz="2400" baseline="0">
                <a:solidFill>
                  <a:srgbClr val="1ED760"/>
                </a:solidFill>
                <a:latin typeface="+mn-lt"/>
              </a:defRPr>
            </a:lvl1pPr>
          </a:lstStyle>
          <a:p>
            <a:pPr lvl="0"/>
            <a:r>
              <a:rPr lang="en-US"/>
              <a:t>Click to edit Master text styles</a:t>
            </a:r>
          </a:p>
        </p:txBody>
      </p:sp>
      <p:sp>
        <p:nvSpPr>
          <p:cNvPr id="2" name="Footer Placeholder 2">
            <a:extLst>
              <a:ext uri="{FF2B5EF4-FFF2-40B4-BE49-F238E27FC236}">
                <a16:creationId xmlns:a16="http://schemas.microsoft.com/office/drawing/2014/main" id="{18D4A181-7C74-AEF7-7473-4CFE95669714}"/>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pic>
        <p:nvPicPr>
          <p:cNvPr id="5" name="Picture 4" descr="A green balloon with black text&#10;&#10;Description automatically generated">
            <a:extLst>
              <a:ext uri="{FF2B5EF4-FFF2-40B4-BE49-F238E27FC236}">
                <a16:creationId xmlns:a16="http://schemas.microsoft.com/office/drawing/2014/main" id="{3419315C-2C2A-D45B-E600-DBB903CC590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050671" y="149324"/>
            <a:ext cx="849600" cy="832417"/>
          </a:xfrm>
          <a:prstGeom prst="rect">
            <a:avLst/>
          </a:prstGeom>
        </p:spPr>
      </p:pic>
      <p:sp>
        <p:nvSpPr>
          <p:cNvPr id="3" name="Slide Number Placeholder 3">
            <a:extLst>
              <a:ext uri="{FF2B5EF4-FFF2-40B4-BE49-F238E27FC236}">
                <a16:creationId xmlns:a16="http://schemas.microsoft.com/office/drawing/2014/main" id="{AE58E7CC-983F-ED51-4454-7157B7AC4572}"/>
              </a:ext>
            </a:extLst>
          </p:cNvPr>
          <p:cNvSpPr>
            <a:spLocks noGrp="1"/>
          </p:cNvSpPr>
          <p:nvPr>
            <p:ph type="sldNum" sz="quarter" idx="20"/>
          </p:nvPr>
        </p:nvSpPr>
        <p:spPr>
          <a:xfrm>
            <a:off x="9448800" y="6492875"/>
            <a:ext cx="2743200" cy="365125"/>
          </a:xfrm>
        </p:spPr>
        <p:txBody>
          <a:bodyPr/>
          <a:lstStyle>
            <a:lvl1pPr>
              <a:defRPr>
                <a:latin typeface="+mn-lt"/>
              </a:defRPr>
            </a:lvl1pPr>
          </a:lstStyle>
          <a:p>
            <a:fld id="{D8FB45C0-4B32-43DE-93B9-6E575D49CD52}" type="slidenum">
              <a:rPr lang="en-IN" smtClean="0"/>
              <a:pPr/>
              <a:t>‹#›</a:t>
            </a:fld>
            <a:endParaRPr lang="en-IN"/>
          </a:p>
        </p:txBody>
      </p:sp>
    </p:spTree>
    <p:extLst>
      <p:ext uri="{BB962C8B-B14F-4D97-AF65-F5344CB8AC3E}">
        <p14:creationId xmlns:p14="http://schemas.microsoft.com/office/powerpoint/2010/main" val="17184649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Page 2 coloumns ">
    <p:spTree>
      <p:nvGrpSpPr>
        <p:cNvPr id="1" name=""/>
        <p:cNvGrpSpPr/>
        <p:nvPr/>
      </p:nvGrpSpPr>
      <p:grpSpPr>
        <a:xfrm>
          <a:off x="0" y="0"/>
          <a:ext cx="0" cy="0"/>
          <a:chOff x="0" y="0"/>
          <a:chExt cx="0" cy="0"/>
        </a:xfrm>
      </p:grpSpPr>
      <p:grpSp>
        <p:nvGrpSpPr>
          <p:cNvPr id="7" name="Graphic 17">
            <a:extLst>
              <a:ext uri="{FF2B5EF4-FFF2-40B4-BE49-F238E27FC236}">
                <a16:creationId xmlns:a16="http://schemas.microsoft.com/office/drawing/2014/main" id="{5FEC8312-994C-45E8-925B-0DFF246C3064}"/>
              </a:ext>
            </a:extLst>
          </p:cNvPr>
          <p:cNvGrpSpPr/>
          <p:nvPr userDrawn="1"/>
        </p:nvGrpSpPr>
        <p:grpSpPr>
          <a:xfrm>
            <a:off x="339465" y="190543"/>
            <a:ext cx="424170" cy="571457"/>
            <a:chOff x="5733562" y="857250"/>
            <a:chExt cx="737549" cy="993652"/>
          </a:xfrm>
          <a:solidFill>
            <a:srgbClr val="1ED760"/>
          </a:solidFill>
        </p:grpSpPr>
        <p:sp>
          <p:nvSpPr>
            <p:cNvPr id="8" name="Freeform: Shape 7">
              <a:extLst>
                <a:ext uri="{FF2B5EF4-FFF2-40B4-BE49-F238E27FC236}">
                  <a16:creationId xmlns:a16="http://schemas.microsoft.com/office/drawing/2014/main" id="{117F20BC-4A59-4324-8324-9276CDC4C72B}"/>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grpFill/>
            <a:ln w="38100"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3EFB460F-ACC8-475C-9BC3-6246F73D78C1}"/>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grpFill/>
            <a:ln w="38100" cap="flat">
              <a:noFill/>
              <a:prstDash val="solid"/>
              <a:miter/>
            </a:ln>
          </p:spPr>
          <p:txBody>
            <a:bodyPr rtlCol="0" anchor="ctr"/>
            <a:lstStyle/>
            <a:p>
              <a:endParaRPr lang="en-IN"/>
            </a:p>
          </p:txBody>
        </p:sp>
      </p:grpSp>
      <p:sp>
        <p:nvSpPr>
          <p:cNvPr id="17" name="Text Placeholder 16">
            <a:extLst>
              <a:ext uri="{FF2B5EF4-FFF2-40B4-BE49-F238E27FC236}">
                <a16:creationId xmlns:a16="http://schemas.microsoft.com/office/drawing/2014/main" id="{05108F49-6D4E-47D2-BA4A-47E6B9DE6AA8}"/>
              </a:ext>
            </a:extLst>
          </p:cNvPr>
          <p:cNvSpPr>
            <a:spLocks noGrp="1"/>
          </p:cNvSpPr>
          <p:nvPr>
            <p:ph type="body" sz="quarter" idx="13"/>
          </p:nvPr>
        </p:nvSpPr>
        <p:spPr>
          <a:xfrm>
            <a:off x="1076325" y="336550"/>
            <a:ext cx="6297613" cy="585788"/>
          </a:xfrm>
        </p:spPr>
        <p:txBody>
          <a:bodyPr/>
          <a:lstStyle>
            <a:lvl1pPr>
              <a:buNone/>
              <a:defRPr sz="3200" b="1" i="0" baseline="0">
                <a:solidFill>
                  <a:srgbClr val="1ED760"/>
                </a:solidFill>
                <a:latin typeface="+mj-lt"/>
              </a:defRPr>
            </a:lvl1pPr>
          </a:lstStyle>
          <a:p>
            <a:pPr lvl="0"/>
            <a:r>
              <a:rPr lang="en-US"/>
              <a:t>Click to edit Master text styles</a:t>
            </a:r>
          </a:p>
        </p:txBody>
      </p:sp>
      <p:sp>
        <p:nvSpPr>
          <p:cNvPr id="18" name="Text Placeholder 18">
            <a:extLst>
              <a:ext uri="{FF2B5EF4-FFF2-40B4-BE49-F238E27FC236}">
                <a16:creationId xmlns:a16="http://schemas.microsoft.com/office/drawing/2014/main" id="{4E7CC6BB-DE0D-4706-93E5-05F66A3FF83D}"/>
              </a:ext>
            </a:extLst>
          </p:cNvPr>
          <p:cNvSpPr>
            <a:spLocks noGrp="1"/>
          </p:cNvSpPr>
          <p:nvPr>
            <p:ph type="body" sz="quarter" idx="14"/>
          </p:nvPr>
        </p:nvSpPr>
        <p:spPr>
          <a:xfrm>
            <a:off x="1076325" y="1119188"/>
            <a:ext cx="6316663" cy="382587"/>
          </a:xfrm>
        </p:spPr>
        <p:txBody>
          <a:bodyPr/>
          <a:lstStyle>
            <a:lvl1pPr>
              <a:buNone/>
              <a:defRPr sz="2400" baseline="0">
                <a:solidFill>
                  <a:srgbClr val="1ED760"/>
                </a:solidFill>
                <a:latin typeface="+mn-lt"/>
              </a:defRPr>
            </a:lvl1pPr>
          </a:lstStyle>
          <a:p>
            <a:pPr lvl="0"/>
            <a:r>
              <a:rPr lang="en-US"/>
              <a:t>Click to edit Master text styles</a:t>
            </a:r>
          </a:p>
        </p:txBody>
      </p:sp>
      <p:sp>
        <p:nvSpPr>
          <p:cNvPr id="21" name="Text Placeholder 20">
            <a:extLst>
              <a:ext uri="{FF2B5EF4-FFF2-40B4-BE49-F238E27FC236}">
                <a16:creationId xmlns:a16="http://schemas.microsoft.com/office/drawing/2014/main" id="{DBF9B61A-87F7-4BB9-81F8-FB8C0DB991A6}"/>
              </a:ext>
            </a:extLst>
          </p:cNvPr>
          <p:cNvSpPr>
            <a:spLocks noGrp="1"/>
          </p:cNvSpPr>
          <p:nvPr>
            <p:ph type="body" sz="quarter" idx="17"/>
          </p:nvPr>
        </p:nvSpPr>
        <p:spPr>
          <a:xfrm>
            <a:off x="6333806" y="3850560"/>
            <a:ext cx="5019994" cy="2397839"/>
          </a:xfrm>
        </p:spPr>
        <p:txBody>
          <a:bodyPr/>
          <a:lstStyle>
            <a:lvl1pPr marL="0" indent="0">
              <a:lnSpc>
                <a:spcPct val="100000"/>
              </a:lnSpc>
              <a:buFont typeface="Arial" panose="020B0604020202020204" pitchFamily="34" charset="0"/>
              <a:buNone/>
              <a:defRPr sz="1600" b="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3" name="Text Placeholder 9">
            <a:extLst>
              <a:ext uri="{FF2B5EF4-FFF2-40B4-BE49-F238E27FC236}">
                <a16:creationId xmlns:a16="http://schemas.microsoft.com/office/drawing/2014/main" id="{1750567E-E6B4-49CB-B11A-DA67C4F94662}"/>
              </a:ext>
            </a:extLst>
          </p:cNvPr>
          <p:cNvSpPr>
            <a:spLocks noGrp="1"/>
          </p:cNvSpPr>
          <p:nvPr>
            <p:ph type="body" sz="quarter" idx="18"/>
          </p:nvPr>
        </p:nvSpPr>
        <p:spPr>
          <a:xfrm>
            <a:off x="1073944" y="1660511"/>
            <a:ext cx="5019995" cy="4587888"/>
          </a:xfrm>
        </p:spPr>
        <p:txBody>
          <a:bodyPr/>
          <a:lstStyle>
            <a:lvl1pPr marL="0" indent="0">
              <a:lnSpc>
                <a:spcPct val="100000"/>
              </a:lnSpc>
              <a:buNone/>
              <a:defRPr sz="1600" b="0">
                <a:latin typeface="+mn-lt"/>
              </a:defRPr>
            </a:lvl1pPr>
            <a:lvl2pPr>
              <a:lnSpc>
                <a:spcPct val="100000"/>
              </a:lnSpc>
              <a:buFont typeface="Arial" panose="020B0604020202020204" pitchFamily="34" charset="0"/>
              <a:buChar char="•"/>
              <a:defRPr sz="1600">
                <a:latin typeface="+mn-lt"/>
              </a:defRPr>
            </a:lvl2pPr>
            <a:lvl3pPr>
              <a:lnSpc>
                <a:spcPct val="100000"/>
              </a:lnSpc>
              <a:buFont typeface="Arial" panose="020B0604020202020204" pitchFamily="34" charset="0"/>
              <a:buChar cha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9">
            <a:extLst>
              <a:ext uri="{FF2B5EF4-FFF2-40B4-BE49-F238E27FC236}">
                <a16:creationId xmlns:a16="http://schemas.microsoft.com/office/drawing/2014/main" id="{8DF37B63-24CD-4D39-BF5C-765444BAB957}"/>
              </a:ext>
            </a:extLst>
          </p:cNvPr>
          <p:cNvSpPr>
            <a:spLocks noGrp="1"/>
          </p:cNvSpPr>
          <p:nvPr>
            <p:ph type="body" sz="quarter" idx="19"/>
          </p:nvPr>
        </p:nvSpPr>
        <p:spPr>
          <a:xfrm>
            <a:off x="6329683" y="1711207"/>
            <a:ext cx="5019995" cy="1917363"/>
          </a:xfrm>
        </p:spPr>
        <p:txBody>
          <a:bodyPr/>
          <a:lstStyle>
            <a:lvl1pPr marL="0" indent="0">
              <a:lnSpc>
                <a:spcPct val="100000"/>
              </a:lnSpc>
              <a:buNone/>
              <a:defRPr sz="1600">
                <a:latin typeface="+mn-lt"/>
              </a:defRPr>
            </a:lvl1pPr>
            <a:lvl2pPr>
              <a:lnSpc>
                <a:spcPct val="100000"/>
              </a:lnSpc>
              <a:buFont typeface="Arial" panose="020B0604020202020204" pitchFamily="34" charset="0"/>
              <a:buChar char="•"/>
              <a:defRPr sz="1600">
                <a:latin typeface="+mn-lt"/>
              </a:defRPr>
            </a:lvl2pPr>
            <a:lvl3pPr>
              <a:lnSpc>
                <a:spcPct val="100000"/>
              </a:lnSpc>
              <a:buFont typeface="Arial" panose="020B0604020202020204" pitchFamily="34" charset="0"/>
              <a:buChar cha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2">
            <a:extLst>
              <a:ext uri="{FF2B5EF4-FFF2-40B4-BE49-F238E27FC236}">
                <a16:creationId xmlns:a16="http://schemas.microsoft.com/office/drawing/2014/main" id="{9225C47C-07DC-1193-8FF9-63686C968DBB}"/>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pic>
        <p:nvPicPr>
          <p:cNvPr id="5" name="Picture 4" descr="A green balloon with black text&#10;&#10;Description automatically generated">
            <a:extLst>
              <a:ext uri="{FF2B5EF4-FFF2-40B4-BE49-F238E27FC236}">
                <a16:creationId xmlns:a16="http://schemas.microsoft.com/office/drawing/2014/main" id="{ECAA2327-EF26-E636-0D2E-3F531DCDC26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050671" y="149324"/>
            <a:ext cx="849600" cy="832417"/>
          </a:xfrm>
          <a:prstGeom prst="rect">
            <a:avLst/>
          </a:prstGeom>
        </p:spPr>
      </p:pic>
      <p:sp>
        <p:nvSpPr>
          <p:cNvPr id="3" name="Slide Number Placeholder 3">
            <a:extLst>
              <a:ext uri="{FF2B5EF4-FFF2-40B4-BE49-F238E27FC236}">
                <a16:creationId xmlns:a16="http://schemas.microsoft.com/office/drawing/2014/main" id="{3EA470CF-49F6-6E81-2ACB-3CCA630FF378}"/>
              </a:ext>
            </a:extLst>
          </p:cNvPr>
          <p:cNvSpPr>
            <a:spLocks noGrp="1"/>
          </p:cNvSpPr>
          <p:nvPr>
            <p:ph type="sldNum" sz="quarter" idx="20"/>
          </p:nvPr>
        </p:nvSpPr>
        <p:spPr>
          <a:xfrm>
            <a:off x="9448800" y="6492875"/>
            <a:ext cx="2743200" cy="365125"/>
          </a:xfrm>
        </p:spPr>
        <p:txBody>
          <a:bodyPr/>
          <a:lstStyle>
            <a:lvl1pPr>
              <a:defRPr>
                <a:latin typeface="+mn-lt"/>
              </a:defRPr>
            </a:lvl1pPr>
          </a:lstStyle>
          <a:p>
            <a:fld id="{D8FB45C0-4B32-43DE-93B9-6E575D49CD52}" type="slidenum">
              <a:rPr lang="en-IN" smtClean="0"/>
              <a:pPr/>
              <a:t>‹#›</a:t>
            </a:fld>
            <a:endParaRPr lang="en-IN"/>
          </a:p>
        </p:txBody>
      </p:sp>
    </p:spTree>
    <p:extLst>
      <p:ext uri="{BB962C8B-B14F-4D97-AF65-F5344CB8AC3E}">
        <p14:creationId xmlns:p14="http://schemas.microsoft.com/office/powerpoint/2010/main" val="32925765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Page w/ Picture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35134D-CD3C-440F-A557-4B7408F791BA}"/>
              </a:ext>
            </a:extLst>
          </p:cNvPr>
          <p:cNvSpPr>
            <a:spLocks noGrp="1"/>
          </p:cNvSpPr>
          <p:nvPr>
            <p:ph sz="quarter" idx="19"/>
          </p:nvPr>
        </p:nvSpPr>
        <p:spPr>
          <a:xfrm>
            <a:off x="1076325" y="1860443"/>
            <a:ext cx="5019675" cy="2378182"/>
          </a:xfrm>
        </p:spPr>
        <p:txBody>
          <a:bodyPr/>
          <a:lstStyle>
            <a:lvl1pPr marL="0" indent="0">
              <a:buNone/>
              <a:defRPr>
                <a:solidFill>
                  <a:srgbClr val="FFFFFF"/>
                </a:solidFill>
              </a:defRPr>
            </a:lvl1pPr>
          </a:lstStyle>
          <a:p>
            <a:pPr lvl="0"/>
            <a:r>
              <a:rPr lang="en-US"/>
              <a:t>Click to edit Master text styles</a:t>
            </a:r>
          </a:p>
        </p:txBody>
      </p:sp>
      <p:grpSp>
        <p:nvGrpSpPr>
          <p:cNvPr id="18" name="Graphic 17">
            <a:extLst>
              <a:ext uri="{FF2B5EF4-FFF2-40B4-BE49-F238E27FC236}">
                <a16:creationId xmlns:a16="http://schemas.microsoft.com/office/drawing/2014/main" id="{0BC8A757-8F0E-4000-BD93-B44AC37674FF}"/>
              </a:ext>
            </a:extLst>
          </p:cNvPr>
          <p:cNvGrpSpPr/>
          <p:nvPr userDrawn="1"/>
        </p:nvGrpSpPr>
        <p:grpSpPr>
          <a:xfrm>
            <a:off x="339465" y="190543"/>
            <a:ext cx="424170" cy="571457"/>
            <a:chOff x="5733562" y="857250"/>
            <a:chExt cx="737549" cy="993652"/>
          </a:xfrm>
          <a:solidFill>
            <a:srgbClr val="1ED760"/>
          </a:solidFill>
        </p:grpSpPr>
        <p:sp>
          <p:nvSpPr>
            <p:cNvPr id="19" name="Freeform: Shape 18">
              <a:extLst>
                <a:ext uri="{FF2B5EF4-FFF2-40B4-BE49-F238E27FC236}">
                  <a16:creationId xmlns:a16="http://schemas.microsoft.com/office/drawing/2014/main" id="{6654535F-D910-4B3F-BD59-85EF44A37CB0}"/>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grpFill/>
            <a:ln w="38100"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0283914D-78BF-4512-AA1D-C9B927542875}"/>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grpFill/>
            <a:ln w="38100" cap="flat">
              <a:noFill/>
              <a:prstDash val="solid"/>
              <a:miter/>
            </a:ln>
          </p:spPr>
          <p:txBody>
            <a:bodyPr rtlCol="0" anchor="ctr"/>
            <a:lstStyle/>
            <a:p>
              <a:endParaRPr lang="en-IN"/>
            </a:p>
          </p:txBody>
        </p:sp>
      </p:grpSp>
      <p:sp>
        <p:nvSpPr>
          <p:cNvPr id="21" name="Text Placeholder 16">
            <a:extLst>
              <a:ext uri="{FF2B5EF4-FFF2-40B4-BE49-F238E27FC236}">
                <a16:creationId xmlns:a16="http://schemas.microsoft.com/office/drawing/2014/main" id="{8752D133-69B2-4F6C-8CFF-8538F80239BE}"/>
              </a:ext>
            </a:extLst>
          </p:cNvPr>
          <p:cNvSpPr>
            <a:spLocks noGrp="1"/>
          </p:cNvSpPr>
          <p:nvPr>
            <p:ph type="body" sz="quarter" idx="16"/>
          </p:nvPr>
        </p:nvSpPr>
        <p:spPr>
          <a:xfrm>
            <a:off x="1076325" y="336550"/>
            <a:ext cx="6297613" cy="585788"/>
          </a:xfrm>
        </p:spPr>
        <p:txBody>
          <a:bodyPr/>
          <a:lstStyle>
            <a:lvl1pPr>
              <a:buNone/>
              <a:defRPr sz="3200" b="1" i="0" baseline="0">
                <a:solidFill>
                  <a:srgbClr val="1ED760"/>
                </a:solidFill>
                <a:latin typeface="+mn-lt"/>
              </a:defRPr>
            </a:lvl1pPr>
          </a:lstStyle>
          <a:p>
            <a:pPr lvl="0"/>
            <a:r>
              <a:rPr lang="en-US"/>
              <a:t>Click to edit Master text styles</a:t>
            </a:r>
          </a:p>
        </p:txBody>
      </p:sp>
      <p:sp>
        <p:nvSpPr>
          <p:cNvPr id="22" name="Text Placeholder 18">
            <a:extLst>
              <a:ext uri="{FF2B5EF4-FFF2-40B4-BE49-F238E27FC236}">
                <a16:creationId xmlns:a16="http://schemas.microsoft.com/office/drawing/2014/main" id="{92CBD9B8-6334-4660-89C7-3D4ABAD6EFC2}"/>
              </a:ext>
            </a:extLst>
          </p:cNvPr>
          <p:cNvSpPr>
            <a:spLocks noGrp="1"/>
          </p:cNvSpPr>
          <p:nvPr>
            <p:ph type="body" sz="quarter" idx="17"/>
          </p:nvPr>
        </p:nvSpPr>
        <p:spPr>
          <a:xfrm>
            <a:off x="1076326" y="1119188"/>
            <a:ext cx="5890531" cy="382587"/>
          </a:xfrm>
        </p:spPr>
        <p:txBody>
          <a:bodyPr/>
          <a:lstStyle>
            <a:lvl1pPr>
              <a:buNone/>
              <a:defRPr sz="2400" baseline="0">
                <a:solidFill>
                  <a:srgbClr val="1ED760"/>
                </a:solidFill>
                <a:latin typeface="+mn-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6999B276-D7CF-481D-9BAD-97054C92F263}"/>
              </a:ext>
            </a:extLst>
          </p:cNvPr>
          <p:cNvSpPr>
            <a:spLocks noGrp="1"/>
          </p:cNvSpPr>
          <p:nvPr>
            <p:ph type="body" sz="quarter" idx="18"/>
          </p:nvPr>
        </p:nvSpPr>
        <p:spPr>
          <a:xfrm>
            <a:off x="1033144" y="4604665"/>
            <a:ext cx="10318899" cy="1658937"/>
          </a:xfrm>
        </p:spPr>
        <p:txBody>
          <a:bodyPr/>
          <a:lstStyle>
            <a:lvl1pPr marL="0" indent="0">
              <a:lnSpc>
                <a:spcPct val="100000"/>
              </a:lnSpc>
              <a:buNone/>
              <a:defRPr sz="1600">
                <a:latin typeface="+mn-lt"/>
                <a:cs typeface="Biome Light" panose="020B0303030204020804" pitchFamily="34" charset="0"/>
              </a:defRPr>
            </a:lvl1pPr>
            <a:lvl2pPr>
              <a:lnSpc>
                <a:spcPct val="100000"/>
              </a:lnSpc>
              <a:buFont typeface="Arial" panose="020B0604020202020204" pitchFamily="34" charset="0"/>
              <a:buChar char="•"/>
              <a:defRPr sz="1600">
                <a:latin typeface="+mn-lt"/>
                <a:cs typeface="Biome Light" panose="020B0303030204020804" pitchFamily="34" charset="0"/>
              </a:defRPr>
            </a:lvl2pPr>
            <a:lvl3pPr>
              <a:lnSpc>
                <a:spcPct val="100000"/>
              </a:lnSpc>
              <a:buFont typeface="Arial" panose="020B0604020202020204" pitchFamily="34" charset="0"/>
              <a:buChar char="•"/>
              <a:defRPr sz="1600">
                <a:latin typeface="+mn-lt"/>
                <a:cs typeface="Biome Light" panose="020B0303030204020804" pitchFamily="34" charset="0"/>
              </a:defRPr>
            </a:lvl3pPr>
          </a:lstStyle>
          <a:p>
            <a:pPr lvl="0"/>
            <a:r>
              <a:rPr lang="en-US"/>
              <a:t>Click to edit Master text styles</a:t>
            </a:r>
          </a:p>
          <a:p>
            <a:pPr lvl="1"/>
            <a:r>
              <a:rPr lang="en-US"/>
              <a:t>Second level</a:t>
            </a:r>
          </a:p>
          <a:p>
            <a:pPr lvl="2"/>
            <a:r>
              <a:rPr lang="en-US"/>
              <a:t>Third level</a:t>
            </a:r>
          </a:p>
        </p:txBody>
      </p:sp>
      <p:sp>
        <p:nvSpPr>
          <p:cNvPr id="15" name="Content Placeholder 2">
            <a:extLst>
              <a:ext uri="{FF2B5EF4-FFF2-40B4-BE49-F238E27FC236}">
                <a16:creationId xmlns:a16="http://schemas.microsoft.com/office/drawing/2014/main" id="{EF5271DA-ACF1-48DC-9B55-61FA8B91C7DA}"/>
              </a:ext>
            </a:extLst>
          </p:cNvPr>
          <p:cNvSpPr>
            <a:spLocks noGrp="1"/>
          </p:cNvSpPr>
          <p:nvPr>
            <p:ph sz="quarter" idx="20"/>
          </p:nvPr>
        </p:nvSpPr>
        <p:spPr>
          <a:xfrm>
            <a:off x="6332368" y="1860443"/>
            <a:ext cx="5019675" cy="2378182"/>
          </a:xfrm>
        </p:spPr>
        <p:txBody>
          <a:bodyPr/>
          <a:lstStyle>
            <a:lvl1pPr marL="0" indent="0">
              <a:buNone/>
              <a:defRPr>
                <a:solidFill>
                  <a:srgbClr val="FFFFFF"/>
                </a:solidFill>
              </a:defRPr>
            </a:lvl1pPr>
          </a:lstStyle>
          <a:p>
            <a:pPr lvl="0"/>
            <a:r>
              <a:rPr lang="en-US"/>
              <a:t>Click to edit Master text styles</a:t>
            </a:r>
          </a:p>
        </p:txBody>
      </p:sp>
      <p:sp>
        <p:nvSpPr>
          <p:cNvPr id="2" name="Footer Placeholder 2">
            <a:extLst>
              <a:ext uri="{FF2B5EF4-FFF2-40B4-BE49-F238E27FC236}">
                <a16:creationId xmlns:a16="http://schemas.microsoft.com/office/drawing/2014/main" id="{D3383BBF-4A38-6F78-6742-20E5BBA8E8B9}"/>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pic>
        <p:nvPicPr>
          <p:cNvPr id="6" name="Picture 5" descr="A green balloon with black text&#10;&#10;Description automatically generated">
            <a:extLst>
              <a:ext uri="{FF2B5EF4-FFF2-40B4-BE49-F238E27FC236}">
                <a16:creationId xmlns:a16="http://schemas.microsoft.com/office/drawing/2014/main" id="{A6E8180F-0029-F816-F7C2-B29E0B34FA5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050671" y="149324"/>
            <a:ext cx="849600" cy="832417"/>
          </a:xfrm>
          <a:prstGeom prst="rect">
            <a:avLst/>
          </a:prstGeom>
        </p:spPr>
      </p:pic>
      <p:sp>
        <p:nvSpPr>
          <p:cNvPr id="4" name="Slide Number Placeholder 3">
            <a:extLst>
              <a:ext uri="{FF2B5EF4-FFF2-40B4-BE49-F238E27FC236}">
                <a16:creationId xmlns:a16="http://schemas.microsoft.com/office/drawing/2014/main" id="{7BA1A09A-10EB-4DF5-417D-EE4787E7CB34}"/>
              </a:ext>
            </a:extLst>
          </p:cNvPr>
          <p:cNvSpPr>
            <a:spLocks noGrp="1"/>
          </p:cNvSpPr>
          <p:nvPr>
            <p:ph type="sldNum" sz="quarter" idx="21"/>
          </p:nvPr>
        </p:nvSpPr>
        <p:spPr>
          <a:xfrm>
            <a:off x="9448800" y="6492875"/>
            <a:ext cx="2743200" cy="365125"/>
          </a:xfrm>
        </p:spPr>
        <p:txBody>
          <a:bodyPr/>
          <a:lstStyle>
            <a:lvl1pPr>
              <a:defRPr>
                <a:latin typeface="+mn-lt"/>
              </a:defRPr>
            </a:lvl1pPr>
          </a:lstStyle>
          <a:p>
            <a:fld id="{D8FB45C0-4B32-43DE-93B9-6E575D49CD52}" type="slidenum">
              <a:rPr lang="en-IN" smtClean="0"/>
              <a:pPr/>
              <a:t>‹#›</a:t>
            </a:fld>
            <a:endParaRPr lang="en-IN"/>
          </a:p>
        </p:txBody>
      </p:sp>
    </p:spTree>
    <p:extLst>
      <p:ext uri="{BB962C8B-B14F-4D97-AF65-F5344CB8AC3E}">
        <p14:creationId xmlns:p14="http://schemas.microsoft.com/office/powerpoint/2010/main" val="40584951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ext Page w/Chart">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C76E9DD7-29D5-4787-A99A-849A497385D0}"/>
              </a:ext>
            </a:extLst>
          </p:cNvPr>
          <p:cNvSpPr>
            <a:spLocks noGrp="1"/>
          </p:cNvSpPr>
          <p:nvPr>
            <p:ph sz="quarter" idx="20"/>
          </p:nvPr>
        </p:nvSpPr>
        <p:spPr>
          <a:xfrm>
            <a:off x="6429627" y="3353498"/>
            <a:ext cx="5033504" cy="2885792"/>
          </a:xfrm>
        </p:spPr>
        <p:txBody>
          <a:bodyPr/>
          <a:lstStyle>
            <a:lvl1pPr>
              <a:buNone/>
              <a:defRPr>
                <a:solidFill>
                  <a:schemeClr val="bg1"/>
                </a:solidFill>
              </a:defRPr>
            </a:lvl1pPr>
          </a:lstStyle>
          <a:p>
            <a:pPr lvl="0"/>
            <a:r>
              <a:rPr lang="en-US"/>
              <a:t>Click to edit Master text styles</a:t>
            </a:r>
          </a:p>
        </p:txBody>
      </p:sp>
      <p:grpSp>
        <p:nvGrpSpPr>
          <p:cNvPr id="6" name="Graphic 17">
            <a:extLst>
              <a:ext uri="{FF2B5EF4-FFF2-40B4-BE49-F238E27FC236}">
                <a16:creationId xmlns:a16="http://schemas.microsoft.com/office/drawing/2014/main" id="{9BD0019E-67E0-46F7-BCF8-131FDF538B82}"/>
              </a:ext>
            </a:extLst>
          </p:cNvPr>
          <p:cNvGrpSpPr/>
          <p:nvPr userDrawn="1"/>
        </p:nvGrpSpPr>
        <p:grpSpPr>
          <a:xfrm>
            <a:off x="339465" y="190543"/>
            <a:ext cx="424170" cy="571457"/>
            <a:chOff x="5733562" y="857250"/>
            <a:chExt cx="737549" cy="993652"/>
          </a:xfrm>
          <a:solidFill>
            <a:srgbClr val="1ED760"/>
          </a:solidFill>
        </p:grpSpPr>
        <p:sp>
          <p:nvSpPr>
            <p:cNvPr id="7" name="Freeform: Shape 6">
              <a:extLst>
                <a:ext uri="{FF2B5EF4-FFF2-40B4-BE49-F238E27FC236}">
                  <a16:creationId xmlns:a16="http://schemas.microsoft.com/office/drawing/2014/main" id="{B924F487-CEC7-4CBD-B466-E1DDF5B8327F}"/>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grpFill/>
            <a:ln w="38100" cap="flat">
              <a:no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C3F0DF64-5AE6-4CC8-997B-1D73C48C3CE4}"/>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grpFill/>
            <a:ln w="38100" cap="flat">
              <a:noFill/>
              <a:prstDash val="solid"/>
              <a:miter/>
            </a:ln>
          </p:spPr>
          <p:txBody>
            <a:bodyPr rtlCol="0" anchor="ctr"/>
            <a:lstStyle/>
            <a:p>
              <a:endParaRPr lang="en-IN"/>
            </a:p>
          </p:txBody>
        </p:sp>
      </p:grpSp>
      <p:sp>
        <p:nvSpPr>
          <p:cNvPr id="17" name="Text Placeholder 20">
            <a:extLst>
              <a:ext uri="{FF2B5EF4-FFF2-40B4-BE49-F238E27FC236}">
                <a16:creationId xmlns:a16="http://schemas.microsoft.com/office/drawing/2014/main" id="{B67B7188-0D81-4946-915F-EC90A27284D3}"/>
              </a:ext>
            </a:extLst>
          </p:cNvPr>
          <p:cNvSpPr>
            <a:spLocks noGrp="1"/>
          </p:cNvSpPr>
          <p:nvPr>
            <p:ph type="body" sz="quarter" idx="15"/>
          </p:nvPr>
        </p:nvSpPr>
        <p:spPr>
          <a:xfrm>
            <a:off x="339465" y="1711195"/>
            <a:ext cx="11123666" cy="1413768"/>
          </a:xfrm>
        </p:spPr>
        <p:txBody>
          <a:bodyPr/>
          <a:lstStyle>
            <a:lvl1pPr marL="0" indent="0">
              <a:lnSpc>
                <a:spcPct val="100000"/>
              </a:lnSpc>
              <a:buNone/>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20">
            <a:extLst>
              <a:ext uri="{FF2B5EF4-FFF2-40B4-BE49-F238E27FC236}">
                <a16:creationId xmlns:a16="http://schemas.microsoft.com/office/drawing/2014/main" id="{604851AB-D12F-493D-A217-52B48781E1D5}"/>
              </a:ext>
            </a:extLst>
          </p:cNvPr>
          <p:cNvSpPr>
            <a:spLocks noGrp="1"/>
          </p:cNvSpPr>
          <p:nvPr>
            <p:ph type="body" sz="quarter" idx="18"/>
          </p:nvPr>
        </p:nvSpPr>
        <p:spPr>
          <a:xfrm>
            <a:off x="339463" y="3354141"/>
            <a:ext cx="5890532" cy="2885792"/>
          </a:xfrm>
        </p:spPr>
        <p:txBody>
          <a:bodyPr/>
          <a:lstStyle>
            <a:lvl1pPr marL="0" indent="0">
              <a:lnSpc>
                <a:spcPct val="100000"/>
              </a:lnSpc>
              <a:buNone/>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2">
            <a:extLst>
              <a:ext uri="{FF2B5EF4-FFF2-40B4-BE49-F238E27FC236}">
                <a16:creationId xmlns:a16="http://schemas.microsoft.com/office/drawing/2014/main" id="{FC9546DA-8C51-4C78-AB15-59F506205976}"/>
              </a:ext>
            </a:extLst>
          </p:cNvPr>
          <p:cNvSpPr>
            <a:spLocks noGrp="1"/>
          </p:cNvSpPr>
          <p:nvPr>
            <p:ph type="body" sz="quarter" idx="19"/>
          </p:nvPr>
        </p:nvSpPr>
        <p:spPr>
          <a:xfrm>
            <a:off x="339465" y="1149651"/>
            <a:ext cx="11123665" cy="382587"/>
          </a:xfrm>
        </p:spPr>
        <p:txBody>
          <a:bodyPr>
            <a:normAutofit fontScale="92500" lnSpcReduction="10000"/>
          </a:bodyPr>
          <a:lstStyle>
            <a:lvl1pPr>
              <a:buNone/>
              <a:defRPr sz="2400" baseline="0">
                <a:solidFill>
                  <a:srgbClr val="1ED760"/>
                </a:solidFill>
                <a:latin typeface="+mn-lt"/>
              </a:defRPr>
            </a:lvl1pPr>
          </a:lstStyle>
          <a:p>
            <a:pPr lvl="0"/>
            <a:r>
              <a:rPr lang="en-US"/>
              <a:t>Click to edit Master text styles</a:t>
            </a:r>
          </a:p>
        </p:txBody>
      </p:sp>
      <p:sp>
        <p:nvSpPr>
          <p:cNvPr id="14" name="Text Placeholder 2">
            <a:extLst>
              <a:ext uri="{FF2B5EF4-FFF2-40B4-BE49-F238E27FC236}">
                <a16:creationId xmlns:a16="http://schemas.microsoft.com/office/drawing/2014/main" id="{8039FB0F-559C-49AF-9987-7019E899A76D}"/>
              </a:ext>
            </a:extLst>
          </p:cNvPr>
          <p:cNvSpPr>
            <a:spLocks noGrp="1"/>
          </p:cNvSpPr>
          <p:nvPr>
            <p:ph type="body" sz="quarter" idx="16"/>
          </p:nvPr>
        </p:nvSpPr>
        <p:spPr>
          <a:xfrm>
            <a:off x="1076326" y="336550"/>
            <a:ext cx="9645032" cy="585788"/>
          </a:xfrm>
        </p:spPr>
        <p:txBody>
          <a:bodyPr/>
          <a:lstStyle>
            <a:lvl1pPr>
              <a:buNone/>
              <a:defRPr sz="3200" b="1" i="0" baseline="0">
                <a:solidFill>
                  <a:srgbClr val="1ED760"/>
                </a:solidFill>
                <a:latin typeface="+mj-lt"/>
              </a:defRPr>
            </a:lvl1pPr>
          </a:lstStyle>
          <a:p>
            <a:pPr lvl="0"/>
            <a:r>
              <a:rPr lang="en-US"/>
              <a:t>Click to edit Master text styles</a:t>
            </a:r>
          </a:p>
        </p:txBody>
      </p:sp>
      <p:sp>
        <p:nvSpPr>
          <p:cNvPr id="2" name="Footer Placeholder 2">
            <a:extLst>
              <a:ext uri="{FF2B5EF4-FFF2-40B4-BE49-F238E27FC236}">
                <a16:creationId xmlns:a16="http://schemas.microsoft.com/office/drawing/2014/main" id="{3F42B393-18F6-2C09-0580-9597020664A9}"/>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pic>
        <p:nvPicPr>
          <p:cNvPr id="5" name="Picture 4" descr="A green balloon with black text&#10;&#10;Description automatically generated">
            <a:extLst>
              <a:ext uri="{FF2B5EF4-FFF2-40B4-BE49-F238E27FC236}">
                <a16:creationId xmlns:a16="http://schemas.microsoft.com/office/drawing/2014/main" id="{DDF0954C-AE3C-7E6B-D034-0EE20D988AD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050671" y="149324"/>
            <a:ext cx="849600" cy="832417"/>
          </a:xfrm>
          <a:prstGeom prst="rect">
            <a:avLst/>
          </a:prstGeom>
        </p:spPr>
      </p:pic>
      <p:sp>
        <p:nvSpPr>
          <p:cNvPr id="3" name="Slide Number Placeholder 3">
            <a:extLst>
              <a:ext uri="{FF2B5EF4-FFF2-40B4-BE49-F238E27FC236}">
                <a16:creationId xmlns:a16="http://schemas.microsoft.com/office/drawing/2014/main" id="{EC46E12C-B004-CE9B-FAE0-6DDAC0D7EF76}"/>
              </a:ext>
            </a:extLst>
          </p:cNvPr>
          <p:cNvSpPr>
            <a:spLocks noGrp="1"/>
          </p:cNvSpPr>
          <p:nvPr>
            <p:ph type="sldNum" sz="quarter" idx="21"/>
          </p:nvPr>
        </p:nvSpPr>
        <p:spPr>
          <a:xfrm>
            <a:off x="9448800" y="6492875"/>
            <a:ext cx="2743200" cy="365125"/>
          </a:xfrm>
        </p:spPr>
        <p:txBody>
          <a:bodyPr/>
          <a:lstStyle>
            <a:lvl1pPr>
              <a:defRPr>
                <a:latin typeface="+mn-lt"/>
              </a:defRPr>
            </a:lvl1pPr>
          </a:lstStyle>
          <a:p>
            <a:fld id="{D8FB45C0-4B32-43DE-93B9-6E575D49CD52}" type="slidenum">
              <a:rPr lang="en-IN" smtClean="0"/>
              <a:pPr/>
              <a:t>‹#›</a:t>
            </a:fld>
            <a:endParaRPr lang="en-IN"/>
          </a:p>
        </p:txBody>
      </p:sp>
    </p:spTree>
    <p:extLst>
      <p:ext uri="{BB962C8B-B14F-4D97-AF65-F5344CB8AC3E}">
        <p14:creationId xmlns:p14="http://schemas.microsoft.com/office/powerpoint/2010/main" val="37712221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Page w/Chart">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C76E9DD7-29D5-4787-A99A-849A497385D0}"/>
              </a:ext>
            </a:extLst>
          </p:cNvPr>
          <p:cNvSpPr>
            <a:spLocks noGrp="1"/>
          </p:cNvSpPr>
          <p:nvPr>
            <p:ph sz="quarter" idx="20"/>
          </p:nvPr>
        </p:nvSpPr>
        <p:spPr>
          <a:xfrm>
            <a:off x="6429625" y="1711326"/>
            <a:ext cx="5033505" cy="4528608"/>
          </a:xfrm>
        </p:spPr>
        <p:txBody>
          <a:bodyPr/>
          <a:lstStyle>
            <a:lvl1pPr>
              <a:buNone/>
              <a:defRPr>
                <a:solidFill>
                  <a:schemeClr val="bg1"/>
                </a:solidFill>
              </a:defRPr>
            </a:lvl1pPr>
          </a:lstStyle>
          <a:p>
            <a:pPr lvl="0"/>
            <a:r>
              <a:rPr lang="en-US"/>
              <a:t>Click to edit Master text styles</a:t>
            </a:r>
          </a:p>
        </p:txBody>
      </p:sp>
      <p:grpSp>
        <p:nvGrpSpPr>
          <p:cNvPr id="6" name="Graphic 17">
            <a:extLst>
              <a:ext uri="{FF2B5EF4-FFF2-40B4-BE49-F238E27FC236}">
                <a16:creationId xmlns:a16="http://schemas.microsoft.com/office/drawing/2014/main" id="{9BD0019E-67E0-46F7-BCF8-131FDF538B82}"/>
              </a:ext>
            </a:extLst>
          </p:cNvPr>
          <p:cNvGrpSpPr/>
          <p:nvPr userDrawn="1"/>
        </p:nvGrpSpPr>
        <p:grpSpPr>
          <a:xfrm>
            <a:off x="339465" y="190543"/>
            <a:ext cx="424170" cy="571457"/>
            <a:chOff x="5733562" y="857250"/>
            <a:chExt cx="737549" cy="993652"/>
          </a:xfrm>
          <a:solidFill>
            <a:srgbClr val="1ED760"/>
          </a:solidFill>
        </p:grpSpPr>
        <p:sp>
          <p:nvSpPr>
            <p:cNvPr id="7" name="Freeform: Shape 6">
              <a:extLst>
                <a:ext uri="{FF2B5EF4-FFF2-40B4-BE49-F238E27FC236}">
                  <a16:creationId xmlns:a16="http://schemas.microsoft.com/office/drawing/2014/main" id="{B924F487-CEC7-4CBD-B466-E1DDF5B8327F}"/>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grpFill/>
            <a:ln w="38100" cap="flat">
              <a:no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C3F0DF64-5AE6-4CC8-997B-1D73C48C3CE4}"/>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grpFill/>
            <a:ln w="38100" cap="flat">
              <a:noFill/>
              <a:prstDash val="solid"/>
              <a:miter/>
            </a:ln>
          </p:spPr>
          <p:txBody>
            <a:bodyPr rtlCol="0" anchor="ctr"/>
            <a:lstStyle/>
            <a:p>
              <a:endParaRPr lang="en-IN"/>
            </a:p>
          </p:txBody>
        </p:sp>
      </p:grpSp>
      <p:sp>
        <p:nvSpPr>
          <p:cNvPr id="17" name="Text Placeholder 20">
            <a:extLst>
              <a:ext uri="{FF2B5EF4-FFF2-40B4-BE49-F238E27FC236}">
                <a16:creationId xmlns:a16="http://schemas.microsoft.com/office/drawing/2014/main" id="{B67B7188-0D81-4946-915F-EC90A27284D3}"/>
              </a:ext>
            </a:extLst>
          </p:cNvPr>
          <p:cNvSpPr>
            <a:spLocks noGrp="1"/>
          </p:cNvSpPr>
          <p:nvPr>
            <p:ph type="body" sz="quarter" idx="15"/>
          </p:nvPr>
        </p:nvSpPr>
        <p:spPr>
          <a:xfrm>
            <a:off x="339464" y="1711325"/>
            <a:ext cx="5890532" cy="1904841"/>
          </a:xfrm>
        </p:spPr>
        <p:txBody>
          <a:bodyPr/>
          <a:lstStyle>
            <a:lvl1pPr marL="0" indent="0">
              <a:lnSpc>
                <a:spcPct val="100000"/>
              </a:lnSpc>
              <a:buNone/>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20">
            <a:extLst>
              <a:ext uri="{FF2B5EF4-FFF2-40B4-BE49-F238E27FC236}">
                <a16:creationId xmlns:a16="http://schemas.microsoft.com/office/drawing/2014/main" id="{604851AB-D12F-493D-A217-52B48781E1D5}"/>
              </a:ext>
            </a:extLst>
          </p:cNvPr>
          <p:cNvSpPr>
            <a:spLocks noGrp="1"/>
          </p:cNvSpPr>
          <p:nvPr>
            <p:ph type="body" sz="quarter" idx="18"/>
          </p:nvPr>
        </p:nvSpPr>
        <p:spPr>
          <a:xfrm>
            <a:off x="339464" y="3800954"/>
            <a:ext cx="5890531" cy="2438979"/>
          </a:xfrm>
        </p:spPr>
        <p:txBody>
          <a:bodyPr/>
          <a:lstStyle>
            <a:lvl1pPr marL="0" indent="0">
              <a:lnSpc>
                <a:spcPct val="100000"/>
              </a:lnSpc>
              <a:buNone/>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2">
            <a:extLst>
              <a:ext uri="{FF2B5EF4-FFF2-40B4-BE49-F238E27FC236}">
                <a16:creationId xmlns:a16="http://schemas.microsoft.com/office/drawing/2014/main" id="{5A53EF25-32E4-45DA-BC32-993719856C53}"/>
              </a:ext>
            </a:extLst>
          </p:cNvPr>
          <p:cNvSpPr>
            <a:spLocks noGrp="1"/>
          </p:cNvSpPr>
          <p:nvPr>
            <p:ph type="body" sz="quarter" idx="19"/>
          </p:nvPr>
        </p:nvSpPr>
        <p:spPr>
          <a:xfrm>
            <a:off x="339465" y="1149651"/>
            <a:ext cx="11123665" cy="382587"/>
          </a:xfrm>
        </p:spPr>
        <p:txBody>
          <a:bodyPr>
            <a:normAutofit fontScale="92500" lnSpcReduction="10000"/>
          </a:bodyPr>
          <a:lstStyle>
            <a:lvl1pPr>
              <a:buNone/>
              <a:defRPr sz="2400">
                <a:solidFill>
                  <a:srgbClr val="1ED760"/>
                </a:solidFill>
                <a:latin typeface="+mn-lt"/>
              </a:defRPr>
            </a:lvl1pPr>
          </a:lstStyle>
          <a:p>
            <a:pPr lvl="0"/>
            <a:r>
              <a:rPr lang="en-US"/>
              <a:t>Click to edit Master text styles</a:t>
            </a:r>
          </a:p>
        </p:txBody>
      </p:sp>
      <p:sp>
        <p:nvSpPr>
          <p:cNvPr id="13" name="Text Placeholder 2">
            <a:extLst>
              <a:ext uri="{FF2B5EF4-FFF2-40B4-BE49-F238E27FC236}">
                <a16:creationId xmlns:a16="http://schemas.microsoft.com/office/drawing/2014/main" id="{D1F867A5-1E43-411D-8A54-FBFEB9BBE618}"/>
              </a:ext>
            </a:extLst>
          </p:cNvPr>
          <p:cNvSpPr>
            <a:spLocks noGrp="1"/>
          </p:cNvSpPr>
          <p:nvPr>
            <p:ph type="body" sz="quarter" idx="16"/>
          </p:nvPr>
        </p:nvSpPr>
        <p:spPr>
          <a:xfrm>
            <a:off x="1076326" y="336550"/>
            <a:ext cx="9645031" cy="585788"/>
          </a:xfrm>
        </p:spPr>
        <p:txBody>
          <a:bodyPr/>
          <a:lstStyle>
            <a:lvl1pPr>
              <a:buNone/>
              <a:defRPr sz="3200" b="1" i="0" baseline="0">
                <a:solidFill>
                  <a:srgbClr val="1ED760"/>
                </a:solidFill>
                <a:latin typeface="+mj-lt"/>
              </a:defRPr>
            </a:lvl1pPr>
          </a:lstStyle>
          <a:p>
            <a:pPr lvl="0"/>
            <a:r>
              <a:rPr lang="en-US"/>
              <a:t>Click to edit Master text styles</a:t>
            </a:r>
          </a:p>
        </p:txBody>
      </p:sp>
      <p:sp>
        <p:nvSpPr>
          <p:cNvPr id="2" name="Footer Placeholder 2">
            <a:extLst>
              <a:ext uri="{FF2B5EF4-FFF2-40B4-BE49-F238E27FC236}">
                <a16:creationId xmlns:a16="http://schemas.microsoft.com/office/drawing/2014/main" id="{E1A3A943-3D0F-D33D-F28E-1AA204C553A0}"/>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pic>
        <p:nvPicPr>
          <p:cNvPr id="5" name="Picture 4" descr="A green balloon with black text&#10;&#10;Description automatically generated">
            <a:extLst>
              <a:ext uri="{FF2B5EF4-FFF2-40B4-BE49-F238E27FC236}">
                <a16:creationId xmlns:a16="http://schemas.microsoft.com/office/drawing/2014/main" id="{91965EAA-BFCF-F2B1-95F8-314A9CA9B8B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050671" y="149324"/>
            <a:ext cx="849600" cy="832417"/>
          </a:xfrm>
          <a:prstGeom prst="rect">
            <a:avLst/>
          </a:prstGeom>
        </p:spPr>
      </p:pic>
      <p:sp>
        <p:nvSpPr>
          <p:cNvPr id="3" name="Slide Number Placeholder 3">
            <a:extLst>
              <a:ext uri="{FF2B5EF4-FFF2-40B4-BE49-F238E27FC236}">
                <a16:creationId xmlns:a16="http://schemas.microsoft.com/office/drawing/2014/main" id="{C5E0EC91-2D13-168E-87E3-C3D533DD8B17}"/>
              </a:ext>
            </a:extLst>
          </p:cNvPr>
          <p:cNvSpPr>
            <a:spLocks noGrp="1"/>
          </p:cNvSpPr>
          <p:nvPr>
            <p:ph type="sldNum" sz="quarter" idx="21"/>
          </p:nvPr>
        </p:nvSpPr>
        <p:spPr>
          <a:xfrm>
            <a:off x="9448800" y="6492875"/>
            <a:ext cx="2743200" cy="365125"/>
          </a:xfrm>
        </p:spPr>
        <p:txBody>
          <a:bodyPr/>
          <a:lstStyle>
            <a:lvl1pPr>
              <a:defRPr>
                <a:latin typeface="+mn-lt"/>
              </a:defRPr>
            </a:lvl1pPr>
          </a:lstStyle>
          <a:p>
            <a:fld id="{D8FB45C0-4B32-43DE-93B9-6E575D49CD52}" type="slidenum">
              <a:rPr lang="en-IN" smtClean="0"/>
              <a:pPr/>
              <a:t>‹#›</a:t>
            </a:fld>
            <a:endParaRPr lang="en-IN"/>
          </a:p>
        </p:txBody>
      </p:sp>
    </p:spTree>
    <p:extLst>
      <p:ext uri="{BB962C8B-B14F-4D97-AF65-F5344CB8AC3E}">
        <p14:creationId xmlns:p14="http://schemas.microsoft.com/office/powerpoint/2010/main" val="214268010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Heavy text page w/ bullets">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C7D840D3-5873-4001-A5CB-6D5CA85B3E9D}"/>
              </a:ext>
            </a:extLst>
          </p:cNvPr>
          <p:cNvSpPr txBox="1"/>
          <p:nvPr userDrawn="1"/>
        </p:nvSpPr>
        <p:spPr>
          <a:xfrm>
            <a:off x="2251364" y="2546226"/>
            <a:ext cx="7786254" cy="993652"/>
          </a:xfrm>
          <a:prstGeom prst="rect">
            <a:avLst/>
          </a:prstGeom>
          <a:noFill/>
        </p:spPr>
        <p:txBody>
          <a:bodyPr wrap="square" rtlCol="0">
            <a:spAutoFit/>
          </a:bodyPr>
          <a:lstStyle/>
          <a:p>
            <a:endParaRPr lang="en-GB"/>
          </a:p>
        </p:txBody>
      </p:sp>
      <p:grpSp>
        <p:nvGrpSpPr>
          <p:cNvPr id="9" name="Graphic 17">
            <a:extLst>
              <a:ext uri="{FF2B5EF4-FFF2-40B4-BE49-F238E27FC236}">
                <a16:creationId xmlns:a16="http://schemas.microsoft.com/office/drawing/2014/main" id="{F0DC8A73-B626-485B-B241-6F4417809388}"/>
              </a:ext>
            </a:extLst>
          </p:cNvPr>
          <p:cNvGrpSpPr/>
          <p:nvPr userDrawn="1"/>
        </p:nvGrpSpPr>
        <p:grpSpPr>
          <a:xfrm>
            <a:off x="339465" y="190543"/>
            <a:ext cx="424170" cy="571457"/>
            <a:chOff x="5733562" y="857250"/>
            <a:chExt cx="737549" cy="993652"/>
          </a:xfrm>
          <a:solidFill>
            <a:srgbClr val="1ED760"/>
          </a:solidFill>
        </p:grpSpPr>
        <p:sp>
          <p:nvSpPr>
            <p:cNvPr id="11" name="Freeform: Shape 10">
              <a:extLst>
                <a:ext uri="{FF2B5EF4-FFF2-40B4-BE49-F238E27FC236}">
                  <a16:creationId xmlns:a16="http://schemas.microsoft.com/office/drawing/2014/main" id="{40DC714A-CB4F-4D95-A3DF-1DBCEC637CE0}"/>
                </a:ext>
              </a:extLst>
            </p:cNvPr>
            <p:cNvSpPr/>
            <p:nvPr/>
          </p:nvSpPr>
          <p:spPr>
            <a:xfrm>
              <a:off x="5953885" y="857250"/>
              <a:ext cx="517226" cy="993652"/>
            </a:xfrm>
            <a:custGeom>
              <a:avLst/>
              <a:gdLst>
                <a:gd name="connsiteX0" fmla="*/ 515113 w 517226"/>
                <a:gd name="connsiteY0" fmla="*/ 332233 h 993652"/>
                <a:gd name="connsiteX1" fmla="*/ 488824 w 517226"/>
                <a:gd name="connsiteY1" fmla="*/ 306325 h 993652"/>
                <a:gd name="connsiteX2" fmla="*/ 452248 w 517226"/>
                <a:gd name="connsiteY2" fmla="*/ 296038 h 993652"/>
                <a:gd name="connsiteX3" fmla="*/ 360046 w 517226"/>
                <a:gd name="connsiteY3" fmla="*/ 289942 h 993652"/>
                <a:gd name="connsiteX4" fmla="*/ 236221 w 517226"/>
                <a:gd name="connsiteY4" fmla="*/ 294514 h 993652"/>
                <a:gd name="connsiteX5" fmla="*/ 252985 w 517226"/>
                <a:gd name="connsiteY5" fmla="*/ 52197 h 993652"/>
                <a:gd name="connsiteX6" fmla="*/ 0 w 517226"/>
                <a:gd name="connsiteY6" fmla="*/ 0 h 993652"/>
                <a:gd name="connsiteX7" fmla="*/ 25908 w 517226"/>
                <a:gd name="connsiteY7" fmla="*/ 334900 h 993652"/>
                <a:gd name="connsiteX8" fmla="*/ 85344 w 517226"/>
                <a:gd name="connsiteY8" fmla="*/ 325756 h 993652"/>
                <a:gd name="connsiteX9" fmla="*/ 160020 w 517226"/>
                <a:gd name="connsiteY9" fmla="*/ 144400 h 993652"/>
                <a:gd name="connsiteX10" fmla="*/ 235459 w 517226"/>
                <a:gd name="connsiteY10" fmla="*/ 312040 h 993652"/>
                <a:gd name="connsiteX11" fmla="*/ 236221 w 517226"/>
                <a:gd name="connsiteY11" fmla="*/ 315088 h 993652"/>
                <a:gd name="connsiteX12" fmla="*/ 496063 w 517226"/>
                <a:gd name="connsiteY12" fmla="*/ 338710 h 993652"/>
                <a:gd name="connsiteX13" fmla="*/ 295657 w 517226"/>
                <a:gd name="connsiteY13" fmla="*/ 466727 h 993652"/>
                <a:gd name="connsiteX14" fmla="*/ 387478 w 517226"/>
                <a:gd name="connsiteY14" fmla="*/ 871351 h 993652"/>
                <a:gd name="connsiteX15" fmla="*/ 211075 w 517226"/>
                <a:gd name="connsiteY15" fmla="*/ 661419 h 993652"/>
                <a:gd name="connsiteX16" fmla="*/ 176023 w 517226"/>
                <a:gd name="connsiteY16" fmla="*/ 605792 h 993652"/>
                <a:gd name="connsiteX17" fmla="*/ 56388 w 517226"/>
                <a:gd name="connsiteY17" fmla="*/ 731523 h 993652"/>
                <a:gd name="connsiteX18" fmla="*/ 76581 w 517226"/>
                <a:gd name="connsiteY18" fmla="*/ 993652 h 993652"/>
                <a:gd name="connsiteX19" fmla="*/ 195454 w 517226"/>
                <a:gd name="connsiteY19" fmla="*/ 889258 h 993652"/>
                <a:gd name="connsiteX20" fmla="*/ 208789 w 517226"/>
                <a:gd name="connsiteY20" fmla="*/ 694566 h 993652"/>
                <a:gd name="connsiteX21" fmla="*/ 251461 w 517226"/>
                <a:gd name="connsiteY21" fmla="*/ 756669 h 993652"/>
                <a:gd name="connsiteX22" fmla="*/ 323851 w 517226"/>
                <a:gd name="connsiteY22" fmla="*/ 850776 h 993652"/>
                <a:gd name="connsiteX23" fmla="*/ 355855 w 517226"/>
                <a:gd name="connsiteY23" fmla="*/ 881257 h 993652"/>
                <a:gd name="connsiteX24" fmla="*/ 372619 w 517226"/>
                <a:gd name="connsiteY24" fmla="*/ 890401 h 993652"/>
                <a:gd name="connsiteX25" fmla="*/ 396241 w 517226"/>
                <a:gd name="connsiteY25" fmla="*/ 889639 h 993652"/>
                <a:gd name="connsiteX26" fmla="*/ 417577 w 517226"/>
                <a:gd name="connsiteY26" fmla="*/ 848871 h 993652"/>
                <a:gd name="connsiteX27" fmla="*/ 413005 w 517226"/>
                <a:gd name="connsiteY27" fmla="*/ 795531 h 993652"/>
                <a:gd name="connsiteX28" fmla="*/ 378715 w 517226"/>
                <a:gd name="connsiteY28" fmla="*/ 655323 h 993652"/>
                <a:gd name="connsiteX29" fmla="*/ 321565 w 517226"/>
                <a:gd name="connsiteY29" fmla="*/ 478919 h 993652"/>
                <a:gd name="connsiteX30" fmla="*/ 411481 w 517226"/>
                <a:gd name="connsiteY30" fmla="*/ 440819 h 993652"/>
                <a:gd name="connsiteX31" fmla="*/ 485014 w 517226"/>
                <a:gd name="connsiteY31" fmla="*/ 397004 h 993652"/>
                <a:gd name="connsiteX32" fmla="*/ 515113 w 517226"/>
                <a:gd name="connsiteY32" fmla="*/ 332233 h 99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7226" h="993652">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grpFill/>
            <a:ln w="38100"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665B1435-3152-49C2-9E47-B317E34F052C}"/>
                </a:ext>
              </a:extLst>
            </p:cNvPr>
            <p:cNvSpPr/>
            <p:nvPr/>
          </p:nvSpPr>
          <p:spPr>
            <a:xfrm>
              <a:off x="5733562" y="1192150"/>
              <a:ext cx="276329" cy="601984"/>
            </a:xfrm>
            <a:custGeom>
              <a:avLst/>
              <a:gdLst>
                <a:gd name="connsiteX0" fmla="*/ 14582 w 276329"/>
                <a:gd name="connsiteY0" fmla="*/ 89916 h 601984"/>
                <a:gd name="connsiteX1" fmla="*/ 256518 w 276329"/>
                <a:gd name="connsiteY1" fmla="*/ 140590 h 601984"/>
                <a:gd name="connsiteX2" fmla="*/ 2390 w 276329"/>
                <a:gd name="connsiteY2" fmla="*/ 597791 h 601984"/>
                <a:gd name="connsiteX3" fmla="*/ 276330 w 276329"/>
                <a:gd name="connsiteY3" fmla="*/ 396623 h 601984"/>
                <a:gd name="connsiteX4" fmla="*/ 246231 w 276329"/>
                <a:gd name="connsiteY4" fmla="*/ 0 h 601984"/>
                <a:gd name="connsiteX5" fmla="*/ 14582 w 276329"/>
                <a:gd name="connsiteY5" fmla="*/ 89916 h 60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329" h="601984">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grpFill/>
            <a:ln w="38100" cap="flat">
              <a:noFill/>
              <a:prstDash val="solid"/>
              <a:miter/>
            </a:ln>
          </p:spPr>
          <p:txBody>
            <a:bodyPr rtlCol="0" anchor="ctr"/>
            <a:lstStyle/>
            <a:p>
              <a:endParaRPr lang="en-IN"/>
            </a:p>
          </p:txBody>
        </p:sp>
      </p:grpSp>
      <p:sp>
        <p:nvSpPr>
          <p:cNvPr id="15" name="Text Placeholder 20">
            <a:extLst>
              <a:ext uri="{FF2B5EF4-FFF2-40B4-BE49-F238E27FC236}">
                <a16:creationId xmlns:a16="http://schemas.microsoft.com/office/drawing/2014/main" id="{03B5B581-859C-400F-8D34-A02887689AE2}"/>
              </a:ext>
            </a:extLst>
          </p:cNvPr>
          <p:cNvSpPr>
            <a:spLocks noGrp="1"/>
          </p:cNvSpPr>
          <p:nvPr>
            <p:ph type="body" sz="quarter" idx="15"/>
          </p:nvPr>
        </p:nvSpPr>
        <p:spPr>
          <a:xfrm>
            <a:off x="339464" y="1711194"/>
            <a:ext cx="11123665" cy="4520273"/>
          </a:xfrm>
        </p:spPr>
        <p:txBody>
          <a:bodyPr>
            <a:normAutofit/>
          </a:bodyPr>
          <a:lstStyle>
            <a:lvl1pPr marL="0" indent="0">
              <a:lnSpc>
                <a:spcPct val="100000"/>
              </a:lnSpc>
              <a:buFont typeface="Arial" panose="020B0604020202020204" pitchFamily="34" charset="0"/>
              <a:buNone/>
              <a:defRPr sz="1800" baseline="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2">
            <a:extLst>
              <a:ext uri="{FF2B5EF4-FFF2-40B4-BE49-F238E27FC236}">
                <a16:creationId xmlns:a16="http://schemas.microsoft.com/office/drawing/2014/main" id="{11EAFC85-4425-4149-8B30-4BD96252FD03}"/>
              </a:ext>
            </a:extLst>
          </p:cNvPr>
          <p:cNvSpPr>
            <a:spLocks noGrp="1"/>
          </p:cNvSpPr>
          <p:nvPr>
            <p:ph type="body" sz="quarter" idx="19"/>
          </p:nvPr>
        </p:nvSpPr>
        <p:spPr>
          <a:xfrm>
            <a:off x="339465" y="1149651"/>
            <a:ext cx="11123665" cy="382587"/>
          </a:xfrm>
        </p:spPr>
        <p:txBody>
          <a:bodyPr>
            <a:normAutofit fontScale="92500" lnSpcReduction="10000"/>
          </a:bodyPr>
          <a:lstStyle>
            <a:lvl1pPr>
              <a:buNone/>
              <a:defRPr sz="2400" baseline="0">
                <a:solidFill>
                  <a:srgbClr val="1ED760"/>
                </a:solidFill>
                <a:latin typeface="+mn-lt"/>
              </a:defRPr>
            </a:lvl1pPr>
          </a:lstStyle>
          <a:p>
            <a:pPr lvl="0"/>
            <a:r>
              <a:rPr lang="en-US"/>
              <a:t>Click to edit Master text styles</a:t>
            </a:r>
          </a:p>
        </p:txBody>
      </p:sp>
      <p:sp>
        <p:nvSpPr>
          <p:cNvPr id="21" name="Text Placeholder 2">
            <a:extLst>
              <a:ext uri="{FF2B5EF4-FFF2-40B4-BE49-F238E27FC236}">
                <a16:creationId xmlns:a16="http://schemas.microsoft.com/office/drawing/2014/main" id="{304F35DB-85A8-4A4A-94B5-A2D1BCCB1FA3}"/>
              </a:ext>
            </a:extLst>
          </p:cNvPr>
          <p:cNvSpPr>
            <a:spLocks noGrp="1"/>
          </p:cNvSpPr>
          <p:nvPr>
            <p:ph type="body" sz="quarter" idx="16"/>
          </p:nvPr>
        </p:nvSpPr>
        <p:spPr>
          <a:xfrm>
            <a:off x="1076326" y="336550"/>
            <a:ext cx="9645032" cy="585788"/>
          </a:xfrm>
        </p:spPr>
        <p:txBody>
          <a:bodyPr/>
          <a:lstStyle>
            <a:lvl1pPr>
              <a:buNone/>
              <a:defRPr sz="3200" b="1">
                <a:solidFill>
                  <a:srgbClr val="1ED760"/>
                </a:solidFill>
                <a:latin typeface="+mj-lt"/>
              </a:defRPr>
            </a:lvl1pPr>
          </a:lstStyle>
          <a:p>
            <a:pPr lvl="0"/>
            <a:r>
              <a:rPr lang="en-US"/>
              <a:t>Click to edit Master text styles</a:t>
            </a:r>
          </a:p>
        </p:txBody>
      </p:sp>
      <p:sp>
        <p:nvSpPr>
          <p:cNvPr id="2" name="Footer Placeholder 2">
            <a:extLst>
              <a:ext uri="{FF2B5EF4-FFF2-40B4-BE49-F238E27FC236}">
                <a16:creationId xmlns:a16="http://schemas.microsoft.com/office/drawing/2014/main" id="{B058D267-72B6-746D-8BC7-C8C22DC5E6E9}"/>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pic>
        <p:nvPicPr>
          <p:cNvPr id="5" name="Picture 4" descr="A green balloon with black text&#10;&#10;Description automatically generated">
            <a:extLst>
              <a:ext uri="{FF2B5EF4-FFF2-40B4-BE49-F238E27FC236}">
                <a16:creationId xmlns:a16="http://schemas.microsoft.com/office/drawing/2014/main" id="{2E6A092C-17B8-7CFF-299C-154D2BF582B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050671" y="149324"/>
            <a:ext cx="849600" cy="832417"/>
          </a:xfrm>
          <a:prstGeom prst="rect">
            <a:avLst/>
          </a:prstGeom>
        </p:spPr>
      </p:pic>
      <p:sp>
        <p:nvSpPr>
          <p:cNvPr id="3" name="Slide Number Placeholder 3">
            <a:extLst>
              <a:ext uri="{FF2B5EF4-FFF2-40B4-BE49-F238E27FC236}">
                <a16:creationId xmlns:a16="http://schemas.microsoft.com/office/drawing/2014/main" id="{B69303C3-9B9F-DDE9-84C9-8CE5E3BC5139}"/>
              </a:ext>
            </a:extLst>
          </p:cNvPr>
          <p:cNvSpPr txBox="1">
            <a:spLocks/>
          </p:cNvSpPr>
          <p:nvPr userDrawn="1"/>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8FB45C0-4B32-43DE-93B9-6E575D49CD52}" type="slidenum">
              <a:rPr lang="en-IN" smtClean="0"/>
              <a:pPr/>
              <a:t>‹#›</a:t>
            </a:fld>
            <a:endParaRPr lang="en-IN"/>
          </a:p>
        </p:txBody>
      </p:sp>
    </p:spTree>
    <p:extLst>
      <p:ext uri="{BB962C8B-B14F-4D97-AF65-F5344CB8AC3E}">
        <p14:creationId xmlns:p14="http://schemas.microsoft.com/office/powerpoint/2010/main" val="163978522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losing Slide 1">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C7D840D3-5873-4001-A5CB-6D5CA85B3E9D}"/>
              </a:ext>
            </a:extLst>
          </p:cNvPr>
          <p:cNvSpPr txBox="1"/>
          <p:nvPr userDrawn="1"/>
        </p:nvSpPr>
        <p:spPr>
          <a:xfrm>
            <a:off x="2251364" y="2546226"/>
            <a:ext cx="7786254" cy="993652"/>
          </a:xfrm>
          <a:prstGeom prst="rect">
            <a:avLst/>
          </a:prstGeom>
          <a:noFill/>
        </p:spPr>
        <p:txBody>
          <a:bodyPr wrap="square" rtlCol="0">
            <a:spAutoFit/>
          </a:bodyPr>
          <a:lstStyle/>
          <a:p>
            <a:endParaRPr lang="en-GB"/>
          </a:p>
        </p:txBody>
      </p:sp>
      <p:pic>
        <p:nvPicPr>
          <p:cNvPr id="24" name="Graphic 23">
            <a:extLst>
              <a:ext uri="{FF2B5EF4-FFF2-40B4-BE49-F238E27FC236}">
                <a16:creationId xmlns:a16="http://schemas.microsoft.com/office/drawing/2014/main" id="{F614081B-02BA-4F8C-8BD5-E97AF3C1A0A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397500" y="3276600"/>
            <a:ext cx="1397000" cy="190500"/>
          </a:xfrm>
          <a:prstGeom prst="rect">
            <a:avLst/>
          </a:prstGeom>
        </p:spPr>
      </p:pic>
      <p:sp>
        <p:nvSpPr>
          <p:cNvPr id="25" name="Graphic 6">
            <a:extLst>
              <a:ext uri="{FF2B5EF4-FFF2-40B4-BE49-F238E27FC236}">
                <a16:creationId xmlns:a16="http://schemas.microsoft.com/office/drawing/2014/main" id="{5702F841-E959-4253-A13E-825055F4E582}"/>
              </a:ext>
            </a:extLst>
          </p:cNvPr>
          <p:cNvSpPr/>
          <p:nvPr userDrawn="1"/>
        </p:nvSpPr>
        <p:spPr>
          <a:xfrm>
            <a:off x="0" y="0"/>
            <a:ext cx="624023" cy="6879800"/>
          </a:xfrm>
          <a:custGeom>
            <a:avLst/>
            <a:gdLst>
              <a:gd name="connsiteX0" fmla="*/ 624023 w 624023"/>
              <a:gd name="connsiteY0" fmla="*/ 6879801 h 6879800"/>
              <a:gd name="connsiteX1" fmla="*/ 0 w 624023"/>
              <a:gd name="connsiteY1" fmla="*/ 6879801 h 6879800"/>
              <a:gd name="connsiteX2" fmla="*/ 0 w 624023"/>
              <a:gd name="connsiteY2" fmla="*/ 0 h 6879800"/>
              <a:gd name="connsiteX3" fmla="*/ 92256 w 624023"/>
              <a:gd name="connsiteY3" fmla="*/ 0 h 6879800"/>
            </a:gdLst>
            <a:ahLst/>
            <a:cxnLst>
              <a:cxn ang="0">
                <a:pos x="connsiteX0" y="connsiteY0"/>
              </a:cxn>
              <a:cxn ang="0">
                <a:pos x="connsiteX1" y="connsiteY1"/>
              </a:cxn>
              <a:cxn ang="0">
                <a:pos x="connsiteX2" y="connsiteY2"/>
              </a:cxn>
              <a:cxn ang="0">
                <a:pos x="connsiteX3" y="connsiteY3"/>
              </a:cxn>
            </a:cxnLst>
            <a:rect l="l" t="t" r="r" b="b"/>
            <a:pathLst>
              <a:path w="624023" h="6879800">
                <a:moveTo>
                  <a:pt x="624023" y="6879801"/>
                </a:moveTo>
                <a:lnTo>
                  <a:pt x="0" y="6879801"/>
                </a:lnTo>
                <a:lnTo>
                  <a:pt x="0" y="0"/>
                </a:lnTo>
                <a:lnTo>
                  <a:pt x="92256" y="0"/>
                </a:lnTo>
                <a:close/>
              </a:path>
            </a:pathLst>
          </a:custGeom>
          <a:solidFill>
            <a:srgbClr val="1ED760"/>
          </a:solidFill>
          <a:ln w="34396" cap="flat">
            <a:noFill/>
            <a:prstDash val="solid"/>
            <a:miter/>
          </a:ln>
        </p:spPr>
        <p:txBody>
          <a:bodyPr rtlCol="0" anchor="ctr"/>
          <a:lstStyle/>
          <a:p>
            <a:endParaRPr lang="en-IN"/>
          </a:p>
        </p:txBody>
      </p:sp>
      <p:sp>
        <p:nvSpPr>
          <p:cNvPr id="26" name="Graphic 7">
            <a:extLst>
              <a:ext uri="{FF2B5EF4-FFF2-40B4-BE49-F238E27FC236}">
                <a16:creationId xmlns:a16="http://schemas.microsoft.com/office/drawing/2014/main" id="{C6B46D9F-5C28-470C-8D47-013936A0DDAA}"/>
              </a:ext>
            </a:extLst>
          </p:cNvPr>
          <p:cNvSpPr/>
          <p:nvPr userDrawn="1"/>
        </p:nvSpPr>
        <p:spPr>
          <a:xfrm>
            <a:off x="7842954" y="0"/>
            <a:ext cx="4349046" cy="902992"/>
          </a:xfrm>
          <a:custGeom>
            <a:avLst/>
            <a:gdLst>
              <a:gd name="connsiteX0" fmla="*/ 0 w 4349046"/>
              <a:gd name="connsiteY0" fmla="*/ 0 h 902992"/>
              <a:gd name="connsiteX1" fmla="*/ 4349047 w 4349046"/>
              <a:gd name="connsiteY1" fmla="*/ 0 h 902992"/>
              <a:gd name="connsiteX2" fmla="*/ 4349047 w 4349046"/>
              <a:gd name="connsiteY2" fmla="*/ 902993 h 902992"/>
            </a:gdLst>
            <a:ahLst/>
            <a:cxnLst>
              <a:cxn ang="0">
                <a:pos x="connsiteX0" y="connsiteY0"/>
              </a:cxn>
              <a:cxn ang="0">
                <a:pos x="connsiteX1" y="connsiteY1"/>
              </a:cxn>
              <a:cxn ang="0">
                <a:pos x="connsiteX2" y="connsiteY2"/>
              </a:cxn>
            </a:cxnLst>
            <a:rect l="l" t="t" r="r" b="b"/>
            <a:pathLst>
              <a:path w="4349046" h="902992">
                <a:moveTo>
                  <a:pt x="0" y="0"/>
                </a:moveTo>
                <a:lnTo>
                  <a:pt x="4349047" y="0"/>
                </a:lnTo>
                <a:lnTo>
                  <a:pt x="4349047" y="902993"/>
                </a:lnTo>
                <a:close/>
              </a:path>
            </a:pathLst>
          </a:custGeom>
          <a:solidFill>
            <a:srgbClr val="1ED760"/>
          </a:solidFill>
          <a:ln w="43434"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A6211C0F-4F62-4092-8A4B-DB76553ECC41}"/>
              </a:ext>
            </a:extLst>
          </p:cNvPr>
          <p:cNvSpPr/>
          <p:nvPr userDrawn="1"/>
        </p:nvSpPr>
        <p:spPr>
          <a:xfrm>
            <a:off x="11674774" y="902992"/>
            <a:ext cx="517226" cy="5955008"/>
          </a:xfrm>
          <a:custGeom>
            <a:avLst/>
            <a:gdLst>
              <a:gd name="connsiteX0" fmla="*/ 762000 w 762000"/>
              <a:gd name="connsiteY0" fmla="*/ 0 h 5762625"/>
              <a:gd name="connsiteX1" fmla="*/ 762000 w 762000"/>
              <a:gd name="connsiteY1" fmla="*/ 5762625 h 5762625"/>
              <a:gd name="connsiteX2" fmla="*/ 0 w 762000"/>
              <a:gd name="connsiteY2" fmla="*/ 5762625 h 5762625"/>
              <a:gd name="connsiteX3" fmla="*/ 762000 w 762000"/>
              <a:gd name="connsiteY3" fmla="*/ 0 h 5762625"/>
            </a:gdLst>
            <a:ahLst/>
            <a:cxnLst>
              <a:cxn ang="0">
                <a:pos x="connsiteX0" y="connsiteY0"/>
              </a:cxn>
              <a:cxn ang="0">
                <a:pos x="connsiteX1" y="connsiteY1"/>
              </a:cxn>
              <a:cxn ang="0">
                <a:pos x="connsiteX2" y="connsiteY2"/>
              </a:cxn>
              <a:cxn ang="0">
                <a:pos x="connsiteX3" y="connsiteY3"/>
              </a:cxn>
            </a:cxnLst>
            <a:rect l="l" t="t" r="r" b="b"/>
            <a:pathLst>
              <a:path w="762000" h="5762625">
                <a:moveTo>
                  <a:pt x="762000" y="0"/>
                </a:moveTo>
                <a:lnTo>
                  <a:pt x="762000" y="5762625"/>
                </a:lnTo>
                <a:lnTo>
                  <a:pt x="0" y="5762625"/>
                </a:lnTo>
                <a:lnTo>
                  <a:pt x="762000" y="0"/>
                </a:lnTo>
                <a:close/>
              </a:path>
            </a:pathLst>
          </a:custGeom>
          <a:solidFill>
            <a:srgbClr val="1ED7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Footer Placeholder 2">
            <a:extLst>
              <a:ext uri="{FF2B5EF4-FFF2-40B4-BE49-F238E27FC236}">
                <a16:creationId xmlns:a16="http://schemas.microsoft.com/office/drawing/2014/main" id="{A8244B83-C554-05EF-10A3-FA4963A1A2C2}"/>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sp>
        <p:nvSpPr>
          <p:cNvPr id="3" name="Slide Number Placeholder 3">
            <a:extLst>
              <a:ext uri="{FF2B5EF4-FFF2-40B4-BE49-F238E27FC236}">
                <a16:creationId xmlns:a16="http://schemas.microsoft.com/office/drawing/2014/main" id="{E2A30205-4573-A3E5-8FA1-86D758F12AA2}"/>
              </a:ext>
            </a:extLst>
          </p:cNvPr>
          <p:cNvSpPr>
            <a:spLocks noGrp="1"/>
          </p:cNvSpPr>
          <p:nvPr>
            <p:ph type="sldNum" sz="quarter" idx="20"/>
          </p:nvPr>
        </p:nvSpPr>
        <p:spPr>
          <a:xfrm>
            <a:off x="9448800" y="6492875"/>
            <a:ext cx="2743200" cy="365125"/>
          </a:xfrm>
        </p:spPr>
        <p:txBody>
          <a:bodyPr/>
          <a:lstStyle>
            <a:lvl1pPr>
              <a:defRPr>
                <a:latin typeface="+mn-lt"/>
              </a:defRPr>
            </a:lvl1pPr>
          </a:lstStyle>
          <a:p>
            <a:fld id="{D8FB45C0-4B32-43DE-93B9-6E575D49CD52}" type="slidenum">
              <a:rPr lang="en-IN" smtClean="0"/>
              <a:pPr/>
              <a:t>‹#›</a:t>
            </a:fld>
            <a:endParaRPr lang="en-IN"/>
          </a:p>
        </p:txBody>
      </p:sp>
    </p:spTree>
    <p:extLst>
      <p:ext uri="{BB962C8B-B14F-4D97-AF65-F5344CB8AC3E}">
        <p14:creationId xmlns:p14="http://schemas.microsoft.com/office/powerpoint/2010/main" val="15086875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losing Slide 2">
    <p:spTree>
      <p:nvGrpSpPr>
        <p:cNvPr id="1" name=""/>
        <p:cNvGrpSpPr/>
        <p:nvPr/>
      </p:nvGrpSpPr>
      <p:grpSpPr>
        <a:xfrm>
          <a:off x="0" y="0"/>
          <a:ext cx="0" cy="0"/>
          <a:chOff x="0" y="0"/>
          <a:chExt cx="0" cy="0"/>
        </a:xfrm>
      </p:grpSpPr>
      <p:pic>
        <p:nvPicPr>
          <p:cNvPr id="24" name="Graphic 23">
            <a:extLst>
              <a:ext uri="{FF2B5EF4-FFF2-40B4-BE49-F238E27FC236}">
                <a16:creationId xmlns:a16="http://schemas.microsoft.com/office/drawing/2014/main" id="{F614081B-02BA-4F8C-8BD5-E97AF3C1A0A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397500" y="3276600"/>
            <a:ext cx="1397000" cy="190500"/>
          </a:xfrm>
          <a:prstGeom prst="rect">
            <a:avLst/>
          </a:prstGeom>
        </p:spPr>
      </p:pic>
      <p:sp>
        <p:nvSpPr>
          <p:cNvPr id="25" name="Graphic 6">
            <a:extLst>
              <a:ext uri="{FF2B5EF4-FFF2-40B4-BE49-F238E27FC236}">
                <a16:creationId xmlns:a16="http://schemas.microsoft.com/office/drawing/2014/main" id="{5702F841-E959-4253-A13E-825055F4E582}"/>
              </a:ext>
            </a:extLst>
          </p:cNvPr>
          <p:cNvSpPr/>
          <p:nvPr userDrawn="1"/>
        </p:nvSpPr>
        <p:spPr>
          <a:xfrm>
            <a:off x="0" y="0"/>
            <a:ext cx="624023" cy="6879800"/>
          </a:xfrm>
          <a:custGeom>
            <a:avLst/>
            <a:gdLst>
              <a:gd name="connsiteX0" fmla="*/ 624023 w 624023"/>
              <a:gd name="connsiteY0" fmla="*/ 6879801 h 6879800"/>
              <a:gd name="connsiteX1" fmla="*/ 0 w 624023"/>
              <a:gd name="connsiteY1" fmla="*/ 6879801 h 6879800"/>
              <a:gd name="connsiteX2" fmla="*/ 0 w 624023"/>
              <a:gd name="connsiteY2" fmla="*/ 0 h 6879800"/>
              <a:gd name="connsiteX3" fmla="*/ 92256 w 624023"/>
              <a:gd name="connsiteY3" fmla="*/ 0 h 6879800"/>
            </a:gdLst>
            <a:ahLst/>
            <a:cxnLst>
              <a:cxn ang="0">
                <a:pos x="connsiteX0" y="connsiteY0"/>
              </a:cxn>
              <a:cxn ang="0">
                <a:pos x="connsiteX1" y="connsiteY1"/>
              </a:cxn>
              <a:cxn ang="0">
                <a:pos x="connsiteX2" y="connsiteY2"/>
              </a:cxn>
              <a:cxn ang="0">
                <a:pos x="connsiteX3" y="connsiteY3"/>
              </a:cxn>
            </a:cxnLst>
            <a:rect l="l" t="t" r="r" b="b"/>
            <a:pathLst>
              <a:path w="624023" h="6879800">
                <a:moveTo>
                  <a:pt x="624023" y="6879801"/>
                </a:moveTo>
                <a:lnTo>
                  <a:pt x="0" y="6879801"/>
                </a:lnTo>
                <a:lnTo>
                  <a:pt x="0" y="0"/>
                </a:lnTo>
                <a:lnTo>
                  <a:pt x="92256" y="0"/>
                </a:lnTo>
                <a:close/>
              </a:path>
            </a:pathLst>
          </a:custGeom>
          <a:solidFill>
            <a:srgbClr val="1CD4B0"/>
          </a:solidFill>
          <a:ln w="34396" cap="flat">
            <a:noFill/>
            <a:prstDash val="solid"/>
            <a:miter/>
          </a:ln>
        </p:spPr>
        <p:txBody>
          <a:bodyPr rtlCol="0" anchor="ctr"/>
          <a:lstStyle/>
          <a:p>
            <a:endParaRPr lang="en-IN"/>
          </a:p>
        </p:txBody>
      </p:sp>
      <p:sp>
        <p:nvSpPr>
          <p:cNvPr id="26" name="Graphic 7">
            <a:extLst>
              <a:ext uri="{FF2B5EF4-FFF2-40B4-BE49-F238E27FC236}">
                <a16:creationId xmlns:a16="http://schemas.microsoft.com/office/drawing/2014/main" id="{C6B46D9F-5C28-470C-8D47-013936A0DDAA}"/>
              </a:ext>
            </a:extLst>
          </p:cNvPr>
          <p:cNvSpPr/>
          <p:nvPr userDrawn="1"/>
        </p:nvSpPr>
        <p:spPr>
          <a:xfrm>
            <a:off x="7842954" y="0"/>
            <a:ext cx="4349046" cy="902992"/>
          </a:xfrm>
          <a:custGeom>
            <a:avLst/>
            <a:gdLst>
              <a:gd name="connsiteX0" fmla="*/ 0 w 4349046"/>
              <a:gd name="connsiteY0" fmla="*/ 0 h 902992"/>
              <a:gd name="connsiteX1" fmla="*/ 4349047 w 4349046"/>
              <a:gd name="connsiteY1" fmla="*/ 0 h 902992"/>
              <a:gd name="connsiteX2" fmla="*/ 4349047 w 4349046"/>
              <a:gd name="connsiteY2" fmla="*/ 902993 h 902992"/>
            </a:gdLst>
            <a:ahLst/>
            <a:cxnLst>
              <a:cxn ang="0">
                <a:pos x="connsiteX0" y="connsiteY0"/>
              </a:cxn>
              <a:cxn ang="0">
                <a:pos x="connsiteX1" y="connsiteY1"/>
              </a:cxn>
              <a:cxn ang="0">
                <a:pos x="connsiteX2" y="connsiteY2"/>
              </a:cxn>
            </a:cxnLst>
            <a:rect l="l" t="t" r="r" b="b"/>
            <a:pathLst>
              <a:path w="4349046" h="902992">
                <a:moveTo>
                  <a:pt x="0" y="0"/>
                </a:moveTo>
                <a:lnTo>
                  <a:pt x="4349047" y="0"/>
                </a:lnTo>
                <a:lnTo>
                  <a:pt x="4349047" y="902993"/>
                </a:lnTo>
                <a:close/>
              </a:path>
            </a:pathLst>
          </a:custGeom>
          <a:solidFill>
            <a:srgbClr val="1CD4B0"/>
          </a:solidFill>
          <a:ln w="43434"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A6211C0F-4F62-4092-8A4B-DB76553ECC41}"/>
              </a:ext>
            </a:extLst>
          </p:cNvPr>
          <p:cNvSpPr/>
          <p:nvPr userDrawn="1"/>
        </p:nvSpPr>
        <p:spPr>
          <a:xfrm>
            <a:off x="11674774" y="902992"/>
            <a:ext cx="517226" cy="5955008"/>
          </a:xfrm>
          <a:custGeom>
            <a:avLst/>
            <a:gdLst>
              <a:gd name="connsiteX0" fmla="*/ 762000 w 762000"/>
              <a:gd name="connsiteY0" fmla="*/ 0 h 5762625"/>
              <a:gd name="connsiteX1" fmla="*/ 762000 w 762000"/>
              <a:gd name="connsiteY1" fmla="*/ 5762625 h 5762625"/>
              <a:gd name="connsiteX2" fmla="*/ 0 w 762000"/>
              <a:gd name="connsiteY2" fmla="*/ 5762625 h 5762625"/>
              <a:gd name="connsiteX3" fmla="*/ 762000 w 762000"/>
              <a:gd name="connsiteY3" fmla="*/ 0 h 5762625"/>
            </a:gdLst>
            <a:ahLst/>
            <a:cxnLst>
              <a:cxn ang="0">
                <a:pos x="connsiteX0" y="connsiteY0"/>
              </a:cxn>
              <a:cxn ang="0">
                <a:pos x="connsiteX1" y="connsiteY1"/>
              </a:cxn>
              <a:cxn ang="0">
                <a:pos x="connsiteX2" y="connsiteY2"/>
              </a:cxn>
              <a:cxn ang="0">
                <a:pos x="connsiteX3" y="connsiteY3"/>
              </a:cxn>
            </a:cxnLst>
            <a:rect l="l" t="t" r="r" b="b"/>
            <a:pathLst>
              <a:path w="762000" h="5762625">
                <a:moveTo>
                  <a:pt x="762000" y="0"/>
                </a:moveTo>
                <a:lnTo>
                  <a:pt x="762000" y="5762625"/>
                </a:lnTo>
                <a:lnTo>
                  <a:pt x="0" y="5762625"/>
                </a:lnTo>
                <a:lnTo>
                  <a:pt x="762000" y="0"/>
                </a:lnTo>
                <a:close/>
              </a:path>
            </a:pathLst>
          </a:custGeom>
          <a:solidFill>
            <a:srgbClr val="1CD4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Footer Placeholder 2">
            <a:extLst>
              <a:ext uri="{FF2B5EF4-FFF2-40B4-BE49-F238E27FC236}">
                <a16:creationId xmlns:a16="http://schemas.microsoft.com/office/drawing/2014/main" id="{B03AFFDB-08BA-A121-B152-D0D0517240CF}"/>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sp>
        <p:nvSpPr>
          <p:cNvPr id="3" name="Slide Number Placeholder 3">
            <a:extLst>
              <a:ext uri="{FF2B5EF4-FFF2-40B4-BE49-F238E27FC236}">
                <a16:creationId xmlns:a16="http://schemas.microsoft.com/office/drawing/2014/main" id="{B21A4C80-4D67-9DA3-7A03-D9763DD664AC}"/>
              </a:ext>
            </a:extLst>
          </p:cNvPr>
          <p:cNvSpPr>
            <a:spLocks noGrp="1"/>
          </p:cNvSpPr>
          <p:nvPr>
            <p:ph type="sldNum" sz="quarter" idx="20"/>
          </p:nvPr>
        </p:nvSpPr>
        <p:spPr>
          <a:xfrm>
            <a:off x="9448800" y="6492875"/>
            <a:ext cx="2743200" cy="365125"/>
          </a:xfrm>
        </p:spPr>
        <p:txBody>
          <a:bodyPr/>
          <a:lstStyle>
            <a:lvl1pPr>
              <a:defRPr>
                <a:latin typeface="+mn-lt"/>
              </a:defRPr>
            </a:lvl1pPr>
          </a:lstStyle>
          <a:p>
            <a:fld id="{D8FB45C0-4B32-43DE-93B9-6E575D49CD52}" type="slidenum">
              <a:rPr lang="en-IN" smtClean="0"/>
              <a:pPr/>
              <a:t>‹#›</a:t>
            </a:fld>
            <a:endParaRPr lang="en-IN"/>
          </a:p>
        </p:txBody>
      </p:sp>
    </p:spTree>
    <p:extLst>
      <p:ext uri="{BB962C8B-B14F-4D97-AF65-F5344CB8AC3E}">
        <p14:creationId xmlns:p14="http://schemas.microsoft.com/office/powerpoint/2010/main" val="364584582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losing Slide 3">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C7D840D3-5873-4001-A5CB-6D5CA85B3E9D}"/>
              </a:ext>
            </a:extLst>
          </p:cNvPr>
          <p:cNvSpPr txBox="1"/>
          <p:nvPr userDrawn="1"/>
        </p:nvSpPr>
        <p:spPr>
          <a:xfrm>
            <a:off x="2251364" y="2546226"/>
            <a:ext cx="7786254" cy="993652"/>
          </a:xfrm>
          <a:prstGeom prst="rect">
            <a:avLst/>
          </a:prstGeom>
          <a:noFill/>
        </p:spPr>
        <p:txBody>
          <a:bodyPr wrap="square" rtlCol="0">
            <a:spAutoFit/>
          </a:bodyPr>
          <a:lstStyle/>
          <a:p>
            <a:endParaRPr lang="en-GB"/>
          </a:p>
        </p:txBody>
      </p:sp>
      <p:pic>
        <p:nvPicPr>
          <p:cNvPr id="24" name="Graphic 23">
            <a:extLst>
              <a:ext uri="{FF2B5EF4-FFF2-40B4-BE49-F238E27FC236}">
                <a16:creationId xmlns:a16="http://schemas.microsoft.com/office/drawing/2014/main" id="{F614081B-02BA-4F8C-8BD5-E97AF3C1A0A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397500" y="3276600"/>
            <a:ext cx="1397000" cy="190500"/>
          </a:xfrm>
          <a:prstGeom prst="rect">
            <a:avLst/>
          </a:prstGeom>
        </p:spPr>
      </p:pic>
      <p:sp>
        <p:nvSpPr>
          <p:cNvPr id="25" name="Graphic 6">
            <a:extLst>
              <a:ext uri="{FF2B5EF4-FFF2-40B4-BE49-F238E27FC236}">
                <a16:creationId xmlns:a16="http://schemas.microsoft.com/office/drawing/2014/main" id="{5702F841-E959-4253-A13E-825055F4E582}"/>
              </a:ext>
            </a:extLst>
          </p:cNvPr>
          <p:cNvSpPr/>
          <p:nvPr userDrawn="1"/>
        </p:nvSpPr>
        <p:spPr>
          <a:xfrm>
            <a:off x="0" y="0"/>
            <a:ext cx="624023" cy="6879800"/>
          </a:xfrm>
          <a:custGeom>
            <a:avLst/>
            <a:gdLst>
              <a:gd name="connsiteX0" fmla="*/ 624023 w 624023"/>
              <a:gd name="connsiteY0" fmla="*/ 6879801 h 6879800"/>
              <a:gd name="connsiteX1" fmla="*/ 0 w 624023"/>
              <a:gd name="connsiteY1" fmla="*/ 6879801 h 6879800"/>
              <a:gd name="connsiteX2" fmla="*/ 0 w 624023"/>
              <a:gd name="connsiteY2" fmla="*/ 0 h 6879800"/>
              <a:gd name="connsiteX3" fmla="*/ 92256 w 624023"/>
              <a:gd name="connsiteY3" fmla="*/ 0 h 6879800"/>
            </a:gdLst>
            <a:ahLst/>
            <a:cxnLst>
              <a:cxn ang="0">
                <a:pos x="connsiteX0" y="connsiteY0"/>
              </a:cxn>
              <a:cxn ang="0">
                <a:pos x="connsiteX1" y="connsiteY1"/>
              </a:cxn>
              <a:cxn ang="0">
                <a:pos x="connsiteX2" y="connsiteY2"/>
              </a:cxn>
              <a:cxn ang="0">
                <a:pos x="connsiteX3" y="connsiteY3"/>
              </a:cxn>
            </a:cxnLst>
            <a:rect l="l" t="t" r="r" b="b"/>
            <a:pathLst>
              <a:path w="624023" h="6879800">
                <a:moveTo>
                  <a:pt x="624023" y="6879801"/>
                </a:moveTo>
                <a:lnTo>
                  <a:pt x="0" y="6879801"/>
                </a:lnTo>
                <a:lnTo>
                  <a:pt x="0" y="0"/>
                </a:lnTo>
                <a:lnTo>
                  <a:pt x="92256" y="0"/>
                </a:lnTo>
                <a:close/>
              </a:path>
            </a:pathLst>
          </a:custGeom>
          <a:solidFill>
            <a:srgbClr val="2A1072"/>
          </a:solidFill>
          <a:ln w="34396" cap="flat">
            <a:noFill/>
            <a:prstDash val="solid"/>
            <a:miter/>
          </a:ln>
        </p:spPr>
        <p:txBody>
          <a:bodyPr rtlCol="0" anchor="ctr"/>
          <a:lstStyle/>
          <a:p>
            <a:endParaRPr lang="en-IN"/>
          </a:p>
        </p:txBody>
      </p:sp>
      <p:sp>
        <p:nvSpPr>
          <p:cNvPr id="26" name="Graphic 7">
            <a:extLst>
              <a:ext uri="{FF2B5EF4-FFF2-40B4-BE49-F238E27FC236}">
                <a16:creationId xmlns:a16="http://schemas.microsoft.com/office/drawing/2014/main" id="{C6B46D9F-5C28-470C-8D47-013936A0DDAA}"/>
              </a:ext>
            </a:extLst>
          </p:cNvPr>
          <p:cNvSpPr/>
          <p:nvPr userDrawn="1"/>
        </p:nvSpPr>
        <p:spPr>
          <a:xfrm>
            <a:off x="7842954" y="0"/>
            <a:ext cx="4349046" cy="902992"/>
          </a:xfrm>
          <a:custGeom>
            <a:avLst/>
            <a:gdLst>
              <a:gd name="connsiteX0" fmla="*/ 0 w 4349046"/>
              <a:gd name="connsiteY0" fmla="*/ 0 h 902992"/>
              <a:gd name="connsiteX1" fmla="*/ 4349047 w 4349046"/>
              <a:gd name="connsiteY1" fmla="*/ 0 h 902992"/>
              <a:gd name="connsiteX2" fmla="*/ 4349047 w 4349046"/>
              <a:gd name="connsiteY2" fmla="*/ 902993 h 902992"/>
            </a:gdLst>
            <a:ahLst/>
            <a:cxnLst>
              <a:cxn ang="0">
                <a:pos x="connsiteX0" y="connsiteY0"/>
              </a:cxn>
              <a:cxn ang="0">
                <a:pos x="connsiteX1" y="connsiteY1"/>
              </a:cxn>
              <a:cxn ang="0">
                <a:pos x="connsiteX2" y="connsiteY2"/>
              </a:cxn>
            </a:cxnLst>
            <a:rect l="l" t="t" r="r" b="b"/>
            <a:pathLst>
              <a:path w="4349046" h="902992">
                <a:moveTo>
                  <a:pt x="0" y="0"/>
                </a:moveTo>
                <a:lnTo>
                  <a:pt x="4349047" y="0"/>
                </a:lnTo>
                <a:lnTo>
                  <a:pt x="4349047" y="902993"/>
                </a:lnTo>
                <a:close/>
              </a:path>
            </a:pathLst>
          </a:custGeom>
          <a:solidFill>
            <a:srgbClr val="2A1072"/>
          </a:solidFill>
          <a:ln w="43434"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A6211C0F-4F62-4092-8A4B-DB76553ECC41}"/>
              </a:ext>
            </a:extLst>
          </p:cNvPr>
          <p:cNvSpPr/>
          <p:nvPr userDrawn="1"/>
        </p:nvSpPr>
        <p:spPr>
          <a:xfrm>
            <a:off x="11674774" y="902992"/>
            <a:ext cx="517226" cy="5955008"/>
          </a:xfrm>
          <a:custGeom>
            <a:avLst/>
            <a:gdLst>
              <a:gd name="connsiteX0" fmla="*/ 762000 w 762000"/>
              <a:gd name="connsiteY0" fmla="*/ 0 h 5762625"/>
              <a:gd name="connsiteX1" fmla="*/ 762000 w 762000"/>
              <a:gd name="connsiteY1" fmla="*/ 5762625 h 5762625"/>
              <a:gd name="connsiteX2" fmla="*/ 0 w 762000"/>
              <a:gd name="connsiteY2" fmla="*/ 5762625 h 5762625"/>
              <a:gd name="connsiteX3" fmla="*/ 762000 w 762000"/>
              <a:gd name="connsiteY3" fmla="*/ 0 h 5762625"/>
            </a:gdLst>
            <a:ahLst/>
            <a:cxnLst>
              <a:cxn ang="0">
                <a:pos x="connsiteX0" y="connsiteY0"/>
              </a:cxn>
              <a:cxn ang="0">
                <a:pos x="connsiteX1" y="connsiteY1"/>
              </a:cxn>
              <a:cxn ang="0">
                <a:pos x="connsiteX2" y="connsiteY2"/>
              </a:cxn>
              <a:cxn ang="0">
                <a:pos x="connsiteX3" y="connsiteY3"/>
              </a:cxn>
            </a:cxnLst>
            <a:rect l="l" t="t" r="r" b="b"/>
            <a:pathLst>
              <a:path w="762000" h="5762625">
                <a:moveTo>
                  <a:pt x="762000" y="0"/>
                </a:moveTo>
                <a:lnTo>
                  <a:pt x="762000" y="5762625"/>
                </a:lnTo>
                <a:lnTo>
                  <a:pt x="0" y="5762625"/>
                </a:lnTo>
                <a:lnTo>
                  <a:pt x="762000" y="0"/>
                </a:lnTo>
                <a:close/>
              </a:path>
            </a:pathLst>
          </a:custGeom>
          <a:solidFill>
            <a:srgbClr val="2A10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Footer Placeholder 2">
            <a:extLst>
              <a:ext uri="{FF2B5EF4-FFF2-40B4-BE49-F238E27FC236}">
                <a16:creationId xmlns:a16="http://schemas.microsoft.com/office/drawing/2014/main" id="{4D12ECD0-C40B-99D2-7F9D-2C7DCD6EEA7F}"/>
              </a:ext>
            </a:extLst>
          </p:cNvPr>
          <p:cNvSpPr txBox="1">
            <a:spLocks/>
          </p:cNvSpPr>
          <p:nvPr userDrawn="1"/>
        </p:nvSpPr>
        <p:spPr>
          <a:xfrm>
            <a:off x="838200" y="635635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Bliss" panose="02000506030000020004"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Private &amp; Confidential ©2025 StarHub Ltd – All Rights Reserved</a:t>
            </a:r>
            <a:endParaRPr lang="en-SG" sz="1000">
              <a:latin typeface="+mn-lt"/>
            </a:endParaRPr>
          </a:p>
        </p:txBody>
      </p:sp>
      <p:sp>
        <p:nvSpPr>
          <p:cNvPr id="3" name="Slide Number Placeholder 3">
            <a:extLst>
              <a:ext uri="{FF2B5EF4-FFF2-40B4-BE49-F238E27FC236}">
                <a16:creationId xmlns:a16="http://schemas.microsoft.com/office/drawing/2014/main" id="{EF9166F1-0655-42E1-9C5E-76DA97D2F5C0}"/>
              </a:ext>
            </a:extLst>
          </p:cNvPr>
          <p:cNvSpPr>
            <a:spLocks noGrp="1"/>
          </p:cNvSpPr>
          <p:nvPr>
            <p:ph type="sldNum" sz="quarter" idx="20"/>
          </p:nvPr>
        </p:nvSpPr>
        <p:spPr>
          <a:xfrm>
            <a:off x="9448800" y="6492875"/>
            <a:ext cx="2743200" cy="365125"/>
          </a:xfrm>
        </p:spPr>
        <p:txBody>
          <a:bodyPr/>
          <a:lstStyle>
            <a:lvl1pPr>
              <a:defRPr>
                <a:latin typeface="+mn-lt"/>
              </a:defRPr>
            </a:lvl1pPr>
          </a:lstStyle>
          <a:p>
            <a:fld id="{D8FB45C0-4B32-43DE-93B9-6E575D49CD52}" type="slidenum">
              <a:rPr lang="en-IN" smtClean="0"/>
              <a:pPr/>
              <a:t>‹#›</a:t>
            </a:fld>
            <a:endParaRPr lang="en-IN"/>
          </a:p>
        </p:txBody>
      </p:sp>
    </p:spTree>
    <p:extLst>
      <p:ext uri="{BB962C8B-B14F-4D97-AF65-F5344CB8AC3E}">
        <p14:creationId xmlns:p14="http://schemas.microsoft.com/office/powerpoint/2010/main" val="420331610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ext Heavy Page">
  <p:cSld name="1_Text Heavy Page">
    <p:spTree>
      <p:nvGrpSpPr>
        <p:cNvPr id="1" name="Shape 15"/>
        <p:cNvGrpSpPr/>
        <p:nvPr/>
      </p:nvGrpSpPr>
      <p:grpSpPr>
        <a:xfrm>
          <a:off x="0" y="0"/>
          <a:ext cx="0" cy="0"/>
          <a:chOff x="0" y="0"/>
          <a:chExt cx="0" cy="0"/>
        </a:xfrm>
      </p:grpSpPr>
      <p:grpSp>
        <p:nvGrpSpPr>
          <p:cNvPr id="16" name="Google Shape;16;p3"/>
          <p:cNvGrpSpPr/>
          <p:nvPr/>
        </p:nvGrpSpPr>
        <p:grpSpPr>
          <a:xfrm>
            <a:off x="339465" y="190543"/>
            <a:ext cx="424170" cy="571457"/>
            <a:chOff x="5733562" y="857250"/>
            <a:chExt cx="737549" cy="993652"/>
          </a:xfrm>
        </p:grpSpPr>
        <p:sp>
          <p:nvSpPr>
            <p:cNvPr id="17" name="Google Shape;17;p3"/>
            <p:cNvSpPr/>
            <p:nvPr/>
          </p:nvSpPr>
          <p:spPr>
            <a:xfrm>
              <a:off x="5953885" y="857250"/>
              <a:ext cx="517226" cy="993652"/>
            </a:xfrm>
            <a:custGeom>
              <a:avLst/>
              <a:gdLst/>
              <a:ahLst/>
              <a:cxnLst/>
              <a:rect l="l" t="t" r="r" b="b"/>
              <a:pathLst>
                <a:path w="517226" h="993652" extrusionOk="0">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solidFill>
              <a:srgbClr val="00C38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p:txBody>
        </p:sp>
        <p:sp>
          <p:nvSpPr>
            <p:cNvPr id="18" name="Google Shape;18;p3"/>
            <p:cNvSpPr/>
            <p:nvPr/>
          </p:nvSpPr>
          <p:spPr>
            <a:xfrm>
              <a:off x="5733562" y="1192150"/>
              <a:ext cx="276329" cy="601984"/>
            </a:xfrm>
            <a:custGeom>
              <a:avLst/>
              <a:gdLst/>
              <a:ahLst/>
              <a:cxnLst/>
              <a:rect l="l" t="t" r="r" b="b"/>
              <a:pathLst>
                <a:path w="276329" h="601984" extrusionOk="0">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solidFill>
              <a:srgbClr val="00C38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p:txBody>
        </p:sp>
      </p:grpSp>
      <p:sp>
        <p:nvSpPr>
          <p:cNvPr id="19" name="Google Shape;19;p3"/>
          <p:cNvSpPr txBox="1">
            <a:spLocks noGrp="1"/>
          </p:cNvSpPr>
          <p:nvPr>
            <p:ph type="body" idx="1"/>
          </p:nvPr>
        </p:nvSpPr>
        <p:spPr>
          <a:xfrm>
            <a:off x="1076325" y="336550"/>
            <a:ext cx="6297613" cy="5857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ED760"/>
              </a:buClr>
              <a:buSzPts val="3200"/>
              <a:buNone/>
              <a:defRPr sz="3200" b="1" i="0">
                <a:solidFill>
                  <a:srgbClr val="1ED760"/>
                </a:solidFill>
                <a:latin typeface="Quattrocento Sans"/>
                <a:ea typeface="Quattrocento Sans"/>
                <a:cs typeface="Quattrocento Sans"/>
                <a:sym typeface="Quattrocento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
          <p:cNvSpPr txBox="1">
            <a:spLocks noGrp="1"/>
          </p:cNvSpPr>
          <p:nvPr>
            <p:ph type="body" idx="2"/>
          </p:nvPr>
        </p:nvSpPr>
        <p:spPr>
          <a:xfrm>
            <a:off x="1093334" y="1111577"/>
            <a:ext cx="5890531" cy="3825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ED760"/>
              </a:buClr>
              <a:buSzPts val="2400"/>
              <a:buNone/>
              <a:defRPr sz="2400">
                <a:solidFill>
                  <a:srgbClr val="1ED760"/>
                </a:solidFill>
                <a:latin typeface="Quattrocento Sans"/>
                <a:ea typeface="Quattrocento Sans"/>
                <a:cs typeface="Quattrocento Sans"/>
                <a:sym typeface="Quattrocento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3"/>
          <p:cNvSpPr txBox="1">
            <a:spLocks noGrp="1"/>
          </p:cNvSpPr>
          <p:nvPr>
            <p:ph type="body" idx="3"/>
          </p:nvPr>
        </p:nvSpPr>
        <p:spPr>
          <a:xfrm>
            <a:off x="1093334" y="1857714"/>
            <a:ext cx="10402310" cy="439068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800"/>
              <a:buFont typeface="Noto Sans Symbols"/>
              <a:buNone/>
              <a:defRPr sz="1800">
                <a:latin typeface="Quattrocento Sans"/>
                <a:ea typeface="Quattrocento Sans"/>
                <a:cs typeface="Quattrocento Sans"/>
                <a:sym typeface="Quattrocento Sans"/>
              </a:defRPr>
            </a:lvl1pPr>
            <a:lvl2pPr marL="914400" lvl="1" indent="-330200" algn="l">
              <a:lnSpc>
                <a:spcPct val="90000"/>
              </a:lnSpc>
              <a:spcBef>
                <a:spcPts val="500"/>
              </a:spcBef>
              <a:spcAft>
                <a:spcPts val="0"/>
              </a:spcAft>
              <a:buClr>
                <a:schemeClr val="dk1"/>
              </a:buClr>
              <a:buSzPts val="1600"/>
              <a:buChar char="•"/>
              <a:defRPr sz="1600">
                <a:latin typeface="Quattrocento Sans"/>
                <a:ea typeface="Quattrocento Sans"/>
                <a:cs typeface="Quattrocento Sans"/>
                <a:sym typeface="Quattrocento Sans"/>
              </a:defRPr>
            </a:lvl2pPr>
            <a:lvl3pPr marL="1371600" lvl="2" indent="-330200" algn="l">
              <a:lnSpc>
                <a:spcPct val="90000"/>
              </a:lnSpc>
              <a:spcBef>
                <a:spcPts val="500"/>
              </a:spcBef>
              <a:spcAft>
                <a:spcPts val="0"/>
              </a:spcAft>
              <a:buClr>
                <a:schemeClr val="dk1"/>
              </a:buClr>
              <a:buSzPts val="1600"/>
              <a:buChar char="•"/>
              <a:defRPr sz="1600">
                <a:latin typeface="Quattrocento Sans"/>
                <a:ea typeface="Quattrocento Sans"/>
                <a:cs typeface="Quattrocento Sans"/>
                <a:sym typeface="Quattrocento Sans"/>
              </a:defRPr>
            </a:lvl3pPr>
            <a:lvl4pPr marL="1828800" lvl="3" indent="-330200" algn="l">
              <a:lnSpc>
                <a:spcPct val="90000"/>
              </a:lnSpc>
              <a:spcBef>
                <a:spcPts val="500"/>
              </a:spcBef>
              <a:spcAft>
                <a:spcPts val="0"/>
              </a:spcAft>
              <a:buClr>
                <a:schemeClr val="dk1"/>
              </a:buClr>
              <a:buSzPts val="1600"/>
              <a:buChar char="•"/>
              <a:defRPr sz="1600">
                <a:latin typeface="Quattrocento Sans"/>
                <a:ea typeface="Quattrocento Sans"/>
                <a:cs typeface="Quattrocento Sans"/>
                <a:sym typeface="Quattrocento Sans"/>
              </a:defRPr>
            </a:lvl4pPr>
            <a:lvl5pPr marL="2286000" lvl="4" indent="-330200" algn="l">
              <a:lnSpc>
                <a:spcPct val="90000"/>
              </a:lnSpc>
              <a:spcBef>
                <a:spcPts val="500"/>
              </a:spcBef>
              <a:spcAft>
                <a:spcPts val="0"/>
              </a:spcAft>
              <a:buClr>
                <a:schemeClr val="dk1"/>
              </a:buClr>
              <a:buSzPts val="1600"/>
              <a:buChar char="•"/>
              <a:defRPr sz="1600">
                <a:latin typeface="Quattrocento Sans"/>
                <a:ea typeface="Quattrocento Sans"/>
                <a:cs typeface="Quattrocento Sans"/>
                <a:sym typeface="Quattrocento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22" name="Google Shape;22;p3"/>
          <p:cNvGrpSpPr/>
          <p:nvPr/>
        </p:nvGrpSpPr>
        <p:grpSpPr>
          <a:xfrm>
            <a:off x="339465" y="190543"/>
            <a:ext cx="424170" cy="571457"/>
            <a:chOff x="5733562" y="857250"/>
            <a:chExt cx="737549" cy="993652"/>
          </a:xfrm>
        </p:grpSpPr>
        <p:sp>
          <p:nvSpPr>
            <p:cNvPr id="23" name="Google Shape;23;p3"/>
            <p:cNvSpPr/>
            <p:nvPr/>
          </p:nvSpPr>
          <p:spPr>
            <a:xfrm>
              <a:off x="5953885" y="857250"/>
              <a:ext cx="517226" cy="993652"/>
            </a:xfrm>
            <a:custGeom>
              <a:avLst/>
              <a:gdLst/>
              <a:ahLst/>
              <a:cxnLst/>
              <a:rect l="l" t="t" r="r" b="b"/>
              <a:pathLst>
                <a:path w="517226" h="993652" extrusionOk="0">
                  <a:moveTo>
                    <a:pt x="515113" y="332233"/>
                  </a:moveTo>
                  <a:cubicBezTo>
                    <a:pt x="510541" y="318517"/>
                    <a:pt x="498730" y="310516"/>
                    <a:pt x="488824" y="306325"/>
                  </a:cubicBezTo>
                  <a:cubicBezTo>
                    <a:pt x="478537" y="301753"/>
                    <a:pt x="465583" y="298705"/>
                    <a:pt x="452248" y="296038"/>
                  </a:cubicBezTo>
                  <a:cubicBezTo>
                    <a:pt x="426340" y="291847"/>
                    <a:pt x="392812" y="290323"/>
                    <a:pt x="360046" y="289942"/>
                  </a:cubicBezTo>
                  <a:cubicBezTo>
                    <a:pt x="326518" y="289561"/>
                    <a:pt x="273178" y="292609"/>
                    <a:pt x="236221" y="294514"/>
                  </a:cubicBezTo>
                  <a:lnTo>
                    <a:pt x="252985" y="52197"/>
                  </a:lnTo>
                  <a:lnTo>
                    <a:pt x="0" y="0"/>
                  </a:lnTo>
                  <a:lnTo>
                    <a:pt x="25908" y="334900"/>
                  </a:lnTo>
                  <a:cubicBezTo>
                    <a:pt x="50292" y="329947"/>
                    <a:pt x="71628" y="326899"/>
                    <a:pt x="85344" y="325756"/>
                  </a:cubicBezTo>
                  <a:cubicBezTo>
                    <a:pt x="85344" y="325756"/>
                    <a:pt x="120015" y="156211"/>
                    <a:pt x="160020" y="144400"/>
                  </a:cubicBezTo>
                  <a:cubicBezTo>
                    <a:pt x="192787" y="134494"/>
                    <a:pt x="229744" y="288418"/>
                    <a:pt x="235459" y="312040"/>
                  </a:cubicBezTo>
                  <a:lnTo>
                    <a:pt x="236221" y="315088"/>
                  </a:lnTo>
                  <a:cubicBezTo>
                    <a:pt x="236221" y="315088"/>
                    <a:pt x="481204" y="294133"/>
                    <a:pt x="496063" y="338710"/>
                  </a:cubicBezTo>
                  <a:cubicBezTo>
                    <a:pt x="513589" y="391289"/>
                    <a:pt x="295657" y="466727"/>
                    <a:pt x="295657" y="466727"/>
                  </a:cubicBezTo>
                  <a:cubicBezTo>
                    <a:pt x="295657" y="466727"/>
                    <a:pt x="434722" y="849252"/>
                    <a:pt x="387478" y="871351"/>
                  </a:cubicBezTo>
                  <a:cubicBezTo>
                    <a:pt x="360808" y="883924"/>
                    <a:pt x="264415" y="742953"/>
                    <a:pt x="211075" y="661419"/>
                  </a:cubicBezTo>
                  <a:cubicBezTo>
                    <a:pt x="190120" y="629034"/>
                    <a:pt x="176023" y="605792"/>
                    <a:pt x="176023" y="605792"/>
                  </a:cubicBezTo>
                  <a:cubicBezTo>
                    <a:pt x="145542" y="641226"/>
                    <a:pt x="102870" y="686184"/>
                    <a:pt x="56388" y="731523"/>
                  </a:cubicBezTo>
                  <a:lnTo>
                    <a:pt x="76581" y="993652"/>
                  </a:lnTo>
                  <a:lnTo>
                    <a:pt x="195454" y="889258"/>
                  </a:lnTo>
                  <a:lnTo>
                    <a:pt x="208789" y="694566"/>
                  </a:lnTo>
                  <a:cubicBezTo>
                    <a:pt x="221743" y="713997"/>
                    <a:pt x="236602" y="735714"/>
                    <a:pt x="251461" y="756669"/>
                  </a:cubicBezTo>
                  <a:cubicBezTo>
                    <a:pt x="275845" y="791340"/>
                    <a:pt x="301372" y="825630"/>
                    <a:pt x="323851" y="850776"/>
                  </a:cubicBezTo>
                  <a:cubicBezTo>
                    <a:pt x="335281" y="862969"/>
                    <a:pt x="345949" y="874018"/>
                    <a:pt x="355855" y="881257"/>
                  </a:cubicBezTo>
                  <a:cubicBezTo>
                    <a:pt x="360808" y="885067"/>
                    <a:pt x="366523" y="888115"/>
                    <a:pt x="372619" y="890401"/>
                  </a:cubicBezTo>
                  <a:cubicBezTo>
                    <a:pt x="378715" y="892306"/>
                    <a:pt x="387478" y="893830"/>
                    <a:pt x="396241" y="889639"/>
                  </a:cubicBezTo>
                  <a:cubicBezTo>
                    <a:pt x="414148" y="881257"/>
                    <a:pt x="416815" y="860683"/>
                    <a:pt x="417577" y="848871"/>
                  </a:cubicBezTo>
                  <a:cubicBezTo>
                    <a:pt x="418339" y="834012"/>
                    <a:pt x="416434" y="815343"/>
                    <a:pt x="413005" y="795531"/>
                  </a:cubicBezTo>
                  <a:cubicBezTo>
                    <a:pt x="406528" y="755907"/>
                    <a:pt x="393193" y="705234"/>
                    <a:pt x="378715" y="655323"/>
                  </a:cubicBezTo>
                  <a:cubicBezTo>
                    <a:pt x="357379" y="582932"/>
                    <a:pt x="332995" y="512066"/>
                    <a:pt x="321565" y="478919"/>
                  </a:cubicBezTo>
                  <a:cubicBezTo>
                    <a:pt x="342520" y="470918"/>
                    <a:pt x="377191" y="457202"/>
                    <a:pt x="411481" y="440819"/>
                  </a:cubicBezTo>
                  <a:cubicBezTo>
                    <a:pt x="437770" y="428246"/>
                    <a:pt x="465202" y="412625"/>
                    <a:pt x="485014" y="397004"/>
                  </a:cubicBezTo>
                  <a:cubicBezTo>
                    <a:pt x="501778" y="382907"/>
                    <a:pt x="524257" y="359665"/>
                    <a:pt x="515113" y="332233"/>
                  </a:cubicBezTo>
                  <a:close/>
                </a:path>
              </a:pathLst>
            </a:custGeom>
            <a:solidFill>
              <a:srgbClr val="1ED76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p:txBody>
        </p:sp>
        <p:sp>
          <p:nvSpPr>
            <p:cNvPr id="24" name="Google Shape;24;p3"/>
            <p:cNvSpPr/>
            <p:nvPr/>
          </p:nvSpPr>
          <p:spPr>
            <a:xfrm>
              <a:off x="5733562" y="1192150"/>
              <a:ext cx="276329" cy="601984"/>
            </a:xfrm>
            <a:custGeom>
              <a:avLst/>
              <a:gdLst/>
              <a:ahLst/>
              <a:cxnLst/>
              <a:rect l="l" t="t" r="r" b="b"/>
              <a:pathLst>
                <a:path w="276329" h="601984" extrusionOk="0">
                  <a:moveTo>
                    <a:pt x="14582" y="89916"/>
                  </a:moveTo>
                  <a:cubicBezTo>
                    <a:pt x="11534" y="139828"/>
                    <a:pt x="233277" y="143257"/>
                    <a:pt x="256518" y="140590"/>
                  </a:cubicBezTo>
                  <a:cubicBezTo>
                    <a:pt x="256518" y="140590"/>
                    <a:pt x="-28852" y="550547"/>
                    <a:pt x="2390" y="597791"/>
                  </a:cubicBezTo>
                  <a:cubicBezTo>
                    <a:pt x="21059" y="625605"/>
                    <a:pt x="159743" y="510161"/>
                    <a:pt x="276330" y="396623"/>
                  </a:cubicBezTo>
                  <a:lnTo>
                    <a:pt x="246231" y="0"/>
                  </a:lnTo>
                  <a:cubicBezTo>
                    <a:pt x="155171" y="17526"/>
                    <a:pt x="16868" y="56769"/>
                    <a:pt x="14582" y="89916"/>
                  </a:cubicBezTo>
                  <a:close/>
                </a:path>
              </a:pathLst>
            </a:custGeom>
            <a:solidFill>
              <a:srgbClr val="1ED76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p:txBody>
        </p:sp>
      </p:grpSp>
      <p:sp>
        <p:nvSpPr>
          <p:cNvPr id="26" name="Google Shape;26;p3"/>
          <p:cNvSpPr txBox="1"/>
          <p:nvPr/>
        </p:nvSpPr>
        <p:spPr>
          <a:xfrm>
            <a:off x="0" y="6521450"/>
            <a:ext cx="41148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SG" sz="1000" b="0" i="0" u="none" strike="noStrike" cap="none">
                <a:solidFill>
                  <a:srgbClr val="888888"/>
                </a:solidFill>
                <a:latin typeface="Quattrocento Sans"/>
                <a:ea typeface="Quattrocento Sans"/>
                <a:cs typeface="Quattrocento Sans"/>
                <a:sym typeface="Quattrocento Sans"/>
              </a:rPr>
              <a:t>Private &amp; Confidential ©2025 StarHub Ltd – All Rights Reserved</a:t>
            </a:r>
            <a:endParaRPr sz="1000" b="0" i="0" u="none" strike="noStrike" cap="none">
              <a:solidFill>
                <a:srgbClr val="888888"/>
              </a:solidFill>
              <a:latin typeface="Quattrocento Sans"/>
              <a:ea typeface="Quattrocento Sans"/>
              <a:cs typeface="Quattrocento Sans"/>
              <a:sym typeface="Quattrocento Sans"/>
            </a:endParaRPr>
          </a:p>
        </p:txBody>
      </p:sp>
      <p:pic>
        <p:nvPicPr>
          <p:cNvPr id="27" name="Google Shape;27;p3" descr="A green balloon with black text&#10;&#10;Description automatically generated"/>
          <p:cNvPicPr preferRelativeResize="0"/>
          <p:nvPr/>
        </p:nvPicPr>
        <p:blipFill rotWithShape="1">
          <a:blip r:embed="rId2">
            <a:alphaModFix/>
          </a:blip>
          <a:srcRect/>
          <a:stretch/>
        </p:blipFill>
        <p:spPr>
          <a:xfrm>
            <a:off x="11050671" y="149324"/>
            <a:ext cx="849600" cy="832417"/>
          </a:xfrm>
          <a:prstGeom prst="rect">
            <a:avLst/>
          </a:prstGeom>
          <a:noFill/>
          <a:ln>
            <a:noFill/>
          </a:ln>
        </p:spPr>
      </p:pic>
      <p:sp>
        <p:nvSpPr>
          <p:cNvPr id="3" name="Slide Number Placeholder 3">
            <a:extLst>
              <a:ext uri="{FF2B5EF4-FFF2-40B4-BE49-F238E27FC236}">
                <a16:creationId xmlns:a16="http://schemas.microsoft.com/office/drawing/2014/main" id="{FB7A2003-3850-EE8D-C19F-6858336314BA}"/>
              </a:ext>
            </a:extLst>
          </p:cNvPr>
          <p:cNvSpPr txBox="1">
            <a:spLocks/>
          </p:cNvSpPr>
          <p:nvPr userDrawn="1"/>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8FB45C0-4B32-43DE-93B9-6E575D49CD52}" type="slidenum">
              <a:rPr lang="en-IN" smtClean="0">
                <a:solidFill>
                  <a:prstClr val="black">
                    <a:tint val="75000"/>
                  </a:prstClr>
                </a:solidFill>
                <a:latin typeface="Segoe UI"/>
              </a:rPr>
              <a:pPr/>
              <a:t>‹#›</a:t>
            </a:fld>
            <a:endParaRPr lang="en-IN">
              <a:solidFill>
                <a:prstClr val="black">
                  <a:tint val="75000"/>
                </a:prstClr>
              </a:solidFill>
              <a:latin typeface="Segoe UI"/>
            </a:endParaRPr>
          </a:p>
        </p:txBody>
      </p:sp>
    </p:spTree>
    <p:extLst>
      <p:ext uri="{BB962C8B-B14F-4D97-AF65-F5344CB8AC3E}">
        <p14:creationId xmlns:p14="http://schemas.microsoft.com/office/powerpoint/2010/main" val="1214525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1.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8.xml"/><Relationship Id="rId18" Type="http://schemas.openxmlformats.org/officeDocument/2006/relationships/slideLayout" Target="../slideLayouts/slideLayout33.xml"/><Relationship Id="rId26" Type="http://schemas.openxmlformats.org/officeDocument/2006/relationships/slideLayout" Target="../slideLayouts/slideLayout41.xml"/><Relationship Id="rId3" Type="http://schemas.openxmlformats.org/officeDocument/2006/relationships/slideLayout" Target="../slideLayouts/slideLayout18.xml"/><Relationship Id="rId21" Type="http://schemas.openxmlformats.org/officeDocument/2006/relationships/slideLayout" Target="../slideLayouts/slideLayout36.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slideLayout" Target="../slideLayouts/slideLayout40.xml"/><Relationship Id="rId33" Type="http://schemas.openxmlformats.org/officeDocument/2006/relationships/image" Target="../media/image1.emf"/><Relationship Id="rId2" Type="http://schemas.openxmlformats.org/officeDocument/2006/relationships/slideLayout" Target="../slideLayouts/slideLayout17.xml"/><Relationship Id="rId16" Type="http://schemas.openxmlformats.org/officeDocument/2006/relationships/slideLayout" Target="../slideLayouts/slideLayout31.xml"/><Relationship Id="rId20" Type="http://schemas.openxmlformats.org/officeDocument/2006/relationships/slideLayout" Target="../slideLayouts/slideLayout35.xml"/><Relationship Id="rId29" Type="http://schemas.openxmlformats.org/officeDocument/2006/relationships/slideLayout" Target="../slideLayouts/slideLayout44.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24" Type="http://schemas.openxmlformats.org/officeDocument/2006/relationships/slideLayout" Target="../slideLayouts/slideLayout39.xml"/><Relationship Id="rId32" Type="http://schemas.openxmlformats.org/officeDocument/2006/relationships/oleObject" Target="../embeddings/oleObject2.bin"/><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28" Type="http://schemas.openxmlformats.org/officeDocument/2006/relationships/slideLayout" Target="../slideLayouts/slideLayout43.xml"/><Relationship Id="rId10" Type="http://schemas.openxmlformats.org/officeDocument/2006/relationships/slideLayout" Target="../slideLayouts/slideLayout25.xml"/><Relationship Id="rId19" Type="http://schemas.openxmlformats.org/officeDocument/2006/relationships/slideLayout" Target="../slideLayouts/slideLayout34.xml"/><Relationship Id="rId31" Type="http://schemas.openxmlformats.org/officeDocument/2006/relationships/tags" Target="../tags/tag2.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slideLayout" Target="../slideLayouts/slideLayout37.xml"/><Relationship Id="rId27" Type="http://schemas.openxmlformats.org/officeDocument/2006/relationships/slideLayout" Target="../slideLayouts/slideLayout42.xml"/><Relationship Id="rId30" Type="http://schemas.openxmlformats.org/officeDocument/2006/relationships/theme" Target="../theme/theme2.xml"/><Relationship Id="rId8"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69417B03-3CB6-9EE4-DC55-96686BB2DD34}"/>
              </a:ext>
            </a:extLst>
          </p:cNvPr>
          <p:cNvGraphicFramePr>
            <a:graphicFrameLocks noChangeAspect="1"/>
          </p:cNvGraphicFramePr>
          <p:nvPr userDrawn="1">
            <p:custDataLst>
              <p:tags r:id="rId17"/>
            </p:custDataLst>
            <p:extLst>
              <p:ext uri="{D42A27DB-BD31-4B8C-83A1-F6EECF244321}">
                <p14:modId xmlns:p14="http://schemas.microsoft.com/office/powerpoint/2010/main" val="30520278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404" imgH="405" progId="TCLayout.ActiveDocument.1">
                  <p:embed/>
                </p:oleObj>
              </mc:Choice>
              <mc:Fallback>
                <p:oleObj name="think-cell Slide" r:id="rId18" imgW="404" imgH="405" progId="TCLayout.ActiveDocument.1">
                  <p:embed/>
                  <p:pic>
                    <p:nvPicPr>
                      <p:cNvPr id="7" name="think-cell data - do not delete" hidden="1">
                        <a:extLst>
                          <a:ext uri="{FF2B5EF4-FFF2-40B4-BE49-F238E27FC236}">
                            <a16:creationId xmlns:a16="http://schemas.microsoft.com/office/drawing/2014/main" id="{69417B03-3CB6-9EE4-DC55-96686BB2DD34}"/>
                          </a:ext>
                        </a:extLst>
                      </p:cNvPr>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1F4FD512-1431-CC2E-776E-CCE4C3029F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BBBCFC1-16DC-40DD-AE47-52B8DED224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5A9703-CABC-FD15-D24F-7475CADECA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7779011-3AE8-FA43-B27E-59F585395F60}" type="datetimeFigureOut">
              <a:rPr lang="en-US" smtClean="0"/>
              <a:t>1/9/26</a:t>
            </a:fld>
            <a:endParaRPr lang="en-US"/>
          </a:p>
        </p:txBody>
      </p:sp>
      <p:sp>
        <p:nvSpPr>
          <p:cNvPr id="5" name="Footer Placeholder 4">
            <a:extLst>
              <a:ext uri="{FF2B5EF4-FFF2-40B4-BE49-F238E27FC236}">
                <a16:creationId xmlns:a16="http://schemas.microsoft.com/office/drawing/2014/main" id="{F3098887-5DEE-88F4-F50A-DE70C43211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C237784-1C1C-819C-E645-BEB9828F86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3CADF0-2A4B-BC49-BFA8-641036C0C037}" type="slidenum">
              <a:rPr lang="en-US" smtClean="0"/>
              <a:t>‹#›</a:t>
            </a:fld>
            <a:endParaRPr lang="en-US"/>
          </a:p>
        </p:txBody>
      </p:sp>
    </p:spTree>
    <p:extLst>
      <p:ext uri="{BB962C8B-B14F-4D97-AF65-F5344CB8AC3E}">
        <p14:creationId xmlns:p14="http://schemas.microsoft.com/office/powerpoint/2010/main" val="37492468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92" r:id="rId14"/>
    <p:sldLayoutId id="214748369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C8C9947-F31F-9704-6412-7AD8926054CD}"/>
              </a:ext>
            </a:extLst>
          </p:cNvPr>
          <p:cNvGraphicFramePr>
            <a:graphicFrameLocks/>
          </p:cNvGraphicFramePr>
          <p:nvPr userDrawn="1">
            <p:custDataLst>
              <p:tags r:id="rId31"/>
            </p:custDataLst>
            <p:extLst>
              <p:ext uri="{D42A27DB-BD31-4B8C-83A1-F6EECF244321}">
                <p14:modId xmlns:p14="http://schemas.microsoft.com/office/powerpoint/2010/main" val="34849732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2" imgW="404" imgH="405" progId="TCLayout.ActiveDocument.1">
                  <p:embed/>
                </p:oleObj>
              </mc:Choice>
              <mc:Fallback>
                <p:oleObj name="think-cell Slide" r:id="rId32" imgW="404" imgH="405" progId="TCLayout.ActiveDocument.1">
                  <p:embed/>
                  <p:pic>
                    <p:nvPicPr>
                      <p:cNvPr id="8" name="think-cell data - do not delete" hidden="1">
                        <a:extLst>
                          <a:ext uri="{FF2B5EF4-FFF2-40B4-BE49-F238E27FC236}">
                            <a16:creationId xmlns:a16="http://schemas.microsoft.com/office/drawing/2014/main" id="{9C8C9947-F31F-9704-6412-7AD8926054CD}"/>
                          </a:ext>
                        </a:extLst>
                      </p:cNvPr>
                      <p:cNvPicPr/>
                      <p:nvPr/>
                    </p:nvPicPr>
                    <p:blipFill>
                      <a:blip r:embed="rId33"/>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F6D397E7-4A1D-4B07-8464-58C34A2374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A13D80F-53FE-49A1-AB4A-843BBF9ABE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81858973-B44E-40A6-9F72-B383F3D222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latin typeface="+mn-lt"/>
              </a:defRPr>
            </a:lvl1pPr>
          </a:lstStyle>
          <a:p>
            <a:r>
              <a:rPr lang="en-US"/>
              <a:t>Private &amp; Confidential ©2025 StarHub Ltd – All Rights Reserved</a:t>
            </a:r>
            <a:endParaRPr lang="en-IN"/>
          </a:p>
        </p:txBody>
      </p:sp>
      <p:sp>
        <p:nvSpPr>
          <p:cNvPr id="6" name="Slide Number Placeholder 5">
            <a:extLst>
              <a:ext uri="{FF2B5EF4-FFF2-40B4-BE49-F238E27FC236}">
                <a16:creationId xmlns:a16="http://schemas.microsoft.com/office/drawing/2014/main" id="{F8991D09-D9BA-477D-981D-53AFD896034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a:solidFill>
                  <a:schemeClr val="tx1">
                    <a:tint val="75000"/>
                  </a:schemeClr>
                </a:solidFill>
                <a:latin typeface="+mn-lt"/>
              </a:defRPr>
            </a:lvl1pPr>
          </a:lstStyle>
          <a:p>
            <a:fld id="{D8FB45C0-4B32-43DE-93B9-6E575D49CD52}" type="slidenum">
              <a:rPr lang="en-IN" smtClean="0"/>
              <a:pPr/>
              <a:t>‹#›</a:t>
            </a:fld>
            <a:endParaRPr lang="en-IN"/>
          </a:p>
        </p:txBody>
      </p:sp>
    </p:spTree>
    <p:extLst>
      <p:ext uri="{BB962C8B-B14F-4D97-AF65-F5344CB8AC3E}">
        <p14:creationId xmlns:p14="http://schemas.microsoft.com/office/powerpoint/2010/main" val="284078737"/>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notesSlide" Target="../notesSlides/notesSlide1.xml"/><Relationship Id="rId7" Type="http://schemas.openxmlformats.org/officeDocument/2006/relationships/image" Target="../media/image14.svg"/><Relationship Id="rId2" Type="http://schemas.openxmlformats.org/officeDocument/2006/relationships/slideLayout" Target="../slideLayouts/slideLayout31.xml"/><Relationship Id="rId1" Type="http://schemas.openxmlformats.org/officeDocument/2006/relationships/tags" Target="../tags/tag3.xml"/><Relationship Id="rId6" Type="http://schemas.openxmlformats.org/officeDocument/2006/relationships/image" Target="../media/image13.png"/><Relationship Id="rId5" Type="http://schemas.openxmlformats.org/officeDocument/2006/relationships/image" Target="../media/image1.emf"/><Relationship Id="rId4" Type="http://schemas.openxmlformats.org/officeDocument/2006/relationships/oleObject" Target="../embeddings/oleObject3.bin"/><Relationship Id="rId9" Type="http://schemas.openxmlformats.org/officeDocument/2006/relationships/image" Target="../media/image1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chart" Target="../charts/chart3.xml"/><Relationship Id="rId5" Type="http://schemas.openxmlformats.org/officeDocument/2006/relationships/image" Target="../media/image17.png"/><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svg"/><Relationship Id="rId3" Type="http://schemas.openxmlformats.org/officeDocument/2006/relationships/notesSlide" Target="../notesSlides/notesSlide4.xml"/><Relationship Id="rId7" Type="http://schemas.openxmlformats.org/officeDocument/2006/relationships/image" Target="../media/image19.svg"/><Relationship Id="rId12" Type="http://schemas.openxmlformats.org/officeDocument/2006/relationships/image" Target="../media/image24.png"/><Relationship Id="rId2" Type="http://schemas.openxmlformats.org/officeDocument/2006/relationships/slideLayout" Target="../slideLayouts/slideLayout12.xml"/><Relationship Id="rId1" Type="http://schemas.openxmlformats.org/officeDocument/2006/relationships/tags" Target="../tags/tag5.xml"/><Relationship Id="rId6" Type="http://schemas.openxmlformats.org/officeDocument/2006/relationships/image" Target="../media/image18.png"/><Relationship Id="rId11" Type="http://schemas.openxmlformats.org/officeDocument/2006/relationships/image" Target="../media/image23.svg"/><Relationship Id="rId5" Type="http://schemas.openxmlformats.org/officeDocument/2006/relationships/image" Target="../media/image1.emf"/><Relationship Id="rId15" Type="http://schemas.openxmlformats.org/officeDocument/2006/relationships/image" Target="../media/image27.svg"/><Relationship Id="rId10" Type="http://schemas.openxmlformats.org/officeDocument/2006/relationships/image" Target="../media/image22.png"/><Relationship Id="rId4" Type="http://schemas.openxmlformats.org/officeDocument/2006/relationships/oleObject" Target="../embeddings/oleObject5.bin"/><Relationship Id="rId9" Type="http://schemas.openxmlformats.org/officeDocument/2006/relationships/image" Target="../media/image21.svg"/><Relationship Id="rId14"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chart" Target="../charts/chart5.xml"/><Relationship Id="rId7" Type="http://schemas.openxmlformats.org/officeDocument/2006/relationships/chart" Target="../charts/chart9.xml"/><Relationship Id="rId2" Type="http://schemas.openxmlformats.org/officeDocument/2006/relationships/chart" Target="../charts/chart4.xml"/><Relationship Id="rId1" Type="http://schemas.openxmlformats.org/officeDocument/2006/relationships/slideLayout" Target="../slideLayouts/slideLayout1.xml"/><Relationship Id="rId6" Type="http://schemas.openxmlformats.org/officeDocument/2006/relationships/chart" Target="../charts/chart8.xml"/><Relationship Id="rId5" Type="http://schemas.openxmlformats.org/officeDocument/2006/relationships/chart" Target="../charts/chart7.xml"/><Relationship Id="rId4" Type="http://schemas.openxmlformats.org/officeDocument/2006/relationships/chart" Target="../charts/chart6.xml"/></Relationships>
</file>

<file path=ppt/slides/_rels/slide10.xml.rels><?xml version="1.0" encoding="UTF-8" standalone="yes"?>
<Relationships xmlns="http://schemas.openxmlformats.org/package/2006/relationships"><Relationship Id="rId8" Type="http://schemas.openxmlformats.org/officeDocument/2006/relationships/chart" Target="../charts/chart15.xml"/><Relationship Id="rId3" Type="http://schemas.openxmlformats.org/officeDocument/2006/relationships/chart" Target="../charts/chart11.xml"/><Relationship Id="rId7" Type="http://schemas.openxmlformats.org/officeDocument/2006/relationships/image" Target="../media/image17.png"/><Relationship Id="rId2" Type="http://schemas.openxmlformats.org/officeDocument/2006/relationships/chart" Target="../charts/chart10.xml"/><Relationship Id="rId1" Type="http://schemas.openxmlformats.org/officeDocument/2006/relationships/slideLayout" Target="../slideLayouts/slideLayout1.xml"/><Relationship Id="rId6" Type="http://schemas.openxmlformats.org/officeDocument/2006/relationships/chart" Target="../charts/chart14.xml"/><Relationship Id="rId5" Type="http://schemas.openxmlformats.org/officeDocument/2006/relationships/chart" Target="../charts/chart13.xml"/><Relationship Id="rId4" Type="http://schemas.openxmlformats.org/officeDocument/2006/relationships/chart" Target="../charts/chart12.xml"/></Relationships>
</file>

<file path=ppt/slides/_rels/slide11.xml.rels><?xml version="1.0" encoding="UTF-8" standalone="yes"?>
<Relationships xmlns="http://schemas.openxmlformats.org/package/2006/relationships"><Relationship Id="rId8" Type="http://schemas.openxmlformats.org/officeDocument/2006/relationships/chart" Target="../charts/chart21.xml"/><Relationship Id="rId3" Type="http://schemas.openxmlformats.org/officeDocument/2006/relationships/chart" Target="../charts/chart17.xml"/><Relationship Id="rId7" Type="http://schemas.openxmlformats.org/officeDocument/2006/relationships/chart" Target="../charts/chart20.xml"/><Relationship Id="rId2" Type="http://schemas.openxmlformats.org/officeDocument/2006/relationships/chart" Target="../charts/chart16.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chart" Target="../charts/chart19.xml"/><Relationship Id="rId4" Type="http://schemas.openxmlformats.org/officeDocument/2006/relationships/chart" Target="../charts/chart18.xml"/></Relationships>
</file>

<file path=ppt/slides/_rels/slide12.xml.rels><?xml version="1.0" encoding="UTF-8" standalone="yes"?>
<Relationships xmlns="http://schemas.openxmlformats.org/package/2006/relationships"><Relationship Id="rId8" Type="http://schemas.openxmlformats.org/officeDocument/2006/relationships/chart" Target="../charts/chart27.xml"/><Relationship Id="rId3" Type="http://schemas.openxmlformats.org/officeDocument/2006/relationships/chart" Target="../charts/chart23.xml"/><Relationship Id="rId7" Type="http://schemas.openxmlformats.org/officeDocument/2006/relationships/chart" Target="../charts/chart26.xml"/><Relationship Id="rId2" Type="http://schemas.openxmlformats.org/officeDocument/2006/relationships/chart" Target="../charts/chart22.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chart" Target="../charts/chart25.xml"/><Relationship Id="rId4" Type="http://schemas.openxmlformats.org/officeDocument/2006/relationships/chart" Target="../charts/chart24.xml"/></Relationships>
</file>

<file path=ppt/slides/_rels/slide13.xml.rels><?xml version="1.0" encoding="UTF-8" standalone="yes"?>
<Relationships xmlns="http://schemas.openxmlformats.org/package/2006/relationships"><Relationship Id="rId8" Type="http://schemas.openxmlformats.org/officeDocument/2006/relationships/chart" Target="../charts/chart33.xml"/><Relationship Id="rId3" Type="http://schemas.openxmlformats.org/officeDocument/2006/relationships/chart" Target="../charts/chart29.xml"/><Relationship Id="rId7" Type="http://schemas.openxmlformats.org/officeDocument/2006/relationships/chart" Target="../charts/chart32.xml"/><Relationship Id="rId2" Type="http://schemas.openxmlformats.org/officeDocument/2006/relationships/chart" Target="../charts/chart2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chart" Target="../charts/chart31.xml"/><Relationship Id="rId4" Type="http://schemas.openxmlformats.org/officeDocument/2006/relationships/chart" Target="../charts/chart30.xml"/></Relationships>
</file>

<file path=ppt/slides/_rels/slide14.xml.rels><?xml version="1.0" encoding="UTF-8" standalone="yes"?>
<Relationships xmlns="http://schemas.openxmlformats.org/package/2006/relationships"><Relationship Id="rId8" Type="http://schemas.openxmlformats.org/officeDocument/2006/relationships/chart" Target="../charts/chart39.xml"/><Relationship Id="rId3" Type="http://schemas.openxmlformats.org/officeDocument/2006/relationships/chart" Target="../charts/chart35.xml"/><Relationship Id="rId7" Type="http://schemas.openxmlformats.org/officeDocument/2006/relationships/chart" Target="../charts/chart38.xml"/><Relationship Id="rId2" Type="http://schemas.openxmlformats.org/officeDocument/2006/relationships/chart" Target="../charts/chart3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chart" Target="../charts/chart37.xml"/><Relationship Id="rId4" Type="http://schemas.openxmlformats.org/officeDocument/2006/relationships/chart" Target="../charts/chart3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chart" Target="../charts/chart40.xml"/><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8" Type="http://schemas.openxmlformats.org/officeDocument/2006/relationships/chart" Target="../charts/chart43.xml"/><Relationship Id="rId13" Type="http://schemas.openxmlformats.org/officeDocument/2006/relationships/image" Target="../media/image32.png"/><Relationship Id="rId3" Type="http://schemas.openxmlformats.org/officeDocument/2006/relationships/notesSlide" Target="../notesSlides/notesSlide5.xml"/><Relationship Id="rId7" Type="http://schemas.openxmlformats.org/officeDocument/2006/relationships/chart" Target="../charts/chart42.xml"/><Relationship Id="rId12" Type="http://schemas.openxmlformats.org/officeDocument/2006/relationships/image" Target="../media/image31.png"/><Relationship Id="rId2" Type="http://schemas.openxmlformats.org/officeDocument/2006/relationships/slideLayout" Target="../slideLayouts/slideLayout13.xml"/><Relationship Id="rId16" Type="http://schemas.openxmlformats.org/officeDocument/2006/relationships/image" Target="../media/image35.svg"/><Relationship Id="rId1" Type="http://schemas.openxmlformats.org/officeDocument/2006/relationships/tags" Target="../tags/tag6.xml"/><Relationship Id="rId6" Type="http://schemas.openxmlformats.org/officeDocument/2006/relationships/chart" Target="../charts/chart41.xml"/><Relationship Id="rId11" Type="http://schemas.openxmlformats.org/officeDocument/2006/relationships/image" Target="../media/image30.png"/><Relationship Id="rId5" Type="http://schemas.openxmlformats.org/officeDocument/2006/relationships/image" Target="../media/image28.emf"/><Relationship Id="rId15" Type="http://schemas.openxmlformats.org/officeDocument/2006/relationships/image" Target="../media/image34.png"/><Relationship Id="rId10" Type="http://schemas.openxmlformats.org/officeDocument/2006/relationships/image" Target="../media/image29.png"/><Relationship Id="rId4" Type="http://schemas.openxmlformats.org/officeDocument/2006/relationships/oleObject" Target="../embeddings/oleObject6.bin"/><Relationship Id="rId9" Type="http://schemas.openxmlformats.org/officeDocument/2006/relationships/chart" Target="../charts/chart44.xml"/><Relationship Id="rId14" Type="http://schemas.openxmlformats.org/officeDocument/2006/relationships/image" Target="../media/image33.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7.xml"/><Relationship Id="rId5" Type="http://schemas.openxmlformats.org/officeDocument/2006/relationships/image" Target="../media/image28.emf"/><Relationship Id="rId4" Type="http://schemas.openxmlformats.org/officeDocument/2006/relationships/oleObject" Target="../embeddings/oleObject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410D9-05D3-67E5-7AC9-ACDCE0AD3D17}"/>
            </a:ext>
          </a:extLst>
        </p:cNvPr>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97189D76-AA82-064C-C967-8E45E55E928B}"/>
              </a:ext>
            </a:extLst>
          </p:cNvPr>
          <p:cNvGraphicFramePr>
            <a:graphicFrameLocks/>
          </p:cNvGraphicFramePr>
          <p:nvPr>
            <p:custDataLst>
              <p:tags r:id="rId1"/>
            </p:custDataLst>
            <p:extLst>
              <p:ext uri="{D42A27DB-BD31-4B8C-83A1-F6EECF244321}">
                <p14:modId xmlns:p14="http://schemas.microsoft.com/office/powerpoint/2010/main" val="22959737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12" name="think-cell data - do not delete" hidden="1">
                        <a:extLst>
                          <a:ext uri="{FF2B5EF4-FFF2-40B4-BE49-F238E27FC236}">
                            <a16:creationId xmlns:a16="http://schemas.microsoft.com/office/drawing/2014/main" id="{97189D76-AA82-064C-C967-8E45E55E928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3" name="Text Placeholder 6">
            <a:extLst>
              <a:ext uri="{FF2B5EF4-FFF2-40B4-BE49-F238E27FC236}">
                <a16:creationId xmlns:a16="http://schemas.microsoft.com/office/drawing/2014/main" id="{A85C5795-3376-3748-A805-E47EF05D840E}"/>
              </a:ext>
            </a:extLst>
          </p:cNvPr>
          <p:cNvSpPr txBox="1">
            <a:spLocks/>
          </p:cNvSpPr>
          <p:nvPr/>
        </p:nvSpPr>
        <p:spPr>
          <a:xfrm>
            <a:off x="758078" y="134098"/>
            <a:ext cx="10804728" cy="58578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None/>
              <a:defRPr sz="3200" b="1" i="0" kern="1200" baseline="0">
                <a:solidFill>
                  <a:srgbClr val="1ED760"/>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SG" sz="3200" b="1" i="0" u="none" strike="noStrike" kern="1200" cap="none" spc="0" normalizeH="0" baseline="0" noProof="0">
                <a:ln>
                  <a:noFill/>
                </a:ln>
                <a:solidFill>
                  <a:srgbClr val="1ED760"/>
                </a:solidFill>
                <a:effectLst/>
                <a:uLnTx/>
                <a:uFillTx/>
                <a:latin typeface="Segoe UI"/>
                <a:ea typeface="+mn-ea"/>
                <a:cs typeface="+mn-cs"/>
              </a:rPr>
              <a:t>Uplifting Customer Experience – Overall approach</a:t>
            </a:r>
          </a:p>
        </p:txBody>
      </p:sp>
      <p:sp>
        <p:nvSpPr>
          <p:cNvPr id="16" name="Text Placeholder 2">
            <a:extLst>
              <a:ext uri="{FF2B5EF4-FFF2-40B4-BE49-F238E27FC236}">
                <a16:creationId xmlns:a16="http://schemas.microsoft.com/office/drawing/2014/main" id="{E69144B3-50B5-F66B-02A4-8939BB8AAD4D}"/>
              </a:ext>
            </a:extLst>
          </p:cNvPr>
          <p:cNvSpPr txBox="1">
            <a:spLocks/>
          </p:cNvSpPr>
          <p:nvPr/>
        </p:nvSpPr>
        <p:spPr>
          <a:xfrm>
            <a:off x="758078" y="627222"/>
            <a:ext cx="9743084" cy="489026"/>
          </a:xfrm>
          <a:prstGeom prst="rect">
            <a:avLst/>
          </a:prstGeom>
        </p:spPr>
        <p:txBody>
          <a:bodyPr lIns="91440" tIns="45720" rIns="91440" bIns="45720" anchor="t">
            <a:no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1ED760"/>
                </a:solidFill>
                <a:effectLst/>
                <a:uLnTx/>
                <a:uFillTx/>
                <a:latin typeface="Segoe UI"/>
                <a:ea typeface="+mn-ea"/>
                <a:cs typeface="+mn-cs"/>
              </a:rPr>
              <a:t>We are taking an integrated, multifaceted approach to uplifting CX – eliminating issues, enabling customers and creating delight in human service</a:t>
            </a:r>
          </a:p>
        </p:txBody>
      </p:sp>
      <p:sp>
        <p:nvSpPr>
          <p:cNvPr id="18" name="Rectangle 17">
            <a:extLst>
              <a:ext uri="{FF2B5EF4-FFF2-40B4-BE49-F238E27FC236}">
                <a16:creationId xmlns:a16="http://schemas.microsoft.com/office/drawing/2014/main" id="{41C1B127-23AD-CF17-4C36-CEC38D99D9A1}"/>
              </a:ext>
            </a:extLst>
          </p:cNvPr>
          <p:cNvSpPr/>
          <p:nvPr/>
        </p:nvSpPr>
        <p:spPr>
          <a:xfrm>
            <a:off x="3111414" y="1546623"/>
            <a:ext cx="1870722" cy="716897"/>
          </a:xfrm>
          <a:prstGeom prst="rect">
            <a:avLst/>
          </a:prstGeom>
          <a:solidFill>
            <a:srgbClr val="1ED76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Segoe UI"/>
                <a:ea typeface="+mn-ea"/>
                <a:cs typeface="+mn-cs"/>
              </a:rPr>
              <a:t>Voice-of-customer:</a:t>
            </a:r>
            <a:r>
              <a:rPr kumimoji="0" lang="en-US" sz="1400" b="0" i="0" u="none" strike="noStrike" kern="1200" cap="none" spc="0" normalizeH="0" baseline="0" noProof="0">
                <a:ln>
                  <a:noFill/>
                </a:ln>
                <a:solidFill>
                  <a:prstClr val="white"/>
                </a:solidFill>
                <a:effectLst/>
                <a:uLnTx/>
                <a:uFillTx/>
                <a:latin typeface="Segoe UI"/>
                <a:ea typeface="+mn-ea"/>
                <a:cs typeface="+mn-cs"/>
              </a:rPr>
              <a:t>  Continuous improvement process</a:t>
            </a:r>
            <a:endParaRPr kumimoji="0" lang="en-SG" sz="1400" b="0" i="0" u="none" strike="noStrike" kern="1200" cap="none" spc="0" normalizeH="0" baseline="0" noProof="0">
              <a:ln>
                <a:noFill/>
              </a:ln>
              <a:solidFill>
                <a:prstClr val="white"/>
              </a:solidFill>
              <a:effectLst/>
              <a:uLnTx/>
              <a:uFillTx/>
              <a:latin typeface="Segoe UI"/>
              <a:ea typeface="+mn-ea"/>
              <a:cs typeface="+mn-cs"/>
            </a:endParaRPr>
          </a:p>
        </p:txBody>
      </p:sp>
      <p:sp>
        <p:nvSpPr>
          <p:cNvPr id="21" name="Rectangle 20">
            <a:extLst>
              <a:ext uri="{FF2B5EF4-FFF2-40B4-BE49-F238E27FC236}">
                <a16:creationId xmlns:a16="http://schemas.microsoft.com/office/drawing/2014/main" id="{9B5A0C05-3BF1-5EA5-9B38-6F4FA86BE68A}"/>
              </a:ext>
            </a:extLst>
          </p:cNvPr>
          <p:cNvSpPr/>
          <p:nvPr/>
        </p:nvSpPr>
        <p:spPr>
          <a:xfrm>
            <a:off x="3111414" y="3514026"/>
            <a:ext cx="1870722" cy="716897"/>
          </a:xfrm>
          <a:prstGeom prst="rect">
            <a:avLst/>
          </a:prstGeom>
          <a:solidFill>
            <a:srgbClr val="1ED76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Segoe UI"/>
                <a:ea typeface="+mn-ea"/>
                <a:cs typeface="+mn-cs"/>
              </a:rPr>
              <a:t>Customer Journeys:</a:t>
            </a:r>
            <a:r>
              <a:rPr kumimoji="0" lang="en-US" sz="1400" b="0" i="0" u="none" strike="noStrike" kern="1200" cap="none" spc="0" normalizeH="0" baseline="0" noProof="0">
                <a:ln>
                  <a:noFill/>
                </a:ln>
                <a:solidFill>
                  <a:prstClr val="white"/>
                </a:solidFill>
                <a:effectLst/>
                <a:uLnTx/>
                <a:uFillTx/>
                <a:latin typeface="Segoe UI"/>
                <a:ea typeface="+mn-ea"/>
                <a:cs typeface="+mn-cs"/>
              </a:rPr>
              <a:t>  Focus on and organize around journeys</a:t>
            </a:r>
            <a:endParaRPr kumimoji="0" lang="en-SG" sz="1400" b="0" i="0" u="none" strike="noStrike" kern="1200" cap="none" spc="0" normalizeH="0" baseline="0" noProof="0">
              <a:ln>
                <a:noFill/>
              </a:ln>
              <a:solidFill>
                <a:prstClr val="white"/>
              </a:solidFill>
              <a:effectLst/>
              <a:uLnTx/>
              <a:uFillTx/>
              <a:latin typeface="Segoe UI"/>
              <a:ea typeface="+mn-ea"/>
              <a:cs typeface="+mn-cs"/>
            </a:endParaRPr>
          </a:p>
        </p:txBody>
      </p:sp>
      <p:sp>
        <p:nvSpPr>
          <p:cNvPr id="24" name="Arrow: Pentagon 23">
            <a:extLst>
              <a:ext uri="{FF2B5EF4-FFF2-40B4-BE49-F238E27FC236}">
                <a16:creationId xmlns:a16="http://schemas.microsoft.com/office/drawing/2014/main" id="{4831D517-D855-A77A-D05C-9762FD774B77}"/>
              </a:ext>
            </a:extLst>
          </p:cNvPr>
          <p:cNvSpPr/>
          <p:nvPr/>
        </p:nvSpPr>
        <p:spPr>
          <a:xfrm>
            <a:off x="1254831" y="1546623"/>
            <a:ext cx="1784205" cy="716897"/>
          </a:xfrm>
          <a:prstGeom prst="homePlate">
            <a:avLst>
              <a:gd name="adj" fmla="val 22489"/>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Eliminate CX issues</a:t>
            </a:r>
            <a:endParaRPr kumimoji="0" lang="en-SG" sz="1400" b="0" i="0" u="none" strike="noStrike" kern="1200" cap="none" spc="0" normalizeH="0" baseline="0" noProof="0">
              <a:ln>
                <a:noFill/>
              </a:ln>
              <a:solidFill>
                <a:prstClr val="black"/>
              </a:solidFill>
              <a:effectLst/>
              <a:uLnTx/>
              <a:uFillTx/>
              <a:latin typeface="Segoe UI"/>
              <a:ea typeface="+mn-ea"/>
              <a:cs typeface="+mn-cs"/>
            </a:endParaRPr>
          </a:p>
        </p:txBody>
      </p:sp>
      <p:sp>
        <p:nvSpPr>
          <p:cNvPr id="26" name="Arrow: Pentagon 25">
            <a:extLst>
              <a:ext uri="{FF2B5EF4-FFF2-40B4-BE49-F238E27FC236}">
                <a16:creationId xmlns:a16="http://schemas.microsoft.com/office/drawing/2014/main" id="{6C8BBD7F-738F-9DC8-10FD-0C701793315B}"/>
              </a:ext>
            </a:extLst>
          </p:cNvPr>
          <p:cNvSpPr/>
          <p:nvPr/>
        </p:nvSpPr>
        <p:spPr>
          <a:xfrm>
            <a:off x="1254830" y="3514026"/>
            <a:ext cx="1784205" cy="716897"/>
          </a:xfrm>
          <a:prstGeom prst="homePlate">
            <a:avLst>
              <a:gd name="adj" fmla="val 22489"/>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Build better CX end-to-end</a:t>
            </a:r>
            <a:endParaRPr kumimoji="0" lang="en-SG" sz="1400" b="0" i="0" u="none" strike="noStrike" kern="1200" cap="none" spc="0" normalizeH="0" baseline="0" noProof="0">
              <a:ln>
                <a:noFill/>
              </a:ln>
              <a:solidFill>
                <a:prstClr val="black"/>
              </a:solidFill>
              <a:effectLst/>
              <a:uLnTx/>
              <a:uFillTx/>
              <a:latin typeface="Segoe UI"/>
              <a:ea typeface="+mn-ea"/>
              <a:cs typeface="+mn-cs"/>
            </a:endParaRPr>
          </a:p>
        </p:txBody>
      </p:sp>
      <p:sp>
        <p:nvSpPr>
          <p:cNvPr id="27" name="Arrow: Pentagon 26">
            <a:extLst>
              <a:ext uri="{FF2B5EF4-FFF2-40B4-BE49-F238E27FC236}">
                <a16:creationId xmlns:a16="http://schemas.microsoft.com/office/drawing/2014/main" id="{6A155DCE-E1C0-3662-2399-065E6608C131}"/>
              </a:ext>
            </a:extLst>
          </p:cNvPr>
          <p:cNvSpPr/>
          <p:nvPr/>
        </p:nvSpPr>
        <p:spPr>
          <a:xfrm>
            <a:off x="1254829" y="4490827"/>
            <a:ext cx="1784205" cy="716897"/>
          </a:xfrm>
          <a:prstGeom prst="homePlate">
            <a:avLst>
              <a:gd name="adj" fmla="val 22489"/>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Enable exceptional app CX to self serve</a:t>
            </a:r>
            <a:endParaRPr kumimoji="0" lang="en-SG" sz="1400" b="0" i="0" u="none" strike="noStrike" kern="1200" cap="none" spc="0" normalizeH="0" baseline="0" noProof="0">
              <a:ln>
                <a:noFill/>
              </a:ln>
              <a:solidFill>
                <a:prstClr val="black"/>
              </a:solidFill>
              <a:effectLst/>
              <a:uLnTx/>
              <a:uFillTx/>
              <a:latin typeface="Segoe UI"/>
              <a:ea typeface="+mn-ea"/>
              <a:cs typeface="+mn-cs"/>
            </a:endParaRPr>
          </a:p>
        </p:txBody>
      </p:sp>
      <p:sp>
        <p:nvSpPr>
          <p:cNvPr id="29" name="Rectangle 28">
            <a:extLst>
              <a:ext uri="{FF2B5EF4-FFF2-40B4-BE49-F238E27FC236}">
                <a16:creationId xmlns:a16="http://schemas.microsoft.com/office/drawing/2014/main" id="{027A0C00-022A-2816-F6B6-38EE2FE6D06A}"/>
              </a:ext>
            </a:extLst>
          </p:cNvPr>
          <p:cNvSpPr/>
          <p:nvPr/>
        </p:nvSpPr>
        <p:spPr>
          <a:xfrm>
            <a:off x="3111413" y="4490827"/>
            <a:ext cx="1870722" cy="716897"/>
          </a:xfrm>
          <a:prstGeom prst="rect">
            <a:avLst/>
          </a:prstGeom>
          <a:solidFill>
            <a:srgbClr val="1ED76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Segoe UI"/>
                <a:ea typeface="+mn-ea"/>
                <a:cs typeface="+mn-cs"/>
              </a:rPr>
              <a:t>StarHub app:</a:t>
            </a:r>
            <a:r>
              <a:rPr kumimoji="0" lang="en-US" sz="1400" b="0" i="0" u="none" strike="noStrike" kern="1200" cap="none" spc="0" normalizeH="0" baseline="0" noProof="0">
                <a:ln>
                  <a:noFill/>
                </a:ln>
                <a:solidFill>
                  <a:prstClr val="white"/>
                </a:solidFill>
                <a:effectLst/>
                <a:uLnTx/>
                <a:uFillTx/>
                <a:latin typeface="Segoe UI"/>
                <a:ea typeface="+mn-ea"/>
                <a:cs typeface="+mn-cs"/>
              </a:rPr>
              <a:t>             Re-design to be exceptional</a:t>
            </a:r>
            <a:endParaRPr kumimoji="0" lang="en-SG" sz="1400" b="0" i="0" u="none" strike="noStrike" kern="1200" cap="none" spc="0" normalizeH="0" baseline="0" noProof="0">
              <a:ln>
                <a:noFill/>
              </a:ln>
              <a:solidFill>
                <a:prstClr val="white"/>
              </a:solidFill>
              <a:effectLst/>
              <a:uLnTx/>
              <a:uFillTx/>
              <a:latin typeface="Segoe UI"/>
              <a:ea typeface="+mn-ea"/>
              <a:cs typeface="+mn-cs"/>
            </a:endParaRPr>
          </a:p>
        </p:txBody>
      </p:sp>
      <p:sp>
        <p:nvSpPr>
          <p:cNvPr id="30" name="Arrow: Pentagon 29">
            <a:extLst>
              <a:ext uri="{FF2B5EF4-FFF2-40B4-BE49-F238E27FC236}">
                <a16:creationId xmlns:a16="http://schemas.microsoft.com/office/drawing/2014/main" id="{4FC0EA8B-734F-F1FD-1882-85D2D99D938C}"/>
              </a:ext>
            </a:extLst>
          </p:cNvPr>
          <p:cNvSpPr/>
          <p:nvPr/>
        </p:nvSpPr>
        <p:spPr>
          <a:xfrm>
            <a:off x="1254829" y="5464068"/>
            <a:ext cx="1784205" cy="716897"/>
          </a:xfrm>
          <a:prstGeom prst="homePlate">
            <a:avLst>
              <a:gd name="adj" fmla="val 22489"/>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Create moments of delightful human service</a:t>
            </a:r>
            <a:endParaRPr kumimoji="0" lang="en-SG" sz="1400" b="0" i="0" u="none" strike="noStrike" kern="1200" cap="none" spc="0" normalizeH="0" baseline="0" noProof="0">
              <a:ln>
                <a:noFill/>
              </a:ln>
              <a:solidFill>
                <a:prstClr val="black"/>
              </a:solidFill>
              <a:effectLst/>
              <a:uLnTx/>
              <a:uFillTx/>
              <a:latin typeface="Segoe UI"/>
              <a:ea typeface="+mn-ea"/>
              <a:cs typeface="+mn-cs"/>
            </a:endParaRPr>
          </a:p>
        </p:txBody>
      </p:sp>
      <p:sp>
        <p:nvSpPr>
          <p:cNvPr id="31" name="Rectangle 30">
            <a:extLst>
              <a:ext uri="{FF2B5EF4-FFF2-40B4-BE49-F238E27FC236}">
                <a16:creationId xmlns:a16="http://schemas.microsoft.com/office/drawing/2014/main" id="{4CD75B21-4E01-D5B6-1610-E6485E89B243}"/>
              </a:ext>
            </a:extLst>
          </p:cNvPr>
          <p:cNvSpPr/>
          <p:nvPr/>
        </p:nvSpPr>
        <p:spPr>
          <a:xfrm>
            <a:off x="3111413" y="5464068"/>
            <a:ext cx="1870722" cy="716897"/>
          </a:xfrm>
          <a:prstGeom prst="rect">
            <a:avLst/>
          </a:prstGeom>
          <a:solidFill>
            <a:srgbClr val="1ED76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Segoe UI"/>
                <a:ea typeface="+mn-ea"/>
                <a:cs typeface="+mn-cs"/>
              </a:rPr>
              <a:t>Human service:</a:t>
            </a:r>
            <a:r>
              <a:rPr kumimoji="0" lang="en-US" sz="1400" b="0" i="0" u="none" strike="noStrike" kern="1200" cap="none" spc="0" normalizeH="0" baseline="0" noProof="0">
                <a:ln>
                  <a:noFill/>
                </a:ln>
                <a:solidFill>
                  <a:prstClr val="white"/>
                </a:solidFill>
                <a:effectLst/>
                <a:uLnTx/>
                <a:uFillTx/>
                <a:latin typeface="Segoe UI"/>
                <a:ea typeface="+mn-ea"/>
                <a:cs typeface="+mn-cs"/>
              </a:rPr>
              <a:t>             Retail, HubTroopers, Platinum experiences</a:t>
            </a:r>
            <a:endParaRPr kumimoji="0" lang="en-SG" sz="1400" b="0" i="0" u="none" strike="noStrike" kern="1200" cap="none" spc="0" normalizeH="0" baseline="0" noProof="0">
              <a:ln>
                <a:noFill/>
              </a:ln>
              <a:solidFill>
                <a:prstClr val="white"/>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7D8D80C3-6F0D-5A5A-FC4E-B3DCE5637C36}"/>
              </a:ext>
            </a:extLst>
          </p:cNvPr>
          <p:cNvSpPr/>
          <p:nvPr/>
        </p:nvSpPr>
        <p:spPr>
          <a:xfrm>
            <a:off x="3111413" y="2519864"/>
            <a:ext cx="1870722" cy="716897"/>
          </a:xfrm>
          <a:prstGeom prst="rect">
            <a:avLst/>
          </a:prstGeom>
          <a:solidFill>
            <a:srgbClr val="1ED76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Segoe UI"/>
                <a:ea typeface="+mn-ea"/>
                <a:cs typeface="+mn-cs"/>
              </a:rPr>
              <a:t>Observability:</a:t>
            </a:r>
            <a:r>
              <a:rPr kumimoji="0" lang="en-US" sz="1400" b="0" i="0" u="none" strike="noStrike" kern="1200" cap="none" spc="0" normalizeH="0" baseline="0" noProof="0">
                <a:ln>
                  <a:noFill/>
                </a:ln>
                <a:solidFill>
                  <a:prstClr val="white"/>
                </a:solidFill>
                <a:effectLst/>
                <a:uLnTx/>
                <a:uFillTx/>
                <a:latin typeface="Segoe UI"/>
                <a:ea typeface="+mn-ea"/>
                <a:cs typeface="+mn-cs"/>
              </a:rPr>
              <a:t>    Create automated, proactive actions</a:t>
            </a:r>
            <a:endParaRPr kumimoji="0" lang="en-SG" sz="1400" b="0" i="0" u="none" strike="noStrike" kern="1200" cap="none" spc="0" normalizeH="0" baseline="0" noProof="0">
              <a:ln>
                <a:noFill/>
              </a:ln>
              <a:solidFill>
                <a:prstClr val="white"/>
              </a:solidFill>
              <a:effectLst/>
              <a:uLnTx/>
              <a:uFillTx/>
              <a:latin typeface="Segoe UI"/>
              <a:ea typeface="+mn-ea"/>
              <a:cs typeface="+mn-cs"/>
            </a:endParaRPr>
          </a:p>
        </p:txBody>
      </p:sp>
      <p:sp>
        <p:nvSpPr>
          <p:cNvPr id="34" name="Arrow: Pentagon 33">
            <a:extLst>
              <a:ext uri="{FF2B5EF4-FFF2-40B4-BE49-F238E27FC236}">
                <a16:creationId xmlns:a16="http://schemas.microsoft.com/office/drawing/2014/main" id="{934A4EA5-8103-6BCA-FC2B-51DF5958B3BC}"/>
              </a:ext>
            </a:extLst>
          </p:cNvPr>
          <p:cNvSpPr/>
          <p:nvPr/>
        </p:nvSpPr>
        <p:spPr>
          <a:xfrm>
            <a:off x="1254830" y="2519864"/>
            <a:ext cx="1784205" cy="716897"/>
          </a:xfrm>
          <a:prstGeom prst="homePlate">
            <a:avLst>
              <a:gd name="adj" fmla="val 22489"/>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a:ea typeface="+mn-ea"/>
                <a:cs typeface="+mn-cs"/>
              </a:rPr>
              <a:t>Monitor experience &amp; proactively address</a:t>
            </a:r>
            <a:endParaRPr kumimoji="0" lang="en-SG" sz="1400" b="0" i="0" u="none" strike="noStrike" kern="1200" cap="none" spc="0" normalizeH="0" baseline="0" noProof="0">
              <a:ln>
                <a:noFill/>
              </a:ln>
              <a:solidFill>
                <a:prstClr val="black"/>
              </a:solidFill>
              <a:effectLst/>
              <a:uLnTx/>
              <a:uFillTx/>
              <a:latin typeface="Segoe UI"/>
              <a:ea typeface="+mn-ea"/>
              <a:cs typeface="+mn-cs"/>
            </a:endParaRPr>
          </a:p>
        </p:txBody>
      </p:sp>
      <p:sp>
        <p:nvSpPr>
          <p:cNvPr id="38" name="Right Triangle 37">
            <a:extLst>
              <a:ext uri="{FF2B5EF4-FFF2-40B4-BE49-F238E27FC236}">
                <a16:creationId xmlns:a16="http://schemas.microsoft.com/office/drawing/2014/main" id="{8F07B6D6-64A9-9C11-9E56-406D6156A50D}"/>
              </a:ext>
            </a:extLst>
          </p:cNvPr>
          <p:cNvSpPr/>
          <p:nvPr/>
        </p:nvSpPr>
        <p:spPr>
          <a:xfrm flipV="1">
            <a:off x="299644" y="1546623"/>
            <a:ext cx="654424" cy="4621407"/>
          </a:xfrm>
          <a:prstGeom prst="rtTriangle">
            <a:avLst/>
          </a:prstGeom>
          <a:solidFill>
            <a:srgbClr val="FF99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Segoe UI"/>
              <a:ea typeface="+mn-ea"/>
              <a:cs typeface="+mn-cs"/>
            </a:endParaRPr>
          </a:p>
        </p:txBody>
      </p:sp>
      <p:sp>
        <p:nvSpPr>
          <p:cNvPr id="39" name="Right Triangle 38">
            <a:extLst>
              <a:ext uri="{FF2B5EF4-FFF2-40B4-BE49-F238E27FC236}">
                <a16:creationId xmlns:a16="http://schemas.microsoft.com/office/drawing/2014/main" id="{2752E2AC-AFA3-9BDA-7FA3-E02F4D3C1503}"/>
              </a:ext>
            </a:extLst>
          </p:cNvPr>
          <p:cNvSpPr/>
          <p:nvPr/>
        </p:nvSpPr>
        <p:spPr>
          <a:xfrm flipH="1">
            <a:off x="371360" y="1528693"/>
            <a:ext cx="654424" cy="4621407"/>
          </a:xfrm>
          <a:prstGeom prst="rtTriangle">
            <a:avLst/>
          </a:prstGeom>
          <a:solidFill>
            <a:srgbClr val="1E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Segoe UI"/>
              <a:ea typeface="+mn-ea"/>
              <a:cs typeface="+mn-cs"/>
            </a:endParaRPr>
          </a:p>
        </p:txBody>
      </p:sp>
      <p:sp>
        <p:nvSpPr>
          <p:cNvPr id="40" name="TextBox 39">
            <a:extLst>
              <a:ext uri="{FF2B5EF4-FFF2-40B4-BE49-F238E27FC236}">
                <a16:creationId xmlns:a16="http://schemas.microsoft.com/office/drawing/2014/main" id="{1BCF9A1A-77AF-C9AD-CBC8-DD28C37D976E}"/>
              </a:ext>
            </a:extLst>
          </p:cNvPr>
          <p:cNvSpPr txBox="1"/>
          <p:nvPr/>
        </p:nvSpPr>
        <p:spPr>
          <a:xfrm>
            <a:off x="97719" y="1103408"/>
            <a:ext cx="1084729" cy="461665"/>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Aft>
                <a:spcPts val="0"/>
              </a:spcAft>
              <a:buClrTx/>
              <a:buSzTx/>
              <a:buFont typeface="Wingdings" panose="05000000000000000000" pitchFamily="2" charset="2"/>
              <a:buNone/>
              <a:tabLst/>
              <a:defRPr/>
            </a:pPr>
            <a:r>
              <a:rPr kumimoji="0" lang="en-SG" sz="1200" b="1" i="0" u="none" strike="noStrike" kern="1200" cap="none" spc="0" normalizeH="0" baseline="0" noProof="0">
                <a:ln>
                  <a:noFill/>
                </a:ln>
                <a:solidFill>
                  <a:prstClr val="black"/>
                </a:solidFill>
                <a:effectLst/>
                <a:uLnTx/>
                <a:uFillTx/>
                <a:latin typeface="Segoe UI"/>
                <a:ea typeface="+mn-ea"/>
                <a:cs typeface="+mn-cs"/>
              </a:rPr>
              <a:t>Fixing</a:t>
            </a:r>
          </a:p>
          <a:p>
            <a:pPr marL="0" marR="0" lvl="0" indent="0" algn="ctr" defTabSz="914400" rtl="0" eaLnBrk="1" fontAlgn="auto" latinLnBrk="0" hangingPunct="1">
              <a:lnSpc>
                <a:spcPct val="100000"/>
              </a:lnSpc>
              <a:spcAft>
                <a:spcPts val="0"/>
              </a:spcAft>
              <a:buClrTx/>
              <a:buSzTx/>
              <a:buFont typeface="Wingdings" panose="05000000000000000000" pitchFamily="2" charset="2"/>
              <a:buNone/>
              <a:tabLst/>
              <a:defRPr/>
            </a:pPr>
            <a:r>
              <a:rPr kumimoji="0" lang="en-SG" sz="1200" b="1" i="0" u="none" strike="noStrike" kern="1200" cap="none" spc="0" normalizeH="0" baseline="0" noProof="0">
                <a:ln>
                  <a:noFill/>
                </a:ln>
                <a:solidFill>
                  <a:prstClr val="black"/>
                </a:solidFill>
                <a:effectLst/>
                <a:uLnTx/>
                <a:uFillTx/>
                <a:latin typeface="Segoe UI"/>
                <a:ea typeface="+mn-ea"/>
                <a:cs typeface="+mn-cs"/>
              </a:rPr>
              <a:t>issues</a:t>
            </a:r>
          </a:p>
        </p:txBody>
      </p:sp>
      <p:sp>
        <p:nvSpPr>
          <p:cNvPr id="41" name="TextBox 40">
            <a:extLst>
              <a:ext uri="{FF2B5EF4-FFF2-40B4-BE49-F238E27FC236}">
                <a16:creationId xmlns:a16="http://schemas.microsoft.com/office/drawing/2014/main" id="{B661C6E6-81B9-AB2E-80D1-6E7ABDA69F6D}"/>
              </a:ext>
            </a:extLst>
          </p:cNvPr>
          <p:cNvSpPr txBox="1"/>
          <p:nvPr/>
        </p:nvSpPr>
        <p:spPr>
          <a:xfrm>
            <a:off x="97719" y="6132633"/>
            <a:ext cx="1084729" cy="461665"/>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Aft>
                <a:spcPts val="0"/>
              </a:spcAft>
              <a:buClrTx/>
              <a:buSzTx/>
              <a:buFont typeface="Wingdings" panose="05000000000000000000" pitchFamily="2" charset="2"/>
              <a:buNone/>
              <a:tabLst/>
              <a:defRPr/>
            </a:pPr>
            <a:r>
              <a:rPr kumimoji="0" lang="en-SG" sz="1200" b="1" i="0" u="none" strike="noStrike" kern="1200" cap="none" spc="0" normalizeH="0" baseline="0" noProof="0">
                <a:ln>
                  <a:noFill/>
                </a:ln>
                <a:solidFill>
                  <a:prstClr val="black"/>
                </a:solidFill>
                <a:effectLst/>
                <a:uLnTx/>
                <a:uFillTx/>
                <a:latin typeface="Segoe UI"/>
                <a:ea typeface="+mn-ea"/>
                <a:cs typeface="+mn-cs"/>
              </a:rPr>
              <a:t>Creating </a:t>
            </a:r>
          </a:p>
          <a:p>
            <a:pPr marL="0" marR="0" lvl="0" indent="0" algn="ctr" defTabSz="914400" rtl="0" eaLnBrk="1" fontAlgn="auto" latinLnBrk="0" hangingPunct="1">
              <a:lnSpc>
                <a:spcPct val="100000"/>
              </a:lnSpc>
              <a:spcAft>
                <a:spcPts val="0"/>
              </a:spcAft>
              <a:buClrTx/>
              <a:buSzTx/>
              <a:buFont typeface="Wingdings" panose="05000000000000000000" pitchFamily="2" charset="2"/>
              <a:buNone/>
              <a:tabLst/>
              <a:defRPr/>
            </a:pPr>
            <a:r>
              <a:rPr kumimoji="0" lang="en-SG" sz="1200" b="1" i="0" u="none" strike="noStrike" kern="1200" cap="none" spc="0" normalizeH="0" baseline="0" noProof="0">
                <a:ln>
                  <a:noFill/>
                </a:ln>
                <a:solidFill>
                  <a:prstClr val="black"/>
                </a:solidFill>
                <a:effectLst/>
                <a:uLnTx/>
                <a:uFillTx/>
                <a:latin typeface="Segoe UI"/>
                <a:ea typeface="+mn-ea"/>
                <a:cs typeface="+mn-cs"/>
              </a:rPr>
              <a:t>delight</a:t>
            </a:r>
          </a:p>
        </p:txBody>
      </p:sp>
      <p:sp>
        <p:nvSpPr>
          <p:cNvPr id="48" name="Oval 47">
            <a:extLst>
              <a:ext uri="{FF2B5EF4-FFF2-40B4-BE49-F238E27FC236}">
                <a16:creationId xmlns:a16="http://schemas.microsoft.com/office/drawing/2014/main" id="{6178A4BA-AFAC-91FA-AD89-33D7235BB1B9}"/>
              </a:ext>
            </a:extLst>
          </p:cNvPr>
          <p:cNvSpPr/>
          <p:nvPr/>
        </p:nvSpPr>
        <p:spPr>
          <a:xfrm>
            <a:off x="1072402" y="1761734"/>
            <a:ext cx="288000" cy="288000"/>
          </a:xfrm>
          <a:prstGeom prst="ellipse">
            <a:avLst/>
          </a:prstGeom>
          <a:solidFill>
            <a:srgbClr val="1ED760"/>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a:ln>
                  <a:noFill/>
                </a:ln>
                <a:solidFill>
                  <a:prstClr val="white"/>
                </a:solidFill>
                <a:effectLst/>
                <a:uLnTx/>
                <a:uFillTx/>
                <a:latin typeface="Segoe UI"/>
                <a:ea typeface="+mn-ea"/>
                <a:cs typeface="+mn-cs"/>
              </a:rPr>
              <a:t>1</a:t>
            </a:r>
          </a:p>
        </p:txBody>
      </p:sp>
      <p:sp>
        <p:nvSpPr>
          <p:cNvPr id="49" name="Oval 48">
            <a:extLst>
              <a:ext uri="{FF2B5EF4-FFF2-40B4-BE49-F238E27FC236}">
                <a16:creationId xmlns:a16="http://schemas.microsoft.com/office/drawing/2014/main" id="{DC4E51F9-4990-BE8A-9C1A-A411DAA0CCC2}"/>
              </a:ext>
            </a:extLst>
          </p:cNvPr>
          <p:cNvSpPr/>
          <p:nvPr/>
        </p:nvSpPr>
        <p:spPr>
          <a:xfrm>
            <a:off x="1072402" y="2716214"/>
            <a:ext cx="288000" cy="288000"/>
          </a:xfrm>
          <a:prstGeom prst="ellipse">
            <a:avLst/>
          </a:prstGeom>
          <a:solidFill>
            <a:srgbClr val="1ED760"/>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a:ln>
                  <a:noFill/>
                </a:ln>
                <a:solidFill>
                  <a:prstClr val="white"/>
                </a:solidFill>
                <a:effectLst/>
                <a:uLnTx/>
                <a:uFillTx/>
                <a:latin typeface="Segoe UI"/>
                <a:ea typeface="+mn-ea"/>
                <a:cs typeface="+mn-cs"/>
              </a:rPr>
              <a:t>2</a:t>
            </a:r>
          </a:p>
        </p:txBody>
      </p:sp>
      <p:sp>
        <p:nvSpPr>
          <p:cNvPr id="50" name="Oval 49">
            <a:extLst>
              <a:ext uri="{FF2B5EF4-FFF2-40B4-BE49-F238E27FC236}">
                <a16:creationId xmlns:a16="http://schemas.microsoft.com/office/drawing/2014/main" id="{40289DCE-BA3B-F2E8-DDC4-FB94617EEDBC}"/>
              </a:ext>
            </a:extLst>
          </p:cNvPr>
          <p:cNvSpPr/>
          <p:nvPr/>
        </p:nvSpPr>
        <p:spPr>
          <a:xfrm>
            <a:off x="1072402" y="3742413"/>
            <a:ext cx="288000" cy="288000"/>
          </a:xfrm>
          <a:prstGeom prst="ellipse">
            <a:avLst/>
          </a:prstGeom>
          <a:solidFill>
            <a:srgbClr val="1ED760"/>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a:ln>
                  <a:noFill/>
                </a:ln>
                <a:solidFill>
                  <a:prstClr val="white"/>
                </a:solidFill>
                <a:effectLst/>
                <a:uLnTx/>
                <a:uFillTx/>
                <a:latin typeface="Segoe UI"/>
                <a:ea typeface="+mn-ea"/>
                <a:cs typeface="+mn-cs"/>
              </a:rPr>
              <a:t>3</a:t>
            </a:r>
          </a:p>
        </p:txBody>
      </p:sp>
      <p:sp>
        <p:nvSpPr>
          <p:cNvPr id="52" name="Oval 51">
            <a:extLst>
              <a:ext uri="{FF2B5EF4-FFF2-40B4-BE49-F238E27FC236}">
                <a16:creationId xmlns:a16="http://schemas.microsoft.com/office/drawing/2014/main" id="{C198652B-BD0E-9716-3945-F608FACD765B}"/>
              </a:ext>
            </a:extLst>
          </p:cNvPr>
          <p:cNvSpPr/>
          <p:nvPr/>
        </p:nvSpPr>
        <p:spPr>
          <a:xfrm>
            <a:off x="1072402" y="4696894"/>
            <a:ext cx="288000" cy="288000"/>
          </a:xfrm>
          <a:prstGeom prst="ellipse">
            <a:avLst/>
          </a:prstGeom>
          <a:solidFill>
            <a:srgbClr val="1ED760"/>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a:ln>
                  <a:noFill/>
                </a:ln>
                <a:solidFill>
                  <a:prstClr val="white"/>
                </a:solidFill>
                <a:effectLst/>
                <a:uLnTx/>
                <a:uFillTx/>
                <a:latin typeface="Segoe UI"/>
                <a:ea typeface="+mn-ea"/>
                <a:cs typeface="+mn-cs"/>
              </a:rPr>
              <a:t>4</a:t>
            </a:r>
          </a:p>
        </p:txBody>
      </p:sp>
      <p:sp>
        <p:nvSpPr>
          <p:cNvPr id="53" name="Oval 52">
            <a:extLst>
              <a:ext uri="{FF2B5EF4-FFF2-40B4-BE49-F238E27FC236}">
                <a16:creationId xmlns:a16="http://schemas.microsoft.com/office/drawing/2014/main" id="{5C139575-62CB-7254-C367-040AF6AA1C6F}"/>
              </a:ext>
            </a:extLst>
          </p:cNvPr>
          <p:cNvSpPr/>
          <p:nvPr/>
        </p:nvSpPr>
        <p:spPr>
          <a:xfrm>
            <a:off x="1072402" y="5633444"/>
            <a:ext cx="288000" cy="288000"/>
          </a:xfrm>
          <a:prstGeom prst="ellipse">
            <a:avLst/>
          </a:prstGeom>
          <a:solidFill>
            <a:srgbClr val="1ED760"/>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a:ln>
                  <a:noFill/>
                </a:ln>
                <a:solidFill>
                  <a:prstClr val="white"/>
                </a:solidFill>
                <a:effectLst/>
                <a:uLnTx/>
                <a:uFillTx/>
                <a:latin typeface="Segoe UI"/>
                <a:ea typeface="+mn-ea"/>
                <a:cs typeface="+mn-cs"/>
              </a:rPr>
              <a:t>5</a:t>
            </a:r>
          </a:p>
        </p:txBody>
      </p:sp>
      <p:sp>
        <p:nvSpPr>
          <p:cNvPr id="54" name="Rectangle 53">
            <a:extLst>
              <a:ext uri="{FF2B5EF4-FFF2-40B4-BE49-F238E27FC236}">
                <a16:creationId xmlns:a16="http://schemas.microsoft.com/office/drawing/2014/main" id="{5C7356C7-413A-70B8-06EF-152A00D8F07C}"/>
              </a:ext>
            </a:extLst>
          </p:cNvPr>
          <p:cNvSpPr/>
          <p:nvPr/>
        </p:nvSpPr>
        <p:spPr>
          <a:xfrm>
            <a:off x="5198603" y="1546622"/>
            <a:ext cx="1671827" cy="716897"/>
          </a:xfrm>
          <a:prstGeom prst="rect">
            <a:avLst/>
          </a:prstGeom>
          <a:solidFill>
            <a:schemeClr val="bg1"/>
          </a:solidFill>
          <a:ln>
            <a:solidFill>
              <a:srgbClr val="1ED760"/>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Segoe UI"/>
                <a:ea typeface="+mn-ea"/>
                <a:cs typeface="+mn-cs"/>
              </a:rPr>
              <a:t>Value proposition:</a:t>
            </a:r>
            <a:r>
              <a:rPr kumimoji="0" lang="en-US" sz="1400" b="0" i="0" u="none" strike="noStrike" kern="1200" cap="none" spc="0" normalizeH="0" baseline="0" noProof="0">
                <a:ln>
                  <a:noFill/>
                </a:ln>
                <a:solidFill>
                  <a:prstClr val="black"/>
                </a:solidFill>
                <a:effectLst/>
                <a:uLnTx/>
                <a:uFillTx/>
                <a:latin typeface="Segoe UI"/>
                <a:ea typeface="+mn-ea"/>
                <a:cs typeface="+mn-cs"/>
              </a:rPr>
              <a:t>  Simplified, higher quality products</a:t>
            </a:r>
            <a:endParaRPr kumimoji="0" lang="en-SG" sz="1400" b="0" i="0" u="none" strike="noStrike" kern="1200" cap="none" spc="0" normalizeH="0" baseline="0" noProof="0">
              <a:ln>
                <a:noFill/>
              </a:ln>
              <a:solidFill>
                <a:prstClr val="black"/>
              </a:solidFill>
              <a:effectLst/>
              <a:uLnTx/>
              <a:uFillTx/>
              <a:latin typeface="Segoe UI"/>
              <a:ea typeface="+mn-ea"/>
              <a:cs typeface="+mn-cs"/>
            </a:endParaRPr>
          </a:p>
        </p:txBody>
      </p:sp>
      <p:sp>
        <p:nvSpPr>
          <p:cNvPr id="55" name="Rectangle 54">
            <a:extLst>
              <a:ext uri="{FF2B5EF4-FFF2-40B4-BE49-F238E27FC236}">
                <a16:creationId xmlns:a16="http://schemas.microsoft.com/office/drawing/2014/main" id="{3FCEADD4-49FC-9D5E-11F1-D1BD9D04E6F8}"/>
              </a:ext>
            </a:extLst>
          </p:cNvPr>
          <p:cNvSpPr/>
          <p:nvPr/>
        </p:nvSpPr>
        <p:spPr>
          <a:xfrm>
            <a:off x="5198603" y="2506026"/>
            <a:ext cx="1671827" cy="716897"/>
          </a:xfrm>
          <a:prstGeom prst="rect">
            <a:avLst/>
          </a:prstGeom>
          <a:solidFill>
            <a:schemeClr val="bg1"/>
          </a:solidFill>
          <a:ln>
            <a:solidFill>
              <a:srgbClr val="1ED760"/>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Segoe UI"/>
                <a:ea typeface="+mn-ea"/>
                <a:cs typeface="+mn-cs"/>
              </a:rPr>
              <a:t>Network optimization:</a:t>
            </a:r>
            <a:r>
              <a:rPr kumimoji="0" lang="en-US" sz="1400" b="0" i="0" u="none" strike="noStrike" kern="1200" cap="none" spc="0" normalizeH="0" baseline="0" noProof="0">
                <a:ln>
                  <a:noFill/>
                </a:ln>
                <a:solidFill>
                  <a:prstClr val="black"/>
                </a:solidFill>
                <a:effectLst/>
                <a:uLnTx/>
                <a:uFillTx/>
                <a:latin typeface="Segoe UI"/>
                <a:ea typeface="+mn-ea"/>
                <a:cs typeface="+mn-cs"/>
              </a:rPr>
              <a:t>  Network CX uplift</a:t>
            </a:r>
            <a:endParaRPr kumimoji="0" lang="en-SG" sz="1400" b="0" i="0" u="none" strike="noStrike" kern="1200" cap="none" spc="0" normalizeH="0" baseline="0" noProof="0">
              <a:ln>
                <a:noFill/>
              </a:ln>
              <a:solidFill>
                <a:prstClr val="black"/>
              </a:solidFill>
              <a:effectLst/>
              <a:uLnTx/>
              <a:uFillTx/>
              <a:latin typeface="Segoe UI"/>
              <a:ea typeface="+mn-ea"/>
              <a:cs typeface="+mn-cs"/>
            </a:endParaRPr>
          </a:p>
        </p:txBody>
      </p:sp>
      <p:sp>
        <p:nvSpPr>
          <p:cNvPr id="57" name="Rectangle 56">
            <a:extLst>
              <a:ext uri="{FF2B5EF4-FFF2-40B4-BE49-F238E27FC236}">
                <a16:creationId xmlns:a16="http://schemas.microsoft.com/office/drawing/2014/main" id="{71537979-463E-DB66-F35E-DC36E21BB438}"/>
              </a:ext>
            </a:extLst>
          </p:cNvPr>
          <p:cNvSpPr/>
          <p:nvPr/>
        </p:nvSpPr>
        <p:spPr>
          <a:xfrm>
            <a:off x="5198603" y="3514026"/>
            <a:ext cx="1671827" cy="716897"/>
          </a:xfrm>
          <a:prstGeom prst="rect">
            <a:avLst/>
          </a:prstGeom>
          <a:solidFill>
            <a:schemeClr val="bg1"/>
          </a:solidFill>
          <a:ln>
            <a:solidFill>
              <a:srgbClr val="1ED760"/>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Segoe UI"/>
                <a:ea typeface="+mn-ea"/>
                <a:cs typeface="+mn-cs"/>
              </a:rPr>
              <a:t>Lifecycle management:</a:t>
            </a:r>
            <a:r>
              <a:rPr kumimoji="0" lang="en-US" sz="1400" b="0" i="0" u="none" strike="noStrike" kern="1200" cap="none" spc="0" normalizeH="0" baseline="0" noProof="0">
                <a:ln>
                  <a:noFill/>
                </a:ln>
                <a:solidFill>
                  <a:prstClr val="black"/>
                </a:solidFill>
                <a:effectLst/>
                <a:uLnTx/>
                <a:uFillTx/>
                <a:latin typeface="Segoe UI"/>
                <a:ea typeface="+mn-ea"/>
                <a:cs typeface="+mn-cs"/>
              </a:rPr>
              <a:t>    Strong engagement</a:t>
            </a:r>
            <a:endParaRPr kumimoji="0" lang="en-SG" sz="1400" b="0" i="0" u="none" strike="noStrike" kern="1200" cap="none" spc="0" normalizeH="0" baseline="0" noProof="0">
              <a:ln>
                <a:noFill/>
              </a:ln>
              <a:solidFill>
                <a:prstClr val="black"/>
              </a:solidFill>
              <a:effectLst/>
              <a:uLnTx/>
              <a:uFillTx/>
              <a:latin typeface="Segoe UI"/>
              <a:ea typeface="+mn-ea"/>
              <a:cs typeface="+mn-cs"/>
            </a:endParaRPr>
          </a:p>
        </p:txBody>
      </p:sp>
      <p:sp>
        <p:nvSpPr>
          <p:cNvPr id="58" name="TextBox 57">
            <a:extLst>
              <a:ext uri="{FF2B5EF4-FFF2-40B4-BE49-F238E27FC236}">
                <a16:creationId xmlns:a16="http://schemas.microsoft.com/office/drawing/2014/main" id="{577A1498-12C4-4225-ABA9-D135E11337BE}"/>
              </a:ext>
            </a:extLst>
          </p:cNvPr>
          <p:cNvSpPr txBox="1"/>
          <p:nvPr/>
        </p:nvSpPr>
        <p:spPr>
          <a:xfrm>
            <a:off x="4856397" y="1623952"/>
            <a:ext cx="443754" cy="461665"/>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2400"/>
              </a:spcBef>
              <a:spcAft>
                <a:spcPts val="0"/>
              </a:spcAft>
              <a:buClrTx/>
              <a:buSzTx/>
              <a:buFont typeface="Wingdings" panose="05000000000000000000" pitchFamily="2" charset="2"/>
              <a:buNone/>
              <a:tabLst/>
              <a:defRPr/>
            </a:pPr>
            <a:r>
              <a:rPr kumimoji="0" lang="en-SG" sz="2400" b="1" i="0" u="none" strike="noStrike" kern="1200" cap="none" spc="0" normalizeH="0" baseline="0" noProof="0">
                <a:ln>
                  <a:noFill/>
                </a:ln>
                <a:solidFill>
                  <a:srgbClr val="1ED760"/>
                </a:solidFill>
                <a:effectLst/>
                <a:uLnTx/>
                <a:uFillTx/>
                <a:latin typeface="Segoe UI"/>
                <a:ea typeface="+mn-ea"/>
                <a:cs typeface="+mn-cs"/>
              </a:rPr>
              <a:t>+</a:t>
            </a:r>
          </a:p>
        </p:txBody>
      </p:sp>
      <p:sp>
        <p:nvSpPr>
          <p:cNvPr id="59" name="TextBox 58">
            <a:extLst>
              <a:ext uri="{FF2B5EF4-FFF2-40B4-BE49-F238E27FC236}">
                <a16:creationId xmlns:a16="http://schemas.microsoft.com/office/drawing/2014/main" id="{CD411CBF-997D-7129-A5C6-B3B2A62B8F40}"/>
              </a:ext>
            </a:extLst>
          </p:cNvPr>
          <p:cNvSpPr txBox="1"/>
          <p:nvPr/>
        </p:nvSpPr>
        <p:spPr>
          <a:xfrm>
            <a:off x="4856397" y="2619035"/>
            <a:ext cx="443754" cy="461665"/>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2400"/>
              </a:spcBef>
              <a:spcAft>
                <a:spcPts val="0"/>
              </a:spcAft>
              <a:buClrTx/>
              <a:buSzTx/>
              <a:buFont typeface="Wingdings" panose="05000000000000000000" pitchFamily="2" charset="2"/>
              <a:buNone/>
              <a:tabLst/>
              <a:defRPr/>
            </a:pPr>
            <a:r>
              <a:rPr kumimoji="0" lang="en-SG" sz="2400" b="1" i="0" u="none" strike="noStrike" kern="1200" cap="none" spc="0" normalizeH="0" baseline="0" noProof="0">
                <a:ln>
                  <a:noFill/>
                </a:ln>
                <a:solidFill>
                  <a:srgbClr val="1ED760"/>
                </a:solidFill>
                <a:effectLst/>
                <a:uLnTx/>
                <a:uFillTx/>
                <a:latin typeface="Segoe UI"/>
                <a:ea typeface="+mn-ea"/>
                <a:cs typeface="+mn-cs"/>
              </a:rPr>
              <a:t>+</a:t>
            </a:r>
          </a:p>
        </p:txBody>
      </p:sp>
      <p:sp>
        <p:nvSpPr>
          <p:cNvPr id="60" name="TextBox 59">
            <a:extLst>
              <a:ext uri="{FF2B5EF4-FFF2-40B4-BE49-F238E27FC236}">
                <a16:creationId xmlns:a16="http://schemas.microsoft.com/office/drawing/2014/main" id="{51C49E0A-9654-E83E-7DBC-F64D5CECD324}"/>
              </a:ext>
            </a:extLst>
          </p:cNvPr>
          <p:cNvSpPr txBox="1"/>
          <p:nvPr/>
        </p:nvSpPr>
        <p:spPr>
          <a:xfrm>
            <a:off x="4856397" y="3614118"/>
            <a:ext cx="443754" cy="461665"/>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2400"/>
              </a:spcBef>
              <a:spcAft>
                <a:spcPts val="0"/>
              </a:spcAft>
              <a:buClrTx/>
              <a:buSzTx/>
              <a:buFont typeface="Wingdings" panose="05000000000000000000" pitchFamily="2" charset="2"/>
              <a:buNone/>
              <a:tabLst/>
              <a:defRPr/>
            </a:pPr>
            <a:r>
              <a:rPr kumimoji="0" lang="en-SG" sz="2400" b="1" i="0" u="none" strike="noStrike" kern="1200" cap="none" spc="0" normalizeH="0" baseline="0" noProof="0">
                <a:ln>
                  <a:noFill/>
                </a:ln>
                <a:solidFill>
                  <a:srgbClr val="1ED760"/>
                </a:solidFill>
                <a:effectLst/>
                <a:uLnTx/>
                <a:uFillTx/>
                <a:latin typeface="Segoe UI"/>
                <a:ea typeface="+mn-ea"/>
                <a:cs typeface="+mn-cs"/>
              </a:rPr>
              <a:t>+</a:t>
            </a:r>
          </a:p>
        </p:txBody>
      </p:sp>
      <p:sp>
        <p:nvSpPr>
          <p:cNvPr id="63" name="TextBox 62">
            <a:extLst>
              <a:ext uri="{FF2B5EF4-FFF2-40B4-BE49-F238E27FC236}">
                <a16:creationId xmlns:a16="http://schemas.microsoft.com/office/drawing/2014/main" id="{55841C84-EE03-7B65-5B18-2FD5780D4A43}"/>
              </a:ext>
            </a:extLst>
          </p:cNvPr>
          <p:cNvSpPr txBox="1"/>
          <p:nvPr/>
        </p:nvSpPr>
        <p:spPr>
          <a:xfrm>
            <a:off x="3586541" y="1218606"/>
            <a:ext cx="1084729" cy="276999"/>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2400"/>
              </a:spcBef>
              <a:spcAft>
                <a:spcPts val="0"/>
              </a:spcAft>
              <a:buClrTx/>
              <a:buSzTx/>
              <a:buFont typeface="Wingdings" panose="05000000000000000000" pitchFamily="2" charset="2"/>
              <a:buNone/>
              <a:tabLst/>
              <a:defRPr/>
            </a:pPr>
            <a:r>
              <a:rPr kumimoji="0" lang="en-SG" sz="1200" b="1" i="0" u="none" strike="noStrike" kern="1200" cap="none" spc="0" normalizeH="0" baseline="0" noProof="0">
                <a:ln>
                  <a:noFill/>
                </a:ln>
                <a:solidFill>
                  <a:prstClr val="black"/>
                </a:solidFill>
                <a:effectLst/>
                <a:uLnTx/>
                <a:uFillTx/>
                <a:latin typeface="Segoe UI"/>
                <a:ea typeface="+mn-ea"/>
                <a:cs typeface="+mn-cs"/>
              </a:rPr>
              <a:t>Approach</a:t>
            </a:r>
          </a:p>
        </p:txBody>
      </p:sp>
      <p:sp>
        <p:nvSpPr>
          <p:cNvPr id="2" name="TextBox 1">
            <a:extLst>
              <a:ext uri="{FF2B5EF4-FFF2-40B4-BE49-F238E27FC236}">
                <a16:creationId xmlns:a16="http://schemas.microsoft.com/office/drawing/2014/main" id="{C67A9B7E-2C41-FBED-392E-0C92D70E739C}"/>
              </a:ext>
            </a:extLst>
          </p:cNvPr>
          <p:cNvSpPr txBox="1"/>
          <p:nvPr/>
        </p:nvSpPr>
        <p:spPr>
          <a:xfrm>
            <a:off x="1604566" y="1218606"/>
            <a:ext cx="1084729" cy="276999"/>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2400"/>
              </a:spcBef>
              <a:spcAft>
                <a:spcPts val="0"/>
              </a:spcAft>
              <a:buClrTx/>
              <a:buSzTx/>
              <a:buFont typeface="Wingdings" panose="05000000000000000000" pitchFamily="2" charset="2"/>
              <a:buNone/>
              <a:tabLst/>
              <a:defRPr/>
            </a:pPr>
            <a:r>
              <a:rPr kumimoji="0" lang="en-SG" sz="1200" b="1" i="0" u="none" strike="noStrike" kern="1200" cap="none" spc="0" normalizeH="0" baseline="0" noProof="0">
                <a:ln>
                  <a:noFill/>
                </a:ln>
                <a:solidFill>
                  <a:prstClr val="black"/>
                </a:solidFill>
                <a:effectLst/>
                <a:uLnTx/>
                <a:uFillTx/>
                <a:latin typeface="Segoe UI"/>
                <a:ea typeface="+mn-ea"/>
                <a:cs typeface="+mn-cs"/>
              </a:rPr>
              <a:t>Actions</a:t>
            </a:r>
          </a:p>
        </p:txBody>
      </p:sp>
      <p:grpSp>
        <p:nvGrpSpPr>
          <p:cNvPr id="11" name="Group 10">
            <a:extLst>
              <a:ext uri="{FF2B5EF4-FFF2-40B4-BE49-F238E27FC236}">
                <a16:creationId xmlns:a16="http://schemas.microsoft.com/office/drawing/2014/main" id="{D825D718-5E2A-D8D7-94ED-4B65823762CC}"/>
              </a:ext>
            </a:extLst>
          </p:cNvPr>
          <p:cNvGrpSpPr/>
          <p:nvPr/>
        </p:nvGrpSpPr>
        <p:grpSpPr>
          <a:xfrm>
            <a:off x="4852872" y="1401693"/>
            <a:ext cx="253980" cy="254000"/>
            <a:chOff x="7550506" y="2453596"/>
            <a:chExt cx="430764" cy="430798"/>
          </a:xfrm>
        </p:grpSpPr>
        <p:sp>
          <p:nvSpPr>
            <p:cNvPr id="5" name="Oval 4">
              <a:extLst>
                <a:ext uri="{FF2B5EF4-FFF2-40B4-BE49-F238E27FC236}">
                  <a16:creationId xmlns:a16="http://schemas.microsoft.com/office/drawing/2014/main" id="{E1F1BB63-BA73-919A-2462-6A1BE1C76958}"/>
                </a:ext>
              </a:extLst>
            </p:cNvPr>
            <p:cNvSpPr/>
            <p:nvPr/>
          </p:nvSpPr>
          <p:spPr>
            <a:xfrm>
              <a:off x="7550506" y="2453596"/>
              <a:ext cx="430764" cy="430798"/>
            </a:xfrm>
            <a:prstGeom prst="ellipse">
              <a:avLst/>
            </a:prstGeom>
            <a:solidFill>
              <a:srgbClr val="1BD76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 name="Graphic 3" descr="Checkmark with solid fill">
              <a:extLst>
                <a:ext uri="{FF2B5EF4-FFF2-40B4-BE49-F238E27FC236}">
                  <a16:creationId xmlns:a16="http://schemas.microsoft.com/office/drawing/2014/main" id="{F696D07F-8C0A-5CE2-EDE6-C1D80E3563E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23866" y="2526974"/>
              <a:ext cx="284042" cy="284042"/>
            </a:xfrm>
            <a:prstGeom prst="rect">
              <a:avLst/>
            </a:prstGeom>
          </p:spPr>
        </p:pic>
      </p:grpSp>
      <p:grpSp>
        <p:nvGrpSpPr>
          <p:cNvPr id="10" name="Group 9">
            <a:extLst>
              <a:ext uri="{FF2B5EF4-FFF2-40B4-BE49-F238E27FC236}">
                <a16:creationId xmlns:a16="http://schemas.microsoft.com/office/drawing/2014/main" id="{908DBFE5-951F-81C8-7673-E4E107088A33}"/>
              </a:ext>
            </a:extLst>
          </p:cNvPr>
          <p:cNvGrpSpPr/>
          <p:nvPr/>
        </p:nvGrpSpPr>
        <p:grpSpPr>
          <a:xfrm>
            <a:off x="4852871" y="2391943"/>
            <a:ext cx="253980" cy="254000"/>
            <a:chOff x="7550506" y="3213601"/>
            <a:chExt cx="430764" cy="430798"/>
          </a:xfrm>
        </p:grpSpPr>
        <p:sp>
          <p:nvSpPr>
            <p:cNvPr id="6" name="Oval 5">
              <a:extLst>
                <a:ext uri="{FF2B5EF4-FFF2-40B4-BE49-F238E27FC236}">
                  <a16:creationId xmlns:a16="http://schemas.microsoft.com/office/drawing/2014/main" id="{2285C3FF-098C-61A3-D38F-CD3CDCEE612E}"/>
                </a:ext>
              </a:extLst>
            </p:cNvPr>
            <p:cNvSpPr/>
            <p:nvPr/>
          </p:nvSpPr>
          <p:spPr>
            <a:xfrm>
              <a:off x="7550506" y="3213601"/>
              <a:ext cx="430764" cy="430798"/>
            </a:xfrm>
            <a:prstGeom prst="ellipse">
              <a:avLst/>
            </a:prstGeom>
            <a:solidFill>
              <a:schemeClr val="bg1">
                <a:lumMod val="65000"/>
              </a:schemeClr>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9" name="Graphic 8" descr="Building Brick Wall with solid fill">
              <a:extLst>
                <a:ext uri="{FF2B5EF4-FFF2-40B4-BE49-F238E27FC236}">
                  <a16:creationId xmlns:a16="http://schemas.microsoft.com/office/drawing/2014/main" id="{8801D457-6953-33A0-405E-6FD3AFA0BD9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647317" y="3310430"/>
              <a:ext cx="237139" cy="237139"/>
            </a:xfrm>
            <a:prstGeom prst="rect">
              <a:avLst/>
            </a:prstGeom>
          </p:spPr>
        </p:pic>
      </p:grpSp>
      <p:grpSp>
        <p:nvGrpSpPr>
          <p:cNvPr id="20" name="Group 19">
            <a:extLst>
              <a:ext uri="{FF2B5EF4-FFF2-40B4-BE49-F238E27FC236}">
                <a16:creationId xmlns:a16="http://schemas.microsoft.com/office/drawing/2014/main" id="{7DBBFA5E-EA21-D88D-A75A-105EA4DF5D6A}"/>
              </a:ext>
            </a:extLst>
          </p:cNvPr>
          <p:cNvGrpSpPr/>
          <p:nvPr/>
        </p:nvGrpSpPr>
        <p:grpSpPr>
          <a:xfrm>
            <a:off x="4852872" y="3387026"/>
            <a:ext cx="253980" cy="254000"/>
            <a:chOff x="7550506" y="2453596"/>
            <a:chExt cx="430764" cy="430798"/>
          </a:xfrm>
        </p:grpSpPr>
        <p:sp>
          <p:nvSpPr>
            <p:cNvPr id="22" name="Oval 21">
              <a:extLst>
                <a:ext uri="{FF2B5EF4-FFF2-40B4-BE49-F238E27FC236}">
                  <a16:creationId xmlns:a16="http://schemas.microsoft.com/office/drawing/2014/main" id="{1BB0AA55-0607-2154-3363-8F7F9F3781DC}"/>
                </a:ext>
              </a:extLst>
            </p:cNvPr>
            <p:cNvSpPr/>
            <p:nvPr/>
          </p:nvSpPr>
          <p:spPr>
            <a:xfrm>
              <a:off x="7550506" y="2453596"/>
              <a:ext cx="430764" cy="430798"/>
            </a:xfrm>
            <a:prstGeom prst="ellipse">
              <a:avLst/>
            </a:prstGeom>
            <a:solidFill>
              <a:srgbClr val="1BD76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23" name="Graphic 22" descr="Checkmark with solid fill">
              <a:extLst>
                <a:ext uri="{FF2B5EF4-FFF2-40B4-BE49-F238E27FC236}">
                  <a16:creationId xmlns:a16="http://schemas.microsoft.com/office/drawing/2014/main" id="{C0A12D1B-177E-41ED-7B8A-41A7536C4BF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23866" y="2526974"/>
              <a:ext cx="284042" cy="284042"/>
            </a:xfrm>
            <a:prstGeom prst="rect">
              <a:avLst/>
            </a:prstGeom>
          </p:spPr>
        </p:pic>
      </p:grpSp>
      <p:grpSp>
        <p:nvGrpSpPr>
          <p:cNvPr id="25" name="Group 24">
            <a:extLst>
              <a:ext uri="{FF2B5EF4-FFF2-40B4-BE49-F238E27FC236}">
                <a16:creationId xmlns:a16="http://schemas.microsoft.com/office/drawing/2014/main" id="{14D78D38-E3C1-AD47-B2A4-BA873E626A13}"/>
              </a:ext>
            </a:extLst>
          </p:cNvPr>
          <p:cNvGrpSpPr/>
          <p:nvPr/>
        </p:nvGrpSpPr>
        <p:grpSpPr>
          <a:xfrm>
            <a:off x="4852871" y="4360267"/>
            <a:ext cx="253980" cy="254000"/>
            <a:chOff x="7550506" y="3213601"/>
            <a:chExt cx="430764" cy="430798"/>
          </a:xfrm>
        </p:grpSpPr>
        <p:sp>
          <p:nvSpPr>
            <p:cNvPr id="28" name="Oval 27">
              <a:extLst>
                <a:ext uri="{FF2B5EF4-FFF2-40B4-BE49-F238E27FC236}">
                  <a16:creationId xmlns:a16="http://schemas.microsoft.com/office/drawing/2014/main" id="{69AE20E3-F072-BB47-1554-727ABE181782}"/>
                </a:ext>
              </a:extLst>
            </p:cNvPr>
            <p:cNvSpPr/>
            <p:nvPr/>
          </p:nvSpPr>
          <p:spPr>
            <a:xfrm>
              <a:off x="7550506" y="3213601"/>
              <a:ext cx="430764" cy="430798"/>
            </a:xfrm>
            <a:prstGeom prst="ellipse">
              <a:avLst/>
            </a:prstGeom>
            <a:solidFill>
              <a:schemeClr val="bg1">
                <a:lumMod val="65000"/>
              </a:schemeClr>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32" name="Graphic 31" descr="Building Brick Wall with solid fill">
              <a:extLst>
                <a:ext uri="{FF2B5EF4-FFF2-40B4-BE49-F238E27FC236}">
                  <a16:creationId xmlns:a16="http://schemas.microsoft.com/office/drawing/2014/main" id="{326E2AA0-26BD-D353-6ABC-52F6FE03804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647317" y="3310430"/>
              <a:ext cx="237139" cy="237139"/>
            </a:xfrm>
            <a:prstGeom prst="rect">
              <a:avLst/>
            </a:prstGeom>
          </p:spPr>
        </p:pic>
      </p:grpSp>
      <p:grpSp>
        <p:nvGrpSpPr>
          <p:cNvPr id="37" name="Group 36">
            <a:extLst>
              <a:ext uri="{FF2B5EF4-FFF2-40B4-BE49-F238E27FC236}">
                <a16:creationId xmlns:a16="http://schemas.microsoft.com/office/drawing/2014/main" id="{DE9B86AC-5813-DFDF-6809-D4EA8F464924}"/>
              </a:ext>
            </a:extLst>
          </p:cNvPr>
          <p:cNvGrpSpPr/>
          <p:nvPr/>
        </p:nvGrpSpPr>
        <p:grpSpPr>
          <a:xfrm>
            <a:off x="4852871" y="5337068"/>
            <a:ext cx="253980" cy="254000"/>
            <a:chOff x="7550506" y="3213601"/>
            <a:chExt cx="430764" cy="430798"/>
          </a:xfrm>
        </p:grpSpPr>
        <p:sp>
          <p:nvSpPr>
            <p:cNvPr id="42" name="Oval 41">
              <a:extLst>
                <a:ext uri="{FF2B5EF4-FFF2-40B4-BE49-F238E27FC236}">
                  <a16:creationId xmlns:a16="http://schemas.microsoft.com/office/drawing/2014/main" id="{06CA481D-A479-3600-0AE3-1123BCCA4588}"/>
                </a:ext>
              </a:extLst>
            </p:cNvPr>
            <p:cNvSpPr/>
            <p:nvPr/>
          </p:nvSpPr>
          <p:spPr>
            <a:xfrm>
              <a:off x="7550506" y="3213601"/>
              <a:ext cx="430764" cy="430798"/>
            </a:xfrm>
            <a:prstGeom prst="ellipse">
              <a:avLst/>
            </a:prstGeom>
            <a:solidFill>
              <a:schemeClr val="bg1">
                <a:lumMod val="65000"/>
              </a:schemeClr>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3" name="Graphic 42" descr="Building Brick Wall with solid fill">
              <a:extLst>
                <a:ext uri="{FF2B5EF4-FFF2-40B4-BE49-F238E27FC236}">
                  <a16:creationId xmlns:a16="http://schemas.microsoft.com/office/drawing/2014/main" id="{D934AEE6-7FAE-67F8-2639-8DCF69EAED0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647317" y="3310430"/>
              <a:ext cx="237139" cy="237139"/>
            </a:xfrm>
            <a:prstGeom prst="rect">
              <a:avLst/>
            </a:prstGeom>
          </p:spPr>
        </p:pic>
      </p:grpSp>
      <p:grpSp>
        <p:nvGrpSpPr>
          <p:cNvPr id="44" name="Group 43">
            <a:extLst>
              <a:ext uri="{FF2B5EF4-FFF2-40B4-BE49-F238E27FC236}">
                <a16:creationId xmlns:a16="http://schemas.microsoft.com/office/drawing/2014/main" id="{FB55E3E2-534F-CD3C-6D72-285F8F871294}"/>
              </a:ext>
            </a:extLst>
          </p:cNvPr>
          <p:cNvGrpSpPr/>
          <p:nvPr/>
        </p:nvGrpSpPr>
        <p:grpSpPr>
          <a:xfrm>
            <a:off x="3792794" y="6575159"/>
            <a:ext cx="253980" cy="254000"/>
            <a:chOff x="7550506" y="2453596"/>
            <a:chExt cx="430764" cy="430798"/>
          </a:xfrm>
        </p:grpSpPr>
        <p:sp>
          <p:nvSpPr>
            <p:cNvPr id="45" name="Oval 44">
              <a:extLst>
                <a:ext uri="{FF2B5EF4-FFF2-40B4-BE49-F238E27FC236}">
                  <a16:creationId xmlns:a16="http://schemas.microsoft.com/office/drawing/2014/main" id="{30D0FB28-F5E2-0AC2-D516-4C4EE2CEF90F}"/>
                </a:ext>
              </a:extLst>
            </p:cNvPr>
            <p:cNvSpPr/>
            <p:nvPr/>
          </p:nvSpPr>
          <p:spPr>
            <a:xfrm>
              <a:off x="7550506" y="2453596"/>
              <a:ext cx="430764" cy="430798"/>
            </a:xfrm>
            <a:prstGeom prst="ellipse">
              <a:avLst/>
            </a:prstGeom>
            <a:solidFill>
              <a:srgbClr val="1BD76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6" name="Graphic 45" descr="Checkmark with solid fill">
              <a:extLst>
                <a:ext uri="{FF2B5EF4-FFF2-40B4-BE49-F238E27FC236}">
                  <a16:creationId xmlns:a16="http://schemas.microsoft.com/office/drawing/2014/main" id="{199AD8DA-A24F-70FB-DDCF-C7F5C968189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23866" y="2526974"/>
              <a:ext cx="284042" cy="284042"/>
            </a:xfrm>
            <a:prstGeom prst="rect">
              <a:avLst/>
            </a:prstGeom>
          </p:spPr>
        </p:pic>
      </p:grpSp>
      <p:grpSp>
        <p:nvGrpSpPr>
          <p:cNvPr id="47" name="Group 46">
            <a:extLst>
              <a:ext uri="{FF2B5EF4-FFF2-40B4-BE49-F238E27FC236}">
                <a16:creationId xmlns:a16="http://schemas.microsoft.com/office/drawing/2014/main" id="{981983E8-A098-2F06-2F45-ED6B1CDB3776}"/>
              </a:ext>
            </a:extLst>
          </p:cNvPr>
          <p:cNvGrpSpPr/>
          <p:nvPr/>
        </p:nvGrpSpPr>
        <p:grpSpPr>
          <a:xfrm>
            <a:off x="7167868" y="6575159"/>
            <a:ext cx="253980" cy="254000"/>
            <a:chOff x="7550506" y="3213601"/>
            <a:chExt cx="430764" cy="430798"/>
          </a:xfrm>
        </p:grpSpPr>
        <p:sp>
          <p:nvSpPr>
            <p:cNvPr id="51" name="Oval 50">
              <a:extLst>
                <a:ext uri="{FF2B5EF4-FFF2-40B4-BE49-F238E27FC236}">
                  <a16:creationId xmlns:a16="http://schemas.microsoft.com/office/drawing/2014/main" id="{9AA284D8-10D5-F2DB-AF79-0FA11F9FDAC5}"/>
                </a:ext>
              </a:extLst>
            </p:cNvPr>
            <p:cNvSpPr/>
            <p:nvPr/>
          </p:nvSpPr>
          <p:spPr>
            <a:xfrm>
              <a:off x="7550506" y="3213601"/>
              <a:ext cx="430764" cy="430798"/>
            </a:xfrm>
            <a:prstGeom prst="ellipse">
              <a:avLst/>
            </a:prstGeom>
            <a:solidFill>
              <a:schemeClr val="bg1">
                <a:lumMod val="65000"/>
              </a:schemeClr>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56" name="Graphic 55" descr="Building Brick Wall with solid fill">
              <a:extLst>
                <a:ext uri="{FF2B5EF4-FFF2-40B4-BE49-F238E27FC236}">
                  <a16:creationId xmlns:a16="http://schemas.microsoft.com/office/drawing/2014/main" id="{90D6CBA1-FD70-C2F0-87A4-D0BF49F07D3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647317" y="3310430"/>
              <a:ext cx="237139" cy="237139"/>
            </a:xfrm>
            <a:prstGeom prst="rect">
              <a:avLst/>
            </a:prstGeom>
          </p:spPr>
        </p:pic>
      </p:grpSp>
      <p:sp>
        <p:nvSpPr>
          <p:cNvPr id="64" name="TextBox 63">
            <a:extLst>
              <a:ext uri="{FF2B5EF4-FFF2-40B4-BE49-F238E27FC236}">
                <a16:creationId xmlns:a16="http://schemas.microsoft.com/office/drawing/2014/main" id="{7D5BA1F7-42B7-7C7F-8E62-F21561E752D0}"/>
              </a:ext>
            </a:extLst>
          </p:cNvPr>
          <p:cNvSpPr txBox="1"/>
          <p:nvPr/>
        </p:nvSpPr>
        <p:spPr>
          <a:xfrm>
            <a:off x="4046772" y="6579049"/>
            <a:ext cx="2994108" cy="246221"/>
          </a:xfrm>
          <a:prstGeom prst="rect">
            <a:avLst/>
          </a:prstGeom>
          <a:noFill/>
        </p:spPr>
        <p:txBody>
          <a:bodyPr wrap="square" lIns="91440" tIns="45720" rIns="91440" bIns="45720" anchor="t">
            <a:spAutoFit/>
          </a:bodyPr>
          <a:lstStyle/>
          <a:p>
            <a:pPr marL="0" marR="0" lvl="0" indent="0" defTabSz="914400" rtl="0" eaLnBrk="1" fontAlgn="auto" latinLnBrk="0" hangingPunct="1">
              <a:lnSpc>
                <a:spcPct val="100000"/>
              </a:lnSpc>
              <a:spcBef>
                <a:spcPts val="2400"/>
              </a:spcBef>
              <a:spcAft>
                <a:spcPts val="0"/>
              </a:spcAft>
              <a:buClrTx/>
              <a:buSzTx/>
              <a:buFont typeface="Wingdings" panose="05000000000000000000" pitchFamily="2" charset="2"/>
              <a:buNone/>
              <a:tabLst/>
              <a:defRPr/>
            </a:pPr>
            <a:r>
              <a:rPr kumimoji="0" lang="en-SG" sz="1000" i="0" u="none" strike="noStrike" kern="1200" cap="none" spc="0" normalizeH="0" baseline="0" noProof="0">
                <a:ln>
                  <a:noFill/>
                </a:ln>
                <a:solidFill>
                  <a:schemeClr val="bg1">
                    <a:lumMod val="65000"/>
                  </a:schemeClr>
                </a:solidFill>
                <a:effectLst/>
                <a:uLnTx/>
                <a:uFillTx/>
                <a:latin typeface="Segoe UI"/>
                <a:ea typeface="+mn-ea"/>
                <a:cs typeface="+mn-cs"/>
              </a:rPr>
              <a:t>Operational, continuous improvement in-progress</a:t>
            </a:r>
          </a:p>
        </p:txBody>
      </p:sp>
      <p:sp>
        <p:nvSpPr>
          <p:cNvPr id="65" name="TextBox 64">
            <a:extLst>
              <a:ext uri="{FF2B5EF4-FFF2-40B4-BE49-F238E27FC236}">
                <a16:creationId xmlns:a16="http://schemas.microsoft.com/office/drawing/2014/main" id="{7B519F4D-C38B-41B3-BA93-CF6E6C1EA326}"/>
              </a:ext>
            </a:extLst>
          </p:cNvPr>
          <p:cNvSpPr txBox="1"/>
          <p:nvPr/>
        </p:nvSpPr>
        <p:spPr>
          <a:xfrm>
            <a:off x="7421846" y="6579049"/>
            <a:ext cx="2994108" cy="246221"/>
          </a:xfrm>
          <a:prstGeom prst="rect">
            <a:avLst/>
          </a:prstGeom>
          <a:noFill/>
        </p:spPr>
        <p:txBody>
          <a:bodyPr wrap="square" lIns="91440" tIns="45720" rIns="91440" bIns="45720" anchor="t">
            <a:spAutoFit/>
          </a:bodyPr>
          <a:lstStyle/>
          <a:p>
            <a:pPr marL="0" marR="0" lvl="0" indent="0" defTabSz="914400" rtl="0" eaLnBrk="1" fontAlgn="auto" latinLnBrk="0" hangingPunct="1">
              <a:lnSpc>
                <a:spcPct val="100000"/>
              </a:lnSpc>
              <a:spcBef>
                <a:spcPts val="2400"/>
              </a:spcBef>
              <a:spcAft>
                <a:spcPts val="0"/>
              </a:spcAft>
              <a:buClrTx/>
              <a:buSzTx/>
              <a:buFont typeface="Wingdings" panose="05000000000000000000" pitchFamily="2" charset="2"/>
              <a:buNone/>
              <a:tabLst/>
              <a:defRPr/>
            </a:pPr>
            <a:r>
              <a:rPr kumimoji="0" lang="en-SG" sz="1000" i="0" u="none" strike="noStrike" kern="1200" cap="none" spc="0" normalizeH="0" baseline="0" noProof="0">
                <a:ln>
                  <a:noFill/>
                </a:ln>
                <a:solidFill>
                  <a:schemeClr val="bg1">
                    <a:lumMod val="65000"/>
                  </a:schemeClr>
                </a:solidFill>
                <a:effectLst/>
                <a:uLnTx/>
                <a:uFillTx/>
                <a:latin typeface="Segoe UI"/>
                <a:ea typeface="+mn-ea"/>
                <a:cs typeface="+mn-cs"/>
              </a:rPr>
              <a:t>Planning and execution in-progress</a:t>
            </a:r>
          </a:p>
        </p:txBody>
      </p:sp>
      <p:sp>
        <p:nvSpPr>
          <p:cNvPr id="66" name="TextBox 65">
            <a:extLst>
              <a:ext uri="{FF2B5EF4-FFF2-40B4-BE49-F238E27FC236}">
                <a16:creationId xmlns:a16="http://schemas.microsoft.com/office/drawing/2014/main" id="{AE39F858-50DF-FA51-65F3-2711AD07842A}"/>
              </a:ext>
            </a:extLst>
          </p:cNvPr>
          <p:cNvSpPr txBox="1"/>
          <p:nvPr/>
        </p:nvSpPr>
        <p:spPr>
          <a:xfrm>
            <a:off x="5345437" y="1218606"/>
            <a:ext cx="1378158" cy="276999"/>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2400"/>
              </a:spcBef>
              <a:spcAft>
                <a:spcPts val="0"/>
              </a:spcAft>
              <a:buClrTx/>
              <a:buSzTx/>
              <a:buFont typeface="Wingdings" panose="05000000000000000000" pitchFamily="2" charset="2"/>
              <a:buNone/>
              <a:tabLst/>
              <a:defRPr/>
            </a:pPr>
            <a:r>
              <a:rPr kumimoji="0" lang="en-SG" sz="1200" b="1" i="0" u="none" strike="noStrike" kern="1200" cap="none" spc="0" normalizeH="0" baseline="0" noProof="0">
                <a:ln>
                  <a:noFill/>
                </a:ln>
                <a:solidFill>
                  <a:prstClr val="black"/>
                </a:solidFill>
                <a:effectLst/>
                <a:uLnTx/>
                <a:uFillTx/>
                <a:latin typeface="Segoe UI"/>
                <a:ea typeface="+mn-ea"/>
                <a:cs typeface="+mn-cs"/>
              </a:rPr>
              <a:t>Strategic Pillars</a:t>
            </a:r>
          </a:p>
        </p:txBody>
      </p:sp>
      <p:sp>
        <p:nvSpPr>
          <p:cNvPr id="69" name="Rectangle 68">
            <a:extLst>
              <a:ext uri="{FF2B5EF4-FFF2-40B4-BE49-F238E27FC236}">
                <a16:creationId xmlns:a16="http://schemas.microsoft.com/office/drawing/2014/main" id="{2072EF70-7B1D-E900-31A7-83CB0F4D4B34}"/>
              </a:ext>
            </a:extLst>
          </p:cNvPr>
          <p:cNvSpPr/>
          <p:nvPr/>
        </p:nvSpPr>
        <p:spPr>
          <a:xfrm>
            <a:off x="7163821" y="1545652"/>
            <a:ext cx="4656819" cy="7168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0"/>
              </a:spcBef>
            </a:pPr>
            <a:r>
              <a:rPr lang="en-SG" sz="1200">
                <a:solidFill>
                  <a:schemeClr val="tx1"/>
                </a:solidFill>
              </a:rPr>
              <a:t>New 5G Unlimited+ plans launched with industry leading benefits</a:t>
            </a:r>
          </a:p>
          <a:p>
            <a:pPr>
              <a:spcBef>
                <a:spcPts val="600"/>
              </a:spcBef>
            </a:pPr>
            <a:r>
              <a:rPr lang="en-SG" sz="1200">
                <a:solidFill>
                  <a:schemeClr val="tx1"/>
                </a:solidFill>
              </a:rPr>
              <a:t>New Home+ plans being developed, IS implementation to start</a:t>
            </a:r>
          </a:p>
          <a:p>
            <a:pPr>
              <a:spcBef>
                <a:spcPts val="600"/>
              </a:spcBef>
            </a:pPr>
            <a:r>
              <a:rPr lang="en-SG" sz="1200">
                <a:solidFill>
                  <a:schemeClr val="tx1"/>
                </a:solidFill>
              </a:rPr>
              <a:t>Voice-of-customer operationalized, journey-based issue tracking </a:t>
            </a:r>
          </a:p>
        </p:txBody>
      </p:sp>
      <p:sp>
        <p:nvSpPr>
          <p:cNvPr id="81" name="Arrow: Right 80">
            <a:extLst>
              <a:ext uri="{FF2B5EF4-FFF2-40B4-BE49-F238E27FC236}">
                <a16:creationId xmlns:a16="http://schemas.microsoft.com/office/drawing/2014/main" id="{A23FC487-78AF-050E-801F-C048D95956EF}"/>
              </a:ext>
            </a:extLst>
          </p:cNvPr>
          <p:cNvSpPr/>
          <p:nvPr/>
        </p:nvSpPr>
        <p:spPr>
          <a:xfrm>
            <a:off x="6918003" y="2817800"/>
            <a:ext cx="198244" cy="121024"/>
          </a:xfrm>
          <a:prstGeom prst="rightArrow">
            <a:avLst/>
          </a:prstGeom>
          <a:solidFill>
            <a:srgbClr val="1B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2" name="Arrow: Right 81">
            <a:extLst>
              <a:ext uri="{FF2B5EF4-FFF2-40B4-BE49-F238E27FC236}">
                <a16:creationId xmlns:a16="http://schemas.microsoft.com/office/drawing/2014/main" id="{64A75C20-2D13-E31F-BE02-B781DA615A43}"/>
              </a:ext>
            </a:extLst>
          </p:cNvPr>
          <p:cNvSpPr/>
          <p:nvPr/>
        </p:nvSpPr>
        <p:spPr>
          <a:xfrm>
            <a:off x="6918003" y="3811962"/>
            <a:ext cx="198244" cy="121024"/>
          </a:xfrm>
          <a:prstGeom prst="rightArrow">
            <a:avLst/>
          </a:prstGeom>
          <a:solidFill>
            <a:srgbClr val="1B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4" name="Arrow: Right 83">
            <a:extLst>
              <a:ext uri="{FF2B5EF4-FFF2-40B4-BE49-F238E27FC236}">
                <a16:creationId xmlns:a16="http://schemas.microsoft.com/office/drawing/2014/main" id="{A95D27F6-156A-7BFC-4319-72017F1B90ED}"/>
              </a:ext>
            </a:extLst>
          </p:cNvPr>
          <p:cNvSpPr/>
          <p:nvPr/>
        </p:nvSpPr>
        <p:spPr>
          <a:xfrm>
            <a:off x="5025389" y="5758396"/>
            <a:ext cx="2090858" cy="121024"/>
          </a:xfrm>
          <a:prstGeom prst="rightArrow">
            <a:avLst>
              <a:gd name="adj1" fmla="val 44753"/>
              <a:gd name="adj2" fmla="val 50000"/>
            </a:avLst>
          </a:prstGeom>
          <a:solidFill>
            <a:srgbClr val="1B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5" name="TextBox 84">
            <a:extLst>
              <a:ext uri="{FF2B5EF4-FFF2-40B4-BE49-F238E27FC236}">
                <a16:creationId xmlns:a16="http://schemas.microsoft.com/office/drawing/2014/main" id="{41F82C24-4B8D-4146-0080-E4217DB5D3D7}"/>
              </a:ext>
            </a:extLst>
          </p:cNvPr>
          <p:cNvSpPr txBox="1"/>
          <p:nvPr/>
        </p:nvSpPr>
        <p:spPr>
          <a:xfrm>
            <a:off x="8803151" y="1218606"/>
            <a:ext cx="1378158" cy="276999"/>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2400"/>
              </a:spcBef>
              <a:spcAft>
                <a:spcPts val="0"/>
              </a:spcAft>
              <a:buClrTx/>
              <a:buSzTx/>
              <a:buFont typeface="Wingdings" panose="05000000000000000000" pitchFamily="2" charset="2"/>
              <a:buNone/>
              <a:tabLst/>
              <a:defRPr/>
            </a:pPr>
            <a:r>
              <a:rPr lang="en-SG" sz="1200" b="1">
                <a:solidFill>
                  <a:prstClr val="black"/>
                </a:solidFill>
                <a:latin typeface="Segoe UI"/>
              </a:rPr>
              <a:t>Status</a:t>
            </a:r>
            <a:endParaRPr kumimoji="0" lang="en-SG" sz="1200" b="1" i="0" u="none" strike="noStrike" kern="1200" cap="none" spc="0" normalizeH="0" baseline="0" noProof="0">
              <a:ln>
                <a:noFill/>
              </a:ln>
              <a:solidFill>
                <a:prstClr val="black"/>
              </a:solidFill>
              <a:effectLst/>
              <a:uLnTx/>
              <a:uFillTx/>
              <a:latin typeface="Segoe UI"/>
              <a:ea typeface="+mn-ea"/>
              <a:cs typeface="+mn-cs"/>
            </a:endParaRPr>
          </a:p>
        </p:txBody>
      </p:sp>
      <p:sp>
        <p:nvSpPr>
          <p:cNvPr id="86" name="Rectangle 85">
            <a:extLst>
              <a:ext uri="{FF2B5EF4-FFF2-40B4-BE49-F238E27FC236}">
                <a16:creationId xmlns:a16="http://schemas.microsoft.com/office/drawing/2014/main" id="{0053034A-899A-A758-C47E-17E6DFFF5379}"/>
              </a:ext>
            </a:extLst>
          </p:cNvPr>
          <p:cNvSpPr/>
          <p:nvPr/>
        </p:nvSpPr>
        <p:spPr>
          <a:xfrm>
            <a:off x="12704014" y="1545651"/>
            <a:ext cx="2757873" cy="1883349"/>
          </a:xfrm>
          <a:prstGeom prst="rect">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0"/>
              </a:spcBef>
            </a:pPr>
            <a:r>
              <a:rPr lang="en-SG" sz="1200">
                <a:solidFill>
                  <a:schemeClr val="tx1"/>
                </a:solidFill>
              </a:rPr>
              <a:t>Closed Loop Automation (Mobile &amp; Broadband)</a:t>
            </a:r>
          </a:p>
          <a:p>
            <a:pPr>
              <a:spcBef>
                <a:spcPts val="600"/>
              </a:spcBef>
            </a:pPr>
            <a:r>
              <a:rPr lang="en-SG" sz="1200">
                <a:solidFill>
                  <a:schemeClr val="tx1"/>
                </a:solidFill>
              </a:rPr>
              <a:t>5G uplift:</a:t>
            </a:r>
          </a:p>
          <a:p>
            <a:pPr marL="180975" indent="-180975">
              <a:spcBef>
                <a:spcPts val="600"/>
              </a:spcBef>
              <a:buFont typeface="Arial" panose="020B0604020202020204" pitchFamily="34" charset="0"/>
              <a:buChar char="•"/>
            </a:pPr>
            <a:r>
              <a:rPr lang="en-SG" sz="1200">
                <a:solidFill>
                  <a:schemeClr val="tx1"/>
                </a:solidFill>
              </a:rPr>
              <a:t>700MHz roll out</a:t>
            </a:r>
          </a:p>
          <a:p>
            <a:pPr marL="180975" indent="-180975">
              <a:spcBef>
                <a:spcPts val="600"/>
              </a:spcBef>
              <a:buFont typeface="Arial" panose="020B0604020202020204" pitchFamily="34" charset="0"/>
              <a:buChar char="•"/>
            </a:pPr>
            <a:r>
              <a:rPr lang="en-SG" sz="1200">
                <a:solidFill>
                  <a:schemeClr val="tx1"/>
                </a:solidFill>
              </a:rPr>
              <a:t>Continuous testing &amp; fine-tuning</a:t>
            </a:r>
          </a:p>
          <a:p>
            <a:pPr>
              <a:spcBef>
                <a:spcPts val="600"/>
              </a:spcBef>
            </a:pPr>
            <a:r>
              <a:rPr lang="en-SG" sz="1200">
                <a:solidFill>
                  <a:schemeClr val="tx1"/>
                </a:solidFill>
              </a:rPr>
              <a:t>4G uplift:</a:t>
            </a:r>
          </a:p>
          <a:p>
            <a:pPr marL="171450" indent="-171450">
              <a:spcBef>
                <a:spcPts val="600"/>
              </a:spcBef>
              <a:buFont typeface="Arial" panose="020B0604020202020204" pitchFamily="34" charset="0"/>
              <a:buChar char="•"/>
            </a:pPr>
            <a:r>
              <a:rPr lang="en-SG" sz="1200">
                <a:solidFill>
                  <a:schemeClr val="tx1"/>
                </a:solidFill>
              </a:rPr>
              <a:t>Continuous testing &amp; fine-tuning</a:t>
            </a:r>
          </a:p>
        </p:txBody>
      </p:sp>
      <p:sp>
        <p:nvSpPr>
          <p:cNvPr id="87" name="Rectangle 86">
            <a:extLst>
              <a:ext uri="{FF2B5EF4-FFF2-40B4-BE49-F238E27FC236}">
                <a16:creationId xmlns:a16="http://schemas.microsoft.com/office/drawing/2014/main" id="{24D3B921-E989-D9DC-7487-EE4D5369EFCD}"/>
              </a:ext>
            </a:extLst>
          </p:cNvPr>
          <p:cNvSpPr/>
          <p:nvPr/>
        </p:nvSpPr>
        <p:spPr>
          <a:xfrm>
            <a:off x="12704014" y="3549153"/>
            <a:ext cx="2757873" cy="1435741"/>
          </a:xfrm>
          <a:prstGeom prst="rect">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0"/>
              </a:spcBef>
            </a:pPr>
            <a:r>
              <a:rPr lang="en-SG" sz="1200">
                <a:solidFill>
                  <a:schemeClr val="tx1"/>
                </a:solidFill>
              </a:rPr>
              <a:t>Customer Journey Implementation</a:t>
            </a:r>
          </a:p>
          <a:p>
            <a:pPr>
              <a:spcBef>
                <a:spcPts val="600"/>
              </a:spcBef>
            </a:pPr>
            <a:r>
              <a:rPr lang="en-SG" sz="1200">
                <a:solidFill>
                  <a:schemeClr val="tx1"/>
                </a:solidFill>
              </a:rPr>
              <a:t>Journey-based target &amp; milestones</a:t>
            </a:r>
          </a:p>
          <a:p>
            <a:pPr>
              <a:spcBef>
                <a:spcPts val="600"/>
              </a:spcBef>
            </a:pPr>
            <a:r>
              <a:rPr lang="en-SG" sz="1200">
                <a:solidFill>
                  <a:schemeClr val="tx1"/>
                </a:solidFill>
              </a:rPr>
              <a:t>Continuous tracking</a:t>
            </a:r>
          </a:p>
          <a:p>
            <a:pPr>
              <a:spcBef>
                <a:spcPts val="600"/>
              </a:spcBef>
            </a:pPr>
            <a:r>
              <a:rPr lang="en-SG" sz="1200">
                <a:solidFill>
                  <a:schemeClr val="tx1"/>
                </a:solidFill>
              </a:rPr>
              <a:t>Design Thinking Methodology</a:t>
            </a:r>
          </a:p>
          <a:p>
            <a:pPr>
              <a:spcBef>
                <a:spcPts val="600"/>
              </a:spcBef>
            </a:pPr>
            <a:r>
              <a:rPr lang="en-SG" sz="1200">
                <a:solidFill>
                  <a:schemeClr val="tx1"/>
                </a:solidFill>
              </a:rPr>
              <a:t>Voice-of-customer Integration</a:t>
            </a:r>
          </a:p>
        </p:txBody>
      </p:sp>
      <p:sp>
        <p:nvSpPr>
          <p:cNvPr id="88" name="Rectangle 87">
            <a:extLst>
              <a:ext uri="{FF2B5EF4-FFF2-40B4-BE49-F238E27FC236}">
                <a16:creationId xmlns:a16="http://schemas.microsoft.com/office/drawing/2014/main" id="{FEB161B3-C23A-1D2E-0D80-52878CFD3B0A}"/>
              </a:ext>
            </a:extLst>
          </p:cNvPr>
          <p:cNvSpPr/>
          <p:nvPr/>
        </p:nvSpPr>
        <p:spPr>
          <a:xfrm>
            <a:off x="12704014" y="5105048"/>
            <a:ext cx="2757873" cy="1075918"/>
          </a:xfrm>
          <a:prstGeom prst="rect">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0"/>
              </a:spcBef>
            </a:pPr>
            <a:r>
              <a:rPr lang="en-SG" sz="1200">
                <a:solidFill>
                  <a:schemeClr val="tx1"/>
                </a:solidFill>
              </a:rPr>
              <a:t>Dedicated Platinum hotline</a:t>
            </a:r>
          </a:p>
          <a:p>
            <a:pPr>
              <a:spcBef>
                <a:spcPts val="600"/>
              </a:spcBef>
            </a:pPr>
            <a:r>
              <a:rPr lang="en-SG" sz="1200">
                <a:solidFill>
                  <a:schemeClr val="tx1"/>
                </a:solidFill>
              </a:rPr>
              <a:t>Platinum Lounge at Paragon</a:t>
            </a:r>
          </a:p>
          <a:p>
            <a:pPr>
              <a:spcBef>
                <a:spcPts val="600"/>
              </a:spcBef>
            </a:pPr>
            <a:r>
              <a:rPr lang="en-SG" sz="1200">
                <a:solidFill>
                  <a:schemeClr val="tx1"/>
                </a:solidFill>
              </a:rPr>
              <a:t>Platinum priority queue</a:t>
            </a:r>
          </a:p>
          <a:p>
            <a:pPr>
              <a:spcBef>
                <a:spcPts val="600"/>
              </a:spcBef>
            </a:pPr>
            <a:r>
              <a:rPr lang="en-SG" sz="1200">
                <a:solidFill>
                  <a:schemeClr val="tx1"/>
                </a:solidFill>
              </a:rPr>
              <a:t>Platinum Hub Trooper service</a:t>
            </a:r>
          </a:p>
        </p:txBody>
      </p:sp>
      <p:sp>
        <p:nvSpPr>
          <p:cNvPr id="89" name="Arrow: Right 88">
            <a:extLst>
              <a:ext uri="{FF2B5EF4-FFF2-40B4-BE49-F238E27FC236}">
                <a16:creationId xmlns:a16="http://schemas.microsoft.com/office/drawing/2014/main" id="{22A99C78-F43B-F46C-0738-0D5E0F5662A4}"/>
              </a:ext>
            </a:extLst>
          </p:cNvPr>
          <p:cNvSpPr/>
          <p:nvPr/>
        </p:nvSpPr>
        <p:spPr>
          <a:xfrm>
            <a:off x="5025389" y="4791612"/>
            <a:ext cx="2090858" cy="121024"/>
          </a:xfrm>
          <a:prstGeom prst="rightArrow">
            <a:avLst>
              <a:gd name="adj1" fmla="val 44753"/>
              <a:gd name="adj2" fmla="val 50000"/>
            </a:avLst>
          </a:prstGeom>
          <a:solidFill>
            <a:srgbClr val="1B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0" name="Arrow: Right 89">
            <a:extLst>
              <a:ext uri="{FF2B5EF4-FFF2-40B4-BE49-F238E27FC236}">
                <a16:creationId xmlns:a16="http://schemas.microsoft.com/office/drawing/2014/main" id="{89485430-854D-5A10-2465-4099E33B0A5A}"/>
              </a:ext>
            </a:extLst>
          </p:cNvPr>
          <p:cNvSpPr/>
          <p:nvPr/>
        </p:nvSpPr>
        <p:spPr>
          <a:xfrm>
            <a:off x="6918003" y="1843589"/>
            <a:ext cx="198244" cy="121024"/>
          </a:xfrm>
          <a:prstGeom prst="rightArrow">
            <a:avLst/>
          </a:prstGeom>
          <a:solidFill>
            <a:srgbClr val="1B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1" name="Rectangle 90">
            <a:extLst>
              <a:ext uri="{FF2B5EF4-FFF2-40B4-BE49-F238E27FC236}">
                <a16:creationId xmlns:a16="http://schemas.microsoft.com/office/drawing/2014/main" id="{838E8B56-1E89-C910-6DE1-48A5B67983A2}"/>
              </a:ext>
            </a:extLst>
          </p:cNvPr>
          <p:cNvSpPr/>
          <p:nvPr/>
        </p:nvSpPr>
        <p:spPr>
          <a:xfrm>
            <a:off x="7163821" y="2517741"/>
            <a:ext cx="4656819" cy="7168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0"/>
              </a:spcBef>
            </a:pPr>
            <a:r>
              <a:rPr lang="en-SG" sz="1200">
                <a:solidFill>
                  <a:schemeClr val="tx1"/>
                </a:solidFill>
              </a:rPr>
              <a:t>700MHz roll-out preparation and commercial negotiation</a:t>
            </a:r>
          </a:p>
          <a:p>
            <a:pPr>
              <a:spcBef>
                <a:spcPts val="600"/>
              </a:spcBef>
            </a:pPr>
            <a:r>
              <a:rPr lang="en-SG" sz="1200">
                <a:solidFill>
                  <a:schemeClr val="tx1"/>
                </a:solidFill>
              </a:rPr>
              <a:t>4G/5G continuous testing and fine-tuning underway</a:t>
            </a:r>
          </a:p>
          <a:p>
            <a:pPr>
              <a:spcBef>
                <a:spcPts val="600"/>
              </a:spcBef>
            </a:pPr>
            <a:r>
              <a:rPr lang="en-SG" sz="1200">
                <a:solidFill>
                  <a:schemeClr val="tx1"/>
                </a:solidFill>
              </a:rPr>
              <a:t>Closed loop automation for proactive service finalization</a:t>
            </a:r>
          </a:p>
        </p:txBody>
      </p:sp>
      <p:sp>
        <p:nvSpPr>
          <p:cNvPr id="92" name="Rectangle 91">
            <a:extLst>
              <a:ext uri="{FF2B5EF4-FFF2-40B4-BE49-F238E27FC236}">
                <a16:creationId xmlns:a16="http://schemas.microsoft.com/office/drawing/2014/main" id="{7037A6DA-3519-4AD4-1009-19C738D1376C}"/>
              </a:ext>
            </a:extLst>
          </p:cNvPr>
          <p:cNvSpPr/>
          <p:nvPr/>
        </p:nvSpPr>
        <p:spPr>
          <a:xfrm>
            <a:off x="7163821" y="3489830"/>
            <a:ext cx="4656819" cy="7168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0"/>
              </a:spcBef>
            </a:pPr>
            <a:r>
              <a:rPr lang="en-SG" sz="1200">
                <a:solidFill>
                  <a:schemeClr val="tx1"/>
                </a:solidFill>
              </a:rPr>
              <a:t>Customer Journey Management framework operationalized</a:t>
            </a:r>
          </a:p>
          <a:p>
            <a:pPr>
              <a:spcBef>
                <a:spcPts val="600"/>
              </a:spcBef>
            </a:pPr>
            <a:r>
              <a:rPr lang="en-SG" sz="1200">
                <a:solidFill>
                  <a:schemeClr val="tx1"/>
                </a:solidFill>
              </a:rPr>
              <a:t>Journey-based targets &amp; milestones instituted and tracked</a:t>
            </a:r>
          </a:p>
          <a:p>
            <a:pPr>
              <a:spcBef>
                <a:spcPts val="600"/>
              </a:spcBef>
            </a:pPr>
            <a:r>
              <a:rPr lang="en-SG" sz="1200">
                <a:solidFill>
                  <a:schemeClr val="tx1"/>
                </a:solidFill>
              </a:rPr>
              <a:t>Design thinking applied for issue resolution</a:t>
            </a:r>
          </a:p>
        </p:txBody>
      </p:sp>
      <p:sp>
        <p:nvSpPr>
          <p:cNvPr id="93" name="Rectangle 92">
            <a:extLst>
              <a:ext uri="{FF2B5EF4-FFF2-40B4-BE49-F238E27FC236}">
                <a16:creationId xmlns:a16="http://schemas.microsoft.com/office/drawing/2014/main" id="{C54F0F8F-8910-8855-0C0F-E8BA3846BF93}"/>
              </a:ext>
            </a:extLst>
          </p:cNvPr>
          <p:cNvSpPr/>
          <p:nvPr/>
        </p:nvSpPr>
        <p:spPr>
          <a:xfrm>
            <a:off x="7163821" y="4461919"/>
            <a:ext cx="4656819" cy="7168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0"/>
              </a:spcBef>
            </a:pPr>
            <a:r>
              <a:rPr lang="en-SG" sz="1200">
                <a:solidFill>
                  <a:schemeClr val="tx1"/>
                </a:solidFill>
              </a:rPr>
              <a:t>App re-platforming being studied to improve functionality </a:t>
            </a:r>
          </a:p>
          <a:p>
            <a:pPr>
              <a:spcBef>
                <a:spcPts val="600"/>
              </a:spcBef>
            </a:pPr>
            <a:r>
              <a:rPr lang="en-SG" sz="1200">
                <a:solidFill>
                  <a:schemeClr val="tx1"/>
                </a:solidFill>
              </a:rPr>
              <a:t>Service availability benchmarking completed</a:t>
            </a:r>
          </a:p>
        </p:txBody>
      </p:sp>
      <p:sp>
        <p:nvSpPr>
          <p:cNvPr id="94" name="Rectangle 93">
            <a:extLst>
              <a:ext uri="{FF2B5EF4-FFF2-40B4-BE49-F238E27FC236}">
                <a16:creationId xmlns:a16="http://schemas.microsoft.com/office/drawing/2014/main" id="{F33B6550-2F51-3A75-3863-312A04A73042}"/>
              </a:ext>
            </a:extLst>
          </p:cNvPr>
          <p:cNvSpPr/>
          <p:nvPr/>
        </p:nvSpPr>
        <p:spPr>
          <a:xfrm>
            <a:off x="7163821" y="5434008"/>
            <a:ext cx="4656819" cy="7168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0"/>
              </a:spcBef>
            </a:pPr>
            <a:r>
              <a:rPr lang="en-SG" sz="1200">
                <a:solidFill>
                  <a:schemeClr val="tx1"/>
                </a:solidFill>
              </a:rPr>
              <a:t>Platinum service differentiation operationalized, enhancements being developed</a:t>
            </a:r>
          </a:p>
        </p:txBody>
      </p:sp>
      <p:sp>
        <p:nvSpPr>
          <p:cNvPr id="95" name="Rectangle 94">
            <a:extLst>
              <a:ext uri="{FF2B5EF4-FFF2-40B4-BE49-F238E27FC236}">
                <a16:creationId xmlns:a16="http://schemas.microsoft.com/office/drawing/2014/main" id="{9C22FD57-4C85-AFB5-130E-A820C5C7B29E}"/>
              </a:ext>
            </a:extLst>
          </p:cNvPr>
          <p:cNvSpPr/>
          <p:nvPr/>
        </p:nvSpPr>
        <p:spPr>
          <a:xfrm>
            <a:off x="7200792" y="2506026"/>
            <a:ext cx="4619848" cy="516672"/>
          </a:xfrm>
          <a:prstGeom prst="rect">
            <a:avLst/>
          </a:prstGeom>
          <a:noFill/>
          <a:ln>
            <a:solidFill>
              <a:srgbClr val="1ED760"/>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400" b="0" i="0" u="none" strike="noStrike" kern="1200" cap="none" spc="0" normalizeH="0" baseline="0" noProof="0">
              <a:ln>
                <a:noFill/>
              </a:ln>
              <a:solidFill>
                <a:prstClr val="black"/>
              </a:solidFill>
              <a:effectLst/>
              <a:uLnTx/>
              <a:uFillTx/>
              <a:latin typeface="Segoe UI"/>
              <a:ea typeface="+mn-ea"/>
              <a:cs typeface="+mn-cs"/>
            </a:endParaRPr>
          </a:p>
        </p:txBody>
      </p:sp>
      <p:sp>
        <p:nvSpPr>
          <p:cNvPr id="96" name="Rectangle 95">
            <a:extLst>
              <a:ext uri="{FF2B5EF4-FFF2-40B4-BE49-F238E27FC236}">
                <a16:creationId xmlns:a16="http://schemas.microsoft.com/office/drawing/2014/main" id="{1F89EDD1-1081-35CC-3396-412BB588CDAB}"/>
              </a:ext>
            </a:extLst>
          </p:cNvPr>
          <p:cNvSpPr/>
          <p:nvPr/>
        </p:nvSpPr>
        <p:spPr>
          <a:xfrm>
            <a:off x="7200792" y="3508624"/>
            <a:ext cx="4619848" cy="716896"/>
          </a:xfrm>
          <a:prstGeom prst="rect">
            <a:avLst/>
          </a:prstGeom>
          <a:noFill/>
          <a:ln>
            <a:solidFill>
              <a:srgbClr val="1ED760"/>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400" b="0" i="0" u="none" strike="noStrike" kern="1200" cap="none" spc="0" normalizeH="0" baseline="0" noProof="0">
              <a:ln>
                <a:noFill/>
              </a:ln>
              <a:solidFill>
                <a:prstClr val="black"/>
              </a:solidFill>
              <a:effectLst/>
              <a:uLnTx/>
              <a:uFillTx/>
              <a:latin typeface="Segoe UI"/>
              <a:ea typeface="+mn-ea"/>
              <a:cs typeface="+mn-cs"/>
            </a:endParaRPr>
          </a:p>
        </p:txBody>
      </p:sp>
      <p:sp>
        <p:nvSpPr>
          <p:cNvPr id="97" name="Rectangle 96">
            <a:extLst>
              <a:ext uri="{FF2B5EF4-FFF2-40B4-BE49-F238E27FC236}">
                <a16:creationId xmlns:a16="http://schemas.microsoft.com/office/drawing/2014/main" id="{6DEA3D94-5AF6-283C-6718-FF480EBCF24C}"/>
              </a:ext>
            </a:extLst>
          </p:cNvPr>
          <p:cNvSpPr/>
          <p:nvPr/>
        </p:nvSpPr>
        <p:spPr>
          <a:xfrm>
            <a:off x="7200792" y="5562996"/>
            <a:ext cx="4619848" cy="489786"/>
          </a:xfrm>
          <a:prstGeom prst="rect">
            <a:avLst/>
          </a:prstGeom>
          <a:noFill/>
          <a:ln>
            <a:solidFill>
              <a:srgbClr val="1ED760"/>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400" b="0" i="0" u="none" strike="noStrike" kern="1200" cap="none" spc="0" normalizeH="0" baseline="0" noProof="0">
              <a:ln>
                <a:noFill/>
              </a:ln>
              <a:solidFill>
                <a:prstClr val="black"/>
              </a:solidFill>
              <a:effectLst/>
              <a:uLnTx/>
              <a:uFillTx/>
              <a:latin typeface="Segoe UI"/>
              <a:ea typeface="+mn-ea"/>
              <a:cs typeface="+mn-cs"/>
            </a:endParaRPr>
          </a:p>
        </p:txBody>
      </p:sp>
      <p:sp>
        <p:nvSpPr>
          <p:cNvPr id="98" name="Rectangle 97">
            <a:extLst>
              <a:ext uri="{FF2B5EF4-FFF2-40B4-BE49-F238E27FC236}">
                <a16:creationId xmlns:a16="http://schemas.microsoft.com/office/drawing/2014/main" id="{5501B352-5B2B-AA1A-E981-21A21EDA1072}"/>
              </a:ext>
            </a:extLst>
          </p:cNvPr>
          <p:cNvSpPr/>
          <p:nvPr/>
        </p:nvSpPr>
        <p:spPr>
          <a:xfrm>
            <a:off x="9666488" y="6618423"/>
            <a:ext cx="419208" cy="167490"/>
          </a:xfrm>
          <a:prstGeom prst="rect">
            <a:avLst/>
          </a:prstGeom>
          <a:noFill/>
          <a:ln>
            <a:solidFill>
              <a:srgbClr val="1ED760"/>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400" b="0" i="0" u="none" strike="noStrike" kern="1200" cap="none" spc="0" normalizeH="0" baseline="0" noProof="0">
              <a:ln>
                <a:noFill/>
              </a:ln>
              <a:solidFill>
                <a:prstClr val="black"/>
              </a:solidFill>
              <a:effectLst/>
              <a:uLnTx/>
              <a:uFillTx/>
              <a:latin typeface="Segoe UI"/>
              <a:ea typeface="+mn-ea"/>
              <a:cs typeface="+mn-cs"/>
            </a:endParaRPr>
          </a:p>
        </p:txBody>
      </p:sp>
      <p:sp>
        <p:nvSpPr>
          <p:cNvPr id="99" name="TextBox 98">
            <a:extLst>
              <a:ext uri="{FF2B5EF4-FFF2-40B4-BE49-F238E27FC236}">
                <a16:creationId xmlns:a16="http://schemas.microsoft.com/office/drawing/2014/main" id="{3DEAB2BD-C1DC-1537-9CB4-9E143C387028}"/>
              </a:ext>
            </a:extLst>
          </p:cNvPr>
          <p:cNvSpPr txBox="1"/>
          <p:nvPr/>
        </p:nvSpPr>
        <p:spPr>
          <a:xfrm>
            <a:off x="10161974" y="6579049"/>
            <a:ext cx="1658666" cy="246221"/>
          </a:xfrm>
          <a:prstGeom prst="rect">
            <a:avLst/>
          </a:prstGeom>
          <a:noFill/>
        </p:spPr>
        <p:txBody>
          <a:bodyPr wrap="square" lIns="91440" tIns="45720" rIns="91440" bIns="45720" anchor="t">
            <a:spAutoFit/>
          </a:bodyPr>
          <a:lstStyle/>
          <a:p>
            <a:pPr marL="0" marR="0" lvl="0" indent="0" defTabSz="914400" rtl="0" eaLnBrk="1" fontAlgn="auto" latinLnBrk="0" hangingPunct="1">
              <a:lnSpc>
                <a:spcPct val="100000"/>
              </a:lnSpc>
              <a:spcBef>
                <a:spcPts val="2400"/>
              </a:spcBef>
              <a:spcAft>
                <a:spcPts val="0"/>
              </a:spcAft>
              <a:buClrTx/>
              <a:buSzTx/>
              <a:buFont typeface="Wingdings" panose="05000000000000000000" pitchFamily="2" charset="2"/>
              <a:buNone/>
              <a:tabLst/>
              <a:defRPr/>
            </a:pPr>
            <a:r>
              <a:rPr kumimoji="0" lang="en-SG" sz="1000" i="0" u="none" strike="noStrike" kern="1200" cap="none" spc="0" normalizeH="0" baseline="0" noProof="0">
                <a:ln>
                  <a:noFill/>
                </a:ln>
                <a:solidFill>
                  <a:schemeClr val="bg1">
                    <a:lumMod val="65000"/>
                  </a:schemeClr>
                </a:solidFill>
                <a:effectLst/>
                <a:uLnTx/>
                <a:uFillTx/>
                <a:latin typeface="Segoe UI"/>
                <a:ea typeface="+mn-ea"/>
                <a:cs typeface="+mn-cs"/>
              </a:rPr>
              <a:t>For discussion today</a:t>
            </a:r>
          </a:p>
        </p:txBody>
      </p:sp>
    </p:spTree>
    <p:extLst>
      <p:ext uri="{BB962C8B-B14F-4D97-AF65-F5344CB8AC3E}">
        <p14:creationId xmlns:p14="http://schemas.microsoft.com/office/powerpoint/2010/main" val="32939830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02F2A-F963-9765-BBD8-BA4EFE56AB0E}"/>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38A816AC-7A90-D90B-3E53-CAB519E330BF}"/>
              </a:ext>
            </a:extLst>
          </p:cNvPr>
          <p:cNvSpPr>
            <a:spLocks noGrp="1"/>
          </p:cNvSpPr>
          <p:nvPr>
            <p:ph type="body" sz="quarter" idx="13"/>
          </p:nvPr>
        </p:nvSpPr>
        <p:spPr>
          <a:xfrm>
            <a:off x="1041601" y="2796192"/>
            <a:ext cx="10108799" cy="1417220"/>
          </a:xfrm>
        </p:spPr>
        <p:txBody>
          <a:bodyPr>
            <a:normAutofit/>
          </a:bodyPr>
          <a:lstStyle/>
          <a:p>
            <a:pPr algn="ctr"/>
            <a:r>
              <a:rPr lang="en-US"/>
              <a:t>Customer Experience</a:t>
            </a:r>
          </a:p>
        </p:txBody>
      </p:sp>
    </p:spTree>
    <p:extLst>
      <p:ext uri="{BB962C8B-B14F-4D97-AF65-F5344CB8AC3E}">
        <p14:creationId xmlns:p14="http://schemas.microsoft.com/office/powerpoint/2010/main" val="1026900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854CF-5414-C0FE-2DE8-B2604BDD1F3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8E20B11-5D1D-60F0-23A1-C735601CD29D}"/>
              </a:ext>
            </a:extLst>
          </p:cNvPr>
          <p:cNvSpPr>
            <a:spLocks noGrp="1"/>
          </p:cNvSpPr>
          <p:nvPr>
            <p:ph type="body" sz="quarter" idx="16"/>
          </p:nvPr>
        </p:nvSpPr>
        <p:spPr>
          <a:xfrm>
            <a:off x="1163171" y="2892212"/>
            <a:ext cx="9865659" cy="1188900"/>
          </a:xfrm>
        </p:spPr>
        <p:txBody>
          <a:bodyPr>
            <a:normAutofit/>
          </a:bodyPr>
          <a:lstStyle/>
          <a:p>
            <a:r>
              <a:rPr lang="en-US" sz="3600"/>
              <a:t>2025 Customer Experience Performance</a:t>
            </a:r>
          </a:p>
        </p:txBody>
      </p:sp>
    </p:spTree>
    <p:extLst>
      <p:ext uri="{BB962C8B-B14F-4D97-AF65-F5344CB8AC3E}">
        <p14:creationId xmlns:p14="http://schemas.microsoft.com/office/powerpoint/2010/main" val="2710709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2D68A-D1AD-C942-7EB9-9A4F4C8647E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4280BBA-E74E-4289-64EC-EE4ED9CE4985}"/>
              </a:ext>
            </a:extLst>
          </p:cNvPr>
          <p:cNvSpPr txBox="1"/>
          <p:nvPr/>
        </p:nvSpPr>
        <p:spPr>
          <a:xfrm>
            <a:off x="758077" y="3247487"/>
            <a:ext cx="4922424" cy="685686"/>
          </a:xfrm>
          <a:prstGeom prst="rect">
            <a:avLst/>
          </a:prstGeom>
          <a:solidFill>
            <a:schemeClr val="bg1">
              <a:lumMod val="95000"/>
            </a:schemeClr>
          </a:solidFill>
        </p:spPr>
        <p:txBody>
          <a:bodyPr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Over the past 6 quarters overall NPS has improved by 21</a:t>
            </a:r>
            <a:r>
              <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a:t>
            </a: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 and has plateau-ed at 30pts. Early signs show an upward push among Supernova customers.</a:t>
            </a:r>
            <a:endParaRPr kumimoji="0" lang="en-SG"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6" name="TextBox 15">
            <a:extLst>
              <a:ext uri="{FF2B5EF4-FFF2-40B4-BE49-F238E27FC236}">
                <a16:creationId xmlns:a16="http://schemas.microsoft.com/office/drawing/2014/main" id="{367D4405-A97D-6A67-3EF1-99B44B8A3528}"/>
              </a:ext>
            </a:extLst>
          </p:cNvPr>
          <p:cNvSpPr txBox="1"/>
          <p:nvPr/>
        </p:nvSpPr>
        <p:spPr>
          <a:xfrm>
            <a:off x="6250687" y="3247487"/>
            <a:ext cx="4922424" cy="685686"/>
          </a:xfrm>
          <a:prstGeom prst="rect">
            <a:avLst/>
          </a:prstGeom>
          <a:solidFill>
            <a:schemeClr val="bg1">
              <a:lumMod val="95000"/>
            </a:schemeClr>
          </a:solidFill>
        </p:spPr>
        <p:txBody>
          <a:bodyPr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Total monthly call volumes are consistently trending down. With the institution of the Voice of Customer program larger reductions are expected for 2026.</a:t>
            </a:r>
            <a:endParaRPr kumimoji="0" lang="en-SG"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8" name="TextBox 17">
            <a:extLst>
              <a:ext uri="{FF2B5EF4-FFF2-40B4-BE49-F238E27FC236}">
                <a16:creationId xmlns:a16="http://schemas.microsoft.com/office/drawing/2014/main" id="{FFC6E314-E058-A842-1E03-DB648AD22F1D}"/>
              </a:ext>
            </a:extLst>
          </p:cNvPr>
          <p:cNvSpPr txBox="1"/>
          <p:nvPr/>
        </p:nvSpPr>
        <p:spPr>
          <a:xfrm>
            <a:off x="758077" y="6064407"/>
            <a:ext cx="4922424" cy="685686"/>
          </a:xfrm>
          <a:prstGeom prst="rect">
            <a:avLst/>
          </a:prstGeom>
          <a:solidFill>
            <a:schemeClr val="bg1">
              <a:lumMod val="95000"/>
            </a:schemeClr>
          </a:solidFill>
        </p:spPr>
        <p:txBody>
          <a:bodyPr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G"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The Buy, Activate and Renew journeys are perform well above industry benchmarks. The Get Help and Pay journeys require the biggest uplifts in experience.</a:t>
            </a:r>
          </a:p>
        </p:txBody>
      </p:sp>
      <p:sp>
        <p:nvSpPr>
          <p:cNvPr id="19" name="TextBox 18">
            <a:extLst>
              <a:ext uri="{FF2B5EF4-FFF2-40B4-BE49-F238E27FC236}">
                <a16:creationId xmlns:a16="http://schemas.microsoft.com/office/drawing/2014/main" id="{83FD2DD8-37ED-27AE-4F95-1ED425078A42}"/>
              </a:ext>
            </a:extLst>
          </p:cNvPr>
          <p:cNvSpPr txBox="1"/>
          <p:nvPr/>
        </p:nvSpPr>
        <p:spPr>
          <a:xfrm>
            <a:off x="6250687" y="6064407"/>
            <a:ext cx="4922424" cy="685686"/>
          </a:xfrm>
          <a:prstGeom prst="rect">
            <a:avLst/>
          </a:prstGeom>
          <a:solidFill>
            <a:schemeClr val="bg1">
              <a:lumMod val="95000"/>
            </a:schemeClr>
          </a:solidFill>
        </p:spPr>
        <p:txBody>
          <a:bodyPr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With the launch of the VOC AI model, we are now able to monitor and identify the journeys and issues most responsible for inbound calls. A Taskforce has been put in place to improve the Pay Journey.</a:t>
            </a:r>
            <a:endParaRPr kumimoji="0" lang="en-SG"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graphicFrame>
        <p:nvGraphicFramePr>
          <p:cNvPr id="14" name="Chart 13">
            <a:extLst>
              <a:ext uri="{FF2B5EF4-FFF2-40B4-BE49-F238E27FC236}">
                <a16:creationId xmlns:a16="http://schemas.microsoft.com/office/drawing/2014/main" id="{F419058D-155E-FBE6-4761-405D8CF79B8C}"/>
              </a:ext>
            </a:extLst>
          </p:cNvPr>
          <p:cNvGraphicFramePr/>
          <p:nvPr/>
        </p:nvGraphicFramePr>
        <p:xfrm>
          <a:off x="6250686" y="1248057"/>
          <a:ext cx="4922425" cy="199943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9" name="Chart 48">
            <a:extLst>
              <a:ext uri="{FF2B5EF4-FFF2-40B4-BE49-F238E27FC236}">
                <a16:creationId xmlns:a16="http://schemas.microsoft.com/office/drawing/2014/main" id="{47A65280-238C-38C7-E628-AC1D6B397FAD}"/>
              </a:ext>
            </a:extLst>
          </p:cNvPr>
          <p:cNvGraphicFramePr/>
          <p:nvPr>
            <p:extLst>
              <p:ext uri="{D42A27DB-BD31-4B8C-83A1-F6EECF244321}">
                <p14:modId xmlns:p14="http://schemas.microsoft.com/office/powerpoint/2010/main" val="1223257105"/>
              </p:ext>
            </p:extLst>
          </p:nvPr>
        </p:nvGraphicFramePr>
        <p:xfrm>
          <a:off x="758077" y="1248057"/>
          <a:ext cx="4922425" cy="1999430"/>
        </p:xfrm>
        <a:graphic>
          <a:graphicData uri="http://schemas.openxmlformats.org/drawingml/2006/chart">
            <c:chart xmlns:c="http://schemas.openxmlformats.org/drawingml/2006/chart" xmlns:r="http://schemas.openxmlformats.org/officeDocument/2006/relationships" r:id="rId4"/>
          </a:graphicData>
        </a:graphic>
      </p:graphicFrame>
      <p:pic>
        <p:nvPicPr>
          <p:cNvPr id="58" name="Picture 57" descr="A green and white star&#10;&#10;AI-generated content may be incorrect.">
            <a:extLst>
              <a:ext uri="{FF2B5EF4-FFF2-40B4-BE49-F238E27FC236}">
                <a16:creationId xmlns:a16="http://schemas.microsoft.com/office/drawing/2014/main" id="{7F5BDA8C-0D09-A913-8980-CF3959D11C70}"/>
              </a:ext>
            </a:extLst>
          </p:cNvPr>
          <p:cNvPicPr>
            <a:picLocks noChangeAspect="1"/>
          </p:cNvPicPr>
          <p:nvPr/>
        </p:nvPicPr>
        <p:blipFill>
          <a:blip r:embed="rId5"/>
          <a:stretch>
            <a:fillRect/>
          </a:stretch>
        </p:blipFill>
        <p:spPr>
          <a:xfrm>
            <a:off x="256428" y="94285"/>
            <a:ext cx="546100" cy="736600"/>
          </a:xfrm>
          <a:prstGeom prst="rect">
            <a:avLst/>
          </a:prstGeom>
        </p:spPr>
      </p:pic>
      <p:graphicFrame>
        <p:nvGraphicFramePr>
          <p:cNvPr id="17" name="Chart 16">
            <a:extLst>
              <a:ext uri="{FF2B5EF4-FFF2-40B4-BE49-F238E27FC236}">
                <a16:creationId xmlns:a16="http://schemas.microsoft.com/office/drawing/2014/main" id="{ABF5F3F4-2792-04D2-2A85-44F9B576A879}"/>
              </a:ext>
            </a:extLst>
          </p:cNvPr>
          <p:cNvGraphicFramePr/>
          <p:nvPr>
            <p:extLst>
              <p:ext uri="{D42A27DB-BD31-4B8C-83A1-F6EECF244321}">
                <p14:modId xmlns:p14="http://schemas.microsoft.com/office/powerpoint/2010/main" val="2235956286"/>
              </p:ext>
            </p:extLst>
          </p:nvPr>
        </p:nvGraphicFramePr>
        <p:xfrm>
          <a:off x="6250686" y="4064977"/>
          <a:ext cx="4922425" cy="199943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 name="Table 2">
            <a:extLst>
              <a:ext uri="{FF2B5EF4-FFF2-40B4-BE49-F238E27FC236}">
                <a16:creationId xmlns:a16="http://schemas.microsoft.com/office/drawing/2014/main" id="{2200F4A9-7BDE-4070-3264-DC754D6EA9CA}"/>
              </a:ext>
            </a:extLst>
          </p:cNvPr>
          <p:cNvGraphicFramePr>
            <a:graphicFrameLocks noGrp="1"/>
          </p:cNvGraphicFramePr>
          <p:nvPr/>
        </p:nvGraphicFramePr>
        <p:xfrm>
          <a:off x="802528" y="4064977"/>
          <a:ext cx="4877973" cy="1972467"/>
        </p:xfrm>
        <a:graphic>
          <a:graphicData uri="http://schemas.openxmlformats.org/drawingml/2006/table">
            <a:tbl>
              <a:tblPr>
                <a:tableStyleId>{5C22544A-7EE6-4342-B048-85BDC9FD1C3A}</a:tableStyleId>
              </a:tblPr>
              <a:tblGrid>
                <a:gridCol w="843392">
                  <a:extLst>
                    <a:ext uri="{9D8B030D-6E8A-4147-A177-3AD203B41FA5}">
                      <a16:colId xmlns:a16="http://schemas.microsoft.com/office/drawing/2014/main" val="1410623999"/>
                    </a:ext>
                  </a:extLst>
                </a:gridCol>
                <a:gridCol w="1691640">
                  <a:extLst>
                    <a:ext uri="{9D8B030D-6E8A-4147-A177-3AD203B41FA5}">
                      <a16:colId xmlns:a16="http://schemas.microsoft.com/office/drawing/2014/main" val="1060708748"/>
                    </a:ext>
                  </a:extLst>
                </a:gridCol>
                <a:gridCol w="1668780">
                  <a:extLst>
                    <a:ext uri="{9D8B030D-6E8A-4147-A177-3AD203B41FA5}">
                      <a16:colId xmlns:a16="http://schemas.microsoft.com/office/drawing/2014/main" val="3013510614"/>
                    </a:ext>
                  </a:extLst>
                </a:gridCol>
                <a:gridCol w="674161">
                  <a:extLst>
                    <a:ext uri="{9D8B030D-6E8A-4147-A177-3AD203B41FA5}">
                      <a16:colId xmlns:a16="http://schemas.microsoft.com/office/drawing/2014/main" val="3443809316"/>
                    </a:ext>
                  </a:extLst>
                </a:gridCol>
              </a:tblGrid>
              <a:tr h="219163">
                <a:tc>
                  <a:txBody>
                    <a:bodyPr/>
                    <a:lstStyle/>
                    <a:p>
                      <a:pPr algn="l" fontAlgn="b">
                        <a:buNone/>
                      </a:pPr>
                      <a:r>
                        <a:rPr lang="en-US" sz="1200" b="1" u="none" strike="noStrike">
                          <a:effectLst/>
                        </a:rPr>
                        <a:t>Journey</a:t>
                      </a:r>
                      <a:endParaRPr lang="en-US" sz="1200" b="1"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200" b="1" u="none" strike="noStrike">
                          <a:effectLst/>
                        </a:rPr>
                        <a:t>StarHub CSAT/NPS</a:t>
                      </a:r>
                      <a:endParaRPr lang="en-US" sz="1200" b="1" i="0" u="none" strike="noStrike">
                        <a:solidFill>
                          <a:srgbClr val="00000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200" b="1" u="none" strike="noStrike">
                          <a:effectLst/>
                        </a:rPr>
                        <a:t>Industry Benchmark</a:t>
                      </a:r>
                      <a:endParaRPr lang="en-US" sz="1200" b="1" i="0" u="none" strike="noStrike">
                        <a:solidFill>
                          <a:srgbClr val="00000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200" b="1" u="none" strike="noStrike">
                          <a:effectLst/>
                        </a:rPr>
                        <a:t>Delta</a:t>
                      </a:r>
                      <a:endParaRPr lang="en-US" sz="1200" b="1" i="0" u="none" strike="noStrike">
                        <a:solidFill>
                          <a:srgbClr val="00000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80067693"/>
                  </a:ext>
                </a:extLst>
              </a:tr>
              <a:tr h="219163">
                <a:tc>
                  <a:txBody>
                    <a:bodyPr/>
                    <a:lstStyle/>
                    <a:p>
                      <a:pPr algn="l" fontAlgn="b">
                        <a:buNone/>
                      </a:pPr>
                      <a:r>
                        <a:rPr lang="en-US" sz="1200" u="none" strike="noStrike">
                          <a:effectLst/>
                        </a:rPr>
                        <a:t>Buy</a:t>
                      </a:r>
                      <a:endParaRPr lang="en-US"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9525" cap="flat" cmpd="sng" algn="ctr">
                      <a:solidFill>
                        <a:schemeClr val="tx1"/>
                      </a:solidFill>
                      <a:prstDash val="sysDot"/>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200" u="none" strike="noStrike">
                          <a:effectLst/>
                        </a:rPr>
                        <a:t>4.57</a:t>
                      </a:r>
                      <a:endParaRPr lang="en-US" sz="1200" b="0" i="0" u="none" strike="noStrike">
                        <a:solidFill>
                          <a:srgbClr val="00000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u="none" strike="noStrike">
                          <a:effectLst/>
                        </a:rPr>
                        <a:t>4.3</a:t>
                      </a:r>
                      <a:endParaRPr lang="en-US" sz="1200" b="0" i="0" u="none" strike="noStrike">
                        <a:solidFill>
                          <a:srgbClr val="00000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u="none" strike="noStrike">
                          <a:solidFill>
                            <a:srgbClr val="1BD760"/>
                          </a:solidFill>
                          <a:effectLst/>
                        </a:rPr>
                        <a:t>0.3</a:t>
                      </a:r>
                      <a:endParaRPr lang="en-US" sz="1200" b="0" i="0" u="none" strike="noStrike">
                        <a:solidFill>
                          <a:srgbClr val="1BD76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387241"/>
                  </a:ext>
                </a:extLst>
              </a:tr>
              <a:tr h="219163">
                <a:tc>
                  <a:txBody>
                    <a:bodyPr/>
                    <a:lstStyle/>
                    <a:p>
                      <a:pPr algn="l" fontAlgn="b">
                        <a:buNone/>
                      </a:pPr>
                      <a:r>
                        <a:rPr lang="en-US" sz="1200" u="none" strike="noStrike">
                          <a:effectLst/>
                        </a:rPr>
                        <a:t>Activate</a:t>
                      </a:r>
                      <a:endParaRPr lang="en-US"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200" u="none" strike="noStrike">
                          <a:effectLst/>
                        </a:rPr>
                        <a:t>4.77</a:t>
                      </a:r>
                      <a:endParaRPr lang="en-US" sz="1200" b="0" i="0" u="none" strike="noStrike">
                        <a:solidFill>
                          <a:srgbClr val="00000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u="none" strike="noStrike">
                          <a:effectLst/>
                        </a:rPr>
                        <a:t>4.4</a:t>
                      </a:r>
                      <a:endParaRPr lang="en-US" sz="1200" b="0" i="0" u="none" strike="noStrike">
                        <a:solidFill>
                          <a:srgbClr val="00000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u="none" strike="noStrike">
                          <a:solidFill>
                            <a:srgbClr val="1BD760"/>
                          </a:solidFill>
                          <a:effectLst/>
                        </a:rPr>
                        <a:t>0.4</a:t>
                      </a:r>
                      <a:endParaRPr lang="en-US" sz="1200" b="0" i="0" u="none" strike="noStrike">
                        <a:solidFill>
                          <a:srgbClr val="1BD76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13979"/>
                  </a:ext>
                </a:extLst>
              </a:tr>
              <a:tr h="219163">
                <a:tc>
                  <a:txBody>
                    <a:bodyPr/>
                    <a:lstStyle/>
                    <a:p>
                      <a:pPr algn="l" fontAlgn="b">
                        <a:buNone/>
                      </a:pPr>
                      <a:r>
                        <a:rPr lang="en-US" sz="1200" u="none" strike="noStrike">
                          <a:effectLst/>
                        </a:rPr>
                        <a:t>Get Help</a:t>
                      </a:r>
                      <a:endParaRPr lang="en-US"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200" u="none" strike="noStrike">
                          <a:effectLst/>
                        </a:rPr>
                        <a:t>3.52</a:t>
                      </a:r>
                      <a:endParaRPr lang="en-US" sz="1200" b="0" i="0" u="none" strike="noStrike">
                        <a:solidFill>
                          <a:srgbClr val="00000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u="none" strike="noStrike">
                          <a:effectLst/>
                        </a:rPr>
                        <a:t>4.3</a:t>
                      </a:r>
                      <a:endParaRPr lang="en-US" sz="1200" b="0" i="0" u="none" strike="noStrike">
                        <a:solidFill>
                          <a:srgbClr val="00000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u="none" strike="noStrike">
                          <a:solidFill>
                            <a:srgbClr val="C00000"/>
                          </a:solidFill>
                          <a:effectLst/>
                        </a:rPr>
                        <a:t>-0.8</a:t>
                      </a:r>
                      <a:endParaRPr lang="en-US" sz="1200" b="0" i="0" u="none" strike="noStrike">
                        <a:solidFill>
                          <a:srgbClr val="C0000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8300238"/>
                  </a:ext>
                </a:extLst>
              </a:tr>
              <a:tr h="219163">
                <a:tc>
                  <a:txBody>
                    <a:bodyPr/>
                    <a:lstStyle/>
                    <a:p>
                      <a:pPr algn="l" fontAlgn="b">
                        <a:buNone/>
                      </a:pPr>
                      <a:r>
                        <a:rPr lang="en-US" sz="1200" u="none" strike="noStrike">
                          <a:effectLst/>
                        </a:rPr>
                        <a:t>Pay</a:t>
                      </a:r>
                      <a:endParaRPr lang="en-US"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200" u="none" strike="noStrike">
                          <a:effectLst/>
                        </a:rPr>
                        <a:t>3.58</a:t>
                      </a:r>
                      <a:endParaRPr lang="en-US" sz="1200" b="0" i="0" u="none" strike="noStrike">
                        <a:solidFill>
                          <a:srgbClr val="00000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u="none" strike="noStrike">
                          <a:effectLst/>
                        </a:rPr>
                        <a:t>4.2</a:t>
                      </a:r>
                      <a:endParaRPr lang="en-US" sz="1200" b="0" i="0" u="none" strike="noStrike">
                        <a:solidFill>
                          <a:srgbClr val="00000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u="none" strike="noStrike">
                          <a:solidFill>
                            <a:srgbClr val="C00000"/>
                          </a:solidFill>
                          <a:effectLst/>
                        </a:rPr>
                        <a:t>-0.6</a:t>
                      </a:r>
                      <a:endParaRPr lang="en-US" sz="1200" b="0" i="0" u="none" strike="noStrike">
                        <a:solidFill>
                          <a:srgbClr val="C0000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2711007"/>
                  </a:ext>
                </a:extLst>
              </a:tr>
              <a:tr h="219163">
                <a:tc>
                  <a:txBody>
                    <a:bodyPr/>
                    <a:lstStyle/>
                    <a:p>
                      <a:pPr algn="l" fontAlgn="b">
                        <a:buNone/>
                      </a:pPr>
                      <a:r>
                        <a:rPr lang="en-US" sz="1200" u="none" strike="noStrike">
                          <a:effectLst/>
                        </a:rPr>
                        <a:t>Renew</a:t>
                      </a:r>
                      <a:endParaRPr lang="en-US"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200" u="none" strike="noStrike">
                          <a:effectLst/>
                        </a:rPr>
                        <a:t>4.76</a:t>
                      </a:r>
                      <a:endParaRPr lang="en-US" sz="1200" b="0" i="0" u="none" strike="noStrike">
                        <a:solidFill>
                          <a:srgbClr val="00000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u="none" strike="noStrike">
                          <a:effectLst/>
                        </a:rPr>
                        <a:t>4.4</a:t>
                      </a:r>
                      <a:endParaRPr lang="en-US" sz="1200" b="0" i="0" u="none" strike="noStrike">
                        <a:solidFill>
                          <a:srgbClr val="00000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u="none" strike="noStrike">
                          <a:solidFill>
                            <a:srgbClr val="1BD760"/>
                          </a:solidFill>
                          <a:effectLst/>
                        </a:rPr>
                        <a:t>0.4</a:t>
                      </a:r>
                      <a:endParaRPr lang="en-US" sz="1200" b="0" i="0" u="none" strike="noStrike">
                        <a:solidFill>
                          <a:srgbClr val="1BD76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8891557"/>
                  </a:ext>
                </a:extLst>
              </a:tr>
              <a:tr h="219163">
                <a:tc>
                  <a:txBody>
                    <a:bodyPr/>
                    <a:lstStyle/>
                    <a:p>
                      <a:pPr algn="l" fontAlgn="b">
                        <a:buNone/>
                      </a:pPr>
                      <a:r>
                        <a:rPr lang="en-US" sz="1200" u="none" strike="noStrike">
                          <a:effectLst/>
                        </a:rPr>
                        <a:t>Use - Ent</a:t>
                      </a:r>
                      <a:endParaRPr lang="en-US"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200" u="none" strike="noStrike">
                          <a:effectLst/>
                        </a:rPr>
                        <a:t>5.25</a:t>
                      </a:r>
                      <a:endParaRPr lang="en-US" sz="1200" b="0" i="0" u="none" strike="noStrike">
                        <a:solidFill>
                          <a:srgbClr val="00000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u="none" strike="noStrike">
                          <a:effectLst/>
                        </a:rPr>
                        <a:t>5.6</a:t>
                      </a:r>
                      <a:endParaRPr lang="en-US" sz="1200" b="0" i="0" u="none" strike="noStrike">
                        <a:solidFill>
                          <a:srgbClr val="00000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u="none" strike="noStrike">
                          <a:solidFill>
                            <a:srgbClr val="FFC000"/>
                          </a:solidFill>
                          <a:effectLst/>
                        </a:rPr>
                        <a:t>-0.4</a:t>
                      </a:r>
                      <a:endParaRPr lang="en-US" sz="1200" b="0" i="0" u="none" strike="noStrike">
                        <a:solidFill>
                          <a:srgbClr val="FFC00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6994735"/>
                  </a:ext>
                </a:extLst>
              </a:tr>
              <a:tr h="219163">
                <a:tc>
                  <a:txBody>
                    <a:bodyPr/>
                    <a:lstStyle/>
                    <a:p>
                      <a:pPr algn="l" fontAlgn="b">
                        <a:buNone/>
                      </a:pPr>
                      <a:r>
                        <a:rPr lang="en-US" sz="1200" u="none" strike="noStrike">
                          <a:effectLst/>
                        </a:rPr>
                        <a:t>Use - BB</a:t>
                      </a:r>
                      <a:endParaRPr lang="en-US"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200" u="none" strike="noStrike">
                          <a:effectLst/>
                        </a:rPr>
                        <a:t>5.37</a:t>
                      </a:r>
                      <a:endParaRPr lang="en-US" sz="1200" b="0" i="0" u="none" strike="noStrike">
                        <a:solidFill>
                          <a:srgbClr val="00000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u="none" strike="noStrike">
                          <a:effectLst/>
                        </a:rPr>
                        <a:t>5.7</a:t>
                      </a:r>
                      <a:endParaRPr lang="en-US" sz="1200" b="0" i="0" u="none" strike="noStrike">
                        <a:solidFill>
                          <a:srgbClr val="00000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u="none" strike="noStrike">
                          <a:solidFill>
                            <a:srgbClr val="FFC000"/>
                          </a:solidFill>
                          <a:effectLst/>
                        </a:rPr>
                        <a:t>-0.3</a:t>
                      </a:r>
                      <a:endParaRPr lang="en-US" sz="1200" b="0" i="0" u="none" strike="noStrike">
                        <a:solidFill>
                          <a:srgbClr val="FFC00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4072741"/>
                  </a:ext>
                </a:extLst>
              </a:tr>
              <a:tr h="219163">
                <a:tc>
                  <a:txBody>
                    <a:bodyPr/>
                    <a:lstStyle/>
                    <a:p>
                      <a:pPr algn="l" fontAlgn="b">
                        <a:buNone/>
                      </a:pPr>
                      <a:r>
                        <a:rPr lang="en-US" sz="1200" u="none" strike="noStrike">
                          <a:effectLst/>
                        </a:rPr>
                        <a:t>Use - Mob</a:t>
                      </a:r>
                      <a:endParaRPr lang="en-US"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US" sz="1200" u="none" strike="noStrike">
                          <a:effectLst/>
                        </a:rPr>
                        <a:t>6.45</a:t>
                      </a:r>
                      <a:endParaRPr lang="en-US" sz="1200" b="0" i="0" u="none" strike="noStrike">
                        <a:solidFill>
                          <a:srgbClr val="00000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u="none" strike="noStrike">
                          <a:effectLst/>
                        </a:rPr>
                        <a:t>6</a:t>
                      </a:r>
                      <a:endParaRPr lang="en-US" sz="1200" b="0" i="0" u="none" strike="noStrike">
                        <a:solidFill>
                          <a:srgbClr val="00000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200" u="none" strike="noStrike">
                          <a:solidFill>
                            <a:srgbClr val="1BD760"/>
                          </a:solidFill>
                          <a:effectLst/>
                        </a:rPr>
                        <a:t>0.5</a:t>
                      </a:r>
                      <a:endParaRPr lang="en-US" sz="1200" b="0" i="0" u="none" strike="noStrike">
                        <a:solidFill>
                          <a:srgbClr val="1BD760"/>
                        </a:solidFill>
                        <a:effectLst/>
                        <a:latin typeface="Aptos Narrow" panose="020B0004020202020204" pitchFamily="34" charset="0"/>
                      </a:endParaRPr>
                    </a:p>
                  </a:txBody>
                  <a:tcPr marL="9525" marR="9525" marT="9525" marB="0" anchor="b">
                    <a:lnL w="952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4464702"/>
                  </a:ext>
                </a:extLst>
              </a:tr>
            </a:tbl>
          </a:graphicData>
        </a:graphic>
      </p:graphicFrame>
      <p:sp>
        <p:nvSpPr>
          <p:cNvPr id="2" name="Text Placeholder 6">
            <a:extLst>
              <a:ext uri="{FF2B5EF4-FFF2-40B4-BE49-F238E27FC236}">
                <a16:creationId xmlns:a16="http://schemas.microsoft.com/office/drawing/2014/main" id="{6D471C4B-EC5C-809F-F567-A6CD9747CDAC}"/>
              </a:ext>
            </a:extLst>
          </p:cNvPr>
          <p:cNvSpPr txBox="1">
            <a:spLocks/>
          </p:cNvSpPr>
          <p:nvPr/>
        </p:nvSpPr>
        <p:spPr>
          <a:xfrm>
            <a:off x="758078" y="134098"/>
            <a:ext cx="10804728" cy="58578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None/>
              <a:defRPr sz="3200" b="1" i="0" kern="1200" baseline="0">
                <a:solidFill>
                  <a:srgbClr val="1ED760"/>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en-US">
                <a:latin typeface="Segoe UI"/>
              </a:rPr>
              <a:t>2025 Customer Experience Performance</a:t>
            </a:r>
          </a:p>
        </p:txBody>
      </p:sp>
      <p:sp>
        <p:nvSpPr>
          <p:cNvPr id="4" name="Text Placeholder 2">
            <a:extLst>
              <a:ext uri="{FF2B5EF4-FFF2-40B4-BE49-F238E27FC236}">
                <a16:creationId xmlns:a16="http://schemas.microsoft.com/office/drawing/2014/main" id="{01FFD2B6-1679-46E4-82E5-9CB567DB3B17}"/>
              </a:ext>
            </a:extLst>
          </p:cNvPr>
          <p:cNvSpPr txBox="1">
            <a:spLocks/>
          </p:cNvSpPr>
          <p:nvPr/>
        </p:nvSpPr>
        <p:spPr>
          <a:xfrm>
            <a:off x="758078" y="627222"/>
            <a:ext cx="10415033" cy="489026"/>
          </a:xfrm>
          <a:prstGeom prst="rect">
            <a:avLst/>
          </a:prstGeom>
        </p:spPr>
        <p:txBody>
          <a:bodyPr lIns="91440" tIns="45720" rIns="91440" bIns="45720" anchor="t">
            <a:no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en-US" sz="1600">
                <a:solidFill>
                  <a:srgbClr val="1BD760"/>
                </a:solidFill>
                <a:latin typeface="Segoe UI"/>
              </a:rPr>
              <a:t>Early signs show a positive Customer Experience for Supernova plans. This positive impact is expected to grow as the customer base is migrated to Supernova Mobile and Supernova Home will launch.</a:t>
            </a:r>
          </a:p>
        </p:txBody>
      </p:sp>
      <p:sp>
        <p:nvSpPr>
          <p:cNvPr id="5" name="TextBox 4">
            <a:extLst>
              <a:ext uri="{FF2B5EF4-FFF2-40B4-BE49-F238E27FC236}">
                <a16:creationId xmlns:a16="http://schemas.microsoft.com/office/drawing/2014/main" id="{3BB78196-3E5D-D4BC-8461-A8DB32AE947C}"/>
              </a:ext>
            </a:extLst>
          </p:cNvPr>
          <p:cNvSpPr txBox="1"/>
          <p:nvPr/>
        </p:nvSpPr>
        <p:spPr>
          <a:xfrm>
            <a:off x="11931992" y="6573149"/>
            <a:ext cx="260008" cy="261610"/>
          </a:xfrm>
          <a:prstGeom prst="rect">
            <a:avLst/>
          </a:prstGeom>
          <a:noFill/>
        </p:spPr>
        <p:txBody>
          <a:bodyPr wrap="none" rtlCol="0">
            <a:spAutoFit/>
          </a:bodyPr>
          <a:lstStyle/>
          <a:p>
            <a:fld id="{946CA25D-DF5D-8344-B9AA-B6983B6411BE}" type="slidenum">
              <a:rPr lang="en-US" sz="1100" smtClean="0">
                <a:solidFill>
                  <a:schemeClr val="bg1">
                    <a:lumMod val="65000"/>
                  </a:schemeClr>
                </a:solidFill>
              </a:rPr>
              <a:t>4</a:t>
            </a:fld>
            <a:endParaRPr lang="en-US" sz="1100">
              <a:solidFill>
                <a:schemeClr val="bg1">
                  <a:lumMod val="65000"/>
                </a:schemeClr>
              </a:solidFill>
            </a:endParaRPr>
          </a:p>
        </p:txBody>
      </p:sp>
    </p:spTree>
    <p:extLst>
      <p:ext uri="{BB962C8B-B14F-4D97-AF65-F5344CB8AC3E}">
        <p14:creationId xmlns:p14="http://schemas.microsoft.com/office/powerpoint/2010/main" val="669954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188A6-43F2-7975-31B5-B979ACCDAFA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56839AB-87C7-706D-B5FC-E1317F9D9F0D}"/>
              </a:ext>
            </a:extLst>
          </p:cNvPr>
          <p:cNvSpPr>
            <a:spLocks noGrp="1"/>
          </p:cNvSpPr>
          <p:nvPr>
            <p:ph type="body" sz="quarter" idx="16"/>
          </p:nvPr>
        </p:nvSpPr>
        <p:spPr>
          <a:xfrm>
            <a:off x="1163171" y="2892212"/>
            <a:ext cx="9865659" cy="1188900"/>
          </a:xfrm>
        </p:spPr>
        <p:txBody>
          <a:bodyPr>
            <a:normAutofit/>
          </a:bodyPr>
          <a:lstStyle/>
          <a:p>
            <a:r>
              <a:rPr lang="en-US" sz="3600"/>
              <a:t>Customer Journeys Implementation</a:t>
            </a:r>
          </a:p>
        </p:txBody>
      </p:sp>
    </p:spTree>
    <p:extLst>
      <p:ext uri="{BB962C8B-B14F-4D97-AF65-F5344CB8AC3E}">
        <p14:creationId xmlns:p14="http://schemas.microsoft.com/office/powerpoint/2010/main" val="3233638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26C95-CB6D-F874-2605-1984A25DE666}"/>
            </a:ext>
          </a:extLst>
        </p:cNvPr>
        <p:cNvGrpSpPr/>
        <p:nvPr/>
      </p:nvGrpSpPr>
      <p:grpSpPr>
        <a:xfrm>
          <a:off x="0" y="0"/>
          <a:ext cx="0" cy="0"/>
          <a:chOff x="0" y="0"/>
          <a:chExt cx="0" cy="0"/>
        </a:xfrm>
      </p:grpSpPr>
      <p:graphicFrame>
        <p:nvGraphicFramePr>
          <p:cNvPr id="55" name="think-cell data - do not delete" hidden="1">
            <a:extLst>
              <a:ext uri="{FF2B5EF4-FFF2-40B4-BE49-F238E27FC236}">
                <a16:creationId xmlns:a16="http://schemas.microsoft.com/office/drawing/2014/main" id="{8FE8A21E-4203-9770-BCE5-7DA571BD2DAD}"/>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55" name="think-cell data - do not delete" hidden="1">
                        <a:extLst>
                          <a:ext uri="{FF2B5EF4-FFF2-40B4-BE49-F238E27FC236}">
                            <a16:creationId xmlns:a16="http://schemas.microsoft.com/office/drawing/2014/main" id="{8FE8A21E-4203-9770-BCE5-7DA571BD2DA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4" name="Rectangle 53">
            <a:extLst>
              <a:ext uri="{FF2B5EF4-FFF2-40B4-BE49-F238E27FC236}">
                <a16:creationId xmlns:a16="http://schemas.microsoft.com/office/drawing/2014/main" id="{5375A8B0-23C6-2E49-74B1-360A3643D662}"/>
              </a:ext>
            </a:extLst>
          </p:cNvPr>
          <p:cNvSpPr/>
          <p:nvPr/>
        </p:nvSpPr>
        <p:spPr>
          <a:xfrm>
            <a:off x="1215002" y="3887445"/>
            <a:ext cx="10142336" cy="166566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Text Placeholder 3">
            <a:extLst>
              <a:ext uri="{FF2B5EF4-FFF2-40B4-BE49-F238E27FC236}">
                <a16:creationId xmlns:a16="http://schemas.microsoft.com/office/drawing/2014/main" id="{14E85920-3448-1563-C004-89D91AB88951}"/>
              </a:ext>
            </a:extLst>
          </p:cNvPr>
          <p:cNvSpPr>
            <a:spLocks noGrp="1"/>
          </p:cNvSpPr>
          <p:nvPr>
            <p:ph type="body" sz="quarter" idx="15"/>
          </p:nvPr>
        </p:nvSpPr>
        <p:spPr>
          <a:xfrm>
            <a:off x="1256027" y="2739429"/>
            <a:ext cx="1601768" cy="1056505"/>
          </a:xfrm>
        </p:spPr>
        <p:txBody>
          <a:bodyPr wrap="square">
            <a:noAutofit/>
          </a:bodyPr>
          <a:lstStyle/>
          <a:p>
            <a:pPr>
              <a:spcBef>
                <a:spcPts val="300"/>
              </a:spcBef>
            </a:pPr>
            <a:r>
              <a:rPr lang="en-SG" sz="1100"/>
              <a:t>From </a:t>
            </a:r>
            <a:r>
              <a:rPr lang="en-SG" sz="1100" b="1"/>
              <a:t>initial contact </a:t>
            </a:r>
            <a:r>
              <a:rPr lang="en-SG" sz="1100"/>
              <a:t>to </a:t>
            </a:r>
            <a:r>
              <a:rPr lang="en-SG" sz="1100" b="1"/>
              <a:t>purchase</a:t>
            </a:r>
            <a:r>
              <a:rPr lang="en-SG" sz="1100"/>
              <a:t>, through any channel including </a:t>
            </a:r>
            <a:r>
              <a:rPr lang="en-SG" sz="1100" b="1"/>
              <a:t>web</a:t>
            </a:r>
            <a:r>
              <a:rPr lang="en-SG" sz="1100"/>
              <a:t>, </a:t>
            </a:r>
            <a:r>
              <a:rPr lang="en-SG" sz="1100" b="1"/>
              <a:t>app</a:t>
            </a:r>
            <a:r>
              <a:rPr lang="en-SG" sz="1100"/>
              <a:t>, </a:t>
            </a:r>
            <a:r>
              <a:rPr lang="en-SG" sz="1100" b="1"/>
              <a:t>telesales/call centre</a:t>
            </a:r>
            <a:r>
              <a:rPr lang="en-SG" sz="1100"/>
              <a:t>, and </a:t>
            </a:r>
            <a:r>
              <a:rPr lang="en-SG" sz="1100" b="1"/>
              <a:t>shops</a:t>
            </a:r>
          </a:p>
        </p:txBody>
      </p:sp>
      <p:sp>
        <p:nvSpPr>
          <p:cNvPr id="33" name="Rectangle 32">
            <a:extLst>
              <a:ext uri="{FF2B5EF4-FFF2-40B4-BE49-F238E27FC236}">
                <a16:creationId xmlns:a16="http://schemas.microsoft.com/office/drawing/2014/main" id="{0A17DD03-9EA0-A270-BB78-D27887B40437}"/>
              </a:ext>
            </a:extLst>
          </p:cNvPr>
          <p:cNvSpPr/>
          <p:nvPr/>
        </p:nvSpPr>
        <p:spPr>
          <a:xfrm>
            <a:off x="1256026" y="1244035"/>
            <a:ext cx="10066244" cy="408318"/>
          </a:xfrm>
          <a:prstGeom prst="rect">
            <a:avLst/>
          </a:prstGeom>
          <a:solidFill>
            <a:srgbClr val="1E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a:ln>
                  <a:noFill/>
                </a:ln>
                <a:solidFill>
                  <a:prstClr val="white"/>
                </a:solidFill>
                <a:effectLst/>
                <a:uLnTx/>
                <a:uFillTx/>
                <a:latin typeface="Segoe UI"/>
                <a:ea typeface="+mn-ea"/>
                <a:cs typeface="+mn-cs"/>
              </a:rPr>
              <a:t>StarHub customer lifecycle and journeys</a:t>
            </a:r>
          </a:p>
        </p:txBody>
      </p:sp>
      <p:sp>
        <p:nvSpPr>
          <p:cNvPr id="17" name="Text Placeholder 3">
            <a:extLst>
              <a:ext uri="{FF2B5EF4-FFF2-40B4-BE49-F238E27FC236}">
                <a16:creationId xmlns:a16="http://schemas.microsoft.com/office/drawing/2014/main" id="{1296A77E-04BD-6005-8F8E-AF0F72865122}"/>
              </a:ext>
            </a:extLst>
          </p:cNvPr>
          <p:cNvSpPr txBox="1">
            <a:spLocks/>
          </p:cNvSpPr>
          <p:nvPr/>
        </p:nvSpPr>
        <p:spPr>
          <a:xfrm>
            <a:off x="4641817" y="2739429"/>
            <a:ext cx="1601768" cy="1056505"/>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1000"/>
              </a:spcBef>
              <a:buFont typeface="Wingdings" panose="05000000000000000000" pitchFamily="2" charset="2"/>
              <a:buNone/>
              <a:defRPr sz="18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ts val="300"/>
              </a:spcBef>
              <a:spcAft>
                <a:spcPts val="0"/>
              </a:spcAft>
              <a:buClrTx/>
              <a:buSzTx/>
              <a:tabLst/>
              <a:defRPr/>
            </a:pPr>
            <a:r>
              <a:rPr kumimoji="0" lang="en-SG" sz="1100" b="1" i="0" u="none" strike="noStrike" kern="1200" cap="none" spc="0" normalizeH="0" baseline="0" noProof="0">
                <a:ln>
                  <a:noFill/>
                </a:ln>
                <a:solidFill>
                  <a:prstClr val="black"/>
                </a:solidFill>
                <a:effectLst/>
                <a:uLnTx/>
                <a:uFillTx/>
                <a:latin typeface="Segoe UI"/>
                <a:ea typeface="+mn-ea"/>
                <a:cs typeface="+mn-cs"/>
              </a:rPr>
              <a:t>Use</a:t>
            </a:r>
            <a:r>
              <a:rPr kumimoji="0" lang="en-SG" sz="1100" b="0" i="0" u="none" strike="noStrike" kern="1200" cap="none" spc="0" normalizeH="0" baseline="0" noProof="0">
                <a:ln>
                  <a:noFill/>
                </a:ln>
                <a:solidFill>
                  <a:prstClr val="black"/>
                </a:solidFill>
                <a:effectLst/>
                <a:uLnTx/>
                <a:uFillTx/>
                <a:latin typeface="Segoe UI"/>
                <a:ea typeface="+mn-ea"/>
                <a:cs typeface="+mn-cs"/>
              </a:rPr>
              <a:t> of products, including </a:t>
            </a:r>
            <a:r>
              <a:rPr kumimoji="0" lang="en-SG" sz="1100" b="1" i="0" u="none" strike="noStrike" kern="1200" cap="none" spc="0" normalizeH="0" baseline="0" noProof="0">
                <a:ln>
                  <a:noFill/>
                </a:ln>
                <a:solidFill>
                  <a:prstClr val="black"/>
                </a:solidFill>
                <a:effectLst/>
                <a:uLnTx/>
                <a:uFillTx/>
                <a:latin typeface="Segoe UI"/>
                <a:ea typeface="+mn-ea"/>
                <a:cs typeface="+mn-cs"/>
              </a:rPr>
              <a:t>product </a:t>
            </a:r>
            <a:r>
              <a:rPr kumimoji="0" lang="en-SG" sz="1100" b="0" i="0" u="none" strike="noStrike" kern="1200" cap="none" spc="0" normalizeH="0" baseline="0" noProof="0">
                <a:ln>
                  <a:noFill/>
                </a:ln>
                <a:solidFill>
                  <a:prstClr val="black"/>
                </a:solidFill>
                <a:effectLst/>
                <a:uLnTx/>
                <a:uFillTx/>
                <a:latin typeface="Segoe UI"/>
                <a:ea typeface="+mn-ea"/>
                <a:cs typeface="+mn-cs"/>
              </a:rPr>
              <a:t>(plus partner services) and </a:t>
            </a:r>
            <a:r>
              <a:rPr kumimoji="0" lang="en-SG" sz="1100" b="1" i="0" u="none" strike="noStrike" kern="1200" cap="none" spc="0" normalizeH="0" baseline="0" noProof="0">
                <a:ln>
                  <a:noFill/>
                </a:ln>
                <a:solidFill>
                  <a:prstClr val="black"/>
                </a:solidFill>
                <a:effectLst/>
                <a:uLnTx/>
                <a:uFillTx/>
                <a:latin typeface="Segoe UI"/>
                <a:ea typeface="+mn-ea"/>
                <a:cs typeface="+mn-cs"/>
              </a:rPr>
              <a:t>network </a:t>
            </a:r>
            <a:r>
              <a:rPr kumimoji="0" lang="en-SG" sz="1100" b="0" i="0" u="none" strike="noStrike" kern="1200" cap="none" spc="0" normalizeH="0" baseline="0" noProof="0">
                <a:ln>
                  <a:noFill/>
                </a:ln>
                <a:solidFill>
                  <a:prstClr val="black"/>
                </a:solidFill>
                <a:effectLst/>
                <a:uLnTx/>
                <a:uFillTx/>
                <a:latin typeface="Segoe UI"/>
                <a:ea typeface="+mn-ea"/>
                <a:cs typeface="+mn-cs"/>
              </a:rPr>
              <a:t>performance</a:t>
            </a:r>
          </a:p>
          <a:p>
            <a:pPr marR="0" lvl="0" algn="l" defTabSz="914400" rtl="0" eaLnBrk="1" fontAlgn="auto" latinLnBrk="0" hangingPunct="1">
              <a:lnSpc>
                <a:spcPct val="100000"/>
              </a:lnSpc>
              <a:spcBef>
                <a:spcPts val="300"/>
              </a:spcBef>
              <a:spcAft>
                <a:spcPts val="0"/>
              </a:spcAft>
              <a:buClrTx/>
              <a:buSzTx/>
              <a:tabLst/>
              <a:defRPr/>
            </a:pPr>
            <a:endParaRPr kumimoji="0" lang="en-SG" sz="1100" b="0" i="0" u="none" strike="noStrike" kern="1200" cap="none" spc="0" normalizeH="0" baseline="0" noProof="0">
              <a:ln>
                <a:noFill/>
              </a:ln>
              <a:solidFill>
                <a:prstClr val="black"/>
              </a:solidFill>
              <a:effectLst/>
              <a:uLnTx/>
              <a:uFillTx/>
              <a:latin typeface="Segoe UI"/>
              <a:ea typeface="+mn-ea"/>
              <a:cs typeface="+mn-cs"/>
            </a:endParaRPr>
          </a:p>
        </p:txBody>
      </p:sp>
      <p:sp>
        <p:nvSpPr>
          <p:cNvPr id="19" name="Text Placeholder 3">
            <a:extLst>
              <a:ext uri="{FF2B5EF4-FFF2-40B4-BE49-F238E27FC236}">
                <a16:creationId xmlns:a16="http://schemas.microsoft.com/office/drawing/2014/main" id="{8F60B1A6-8546-6008-5635-F6664262FD54}"/>
              </a:ext>
            </a:extLst>
          </p:cNvPr>
          <p:cNvSpPr txBox="1">
            <a:spLocks/>
          </p:cNvSpPr>
          <p:nvPr/>
        </p:nvSpPr>
        <p:spPr>
          <a:xfrm>
            <a:off x="6334712" y="2739429"/>
            <a:ext cx="1601768" cy="1056505"/>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1000"/>
              </a:spcBef>
              <a:buFont typeface="Wingdings" panose="05000000000000000000" pitchFamily="2" charset="2"/>
              <a:buNone/>
              <a:defRPr sz="18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ts val="300"/>
              </a:spcBef>
              <a:spcAft>
                <a:spcPts val="0"/>
              </a:spcAft>
              <a:buClrTx/>
              <a:buSzTx/>
              <a:tabLst/>
              <a:defRPr/>
            </a:pPr>
            <a:r>
              <a:rPr kumimoji="0" lang="en-SG" sz="1100" b="1" i="0" u="none" strike="noStrike" kern="1200" cap="none" spc="0" normalizeH="0" baseline="0" noProof="0">
                <a:ln>
                  <a:noFill/>
                </a:ln>
                <a:solidFill>
                  <a:prstClr val="black"/>
                </a:solidFill>
                <a:effectLst/>
                <a:uLnTx/>
                <a:uFillTx/>
                <a:latin typeface="Segoe UI"/>
                <a:ea typeface="+mn-ea"/>
                <a:cs typeface="+mn-cs"/>
              </a:rPr>
              <a:t>Support</a:t>
            </a:r>
            <a:r>
              <a:rPr kumimoji="0" lang="en-SG" sz="1100" b="0" i="0" u="none" strike="noStrike" kern="1200" cap="none" spc="0" normalizeH="0" baseline="0" noProof="0">
                <a:ln>
                  <a:noFill/>
                </a:ln>
                <a:solidFill>
                  <a:prstClr val="black"/>
                </a:solidFill>
                <a:effectLst/>
                <a:uLnTx/>
                <a:uFillTx/>
                <a:latin typeface="Segoe UI"/>
                <a:ea typeface="+mn-ea"/>
                <a:cs typeface="+mn-cs"/>
              </a:rPr>
              <a:t> with any issues, including </a:t>
            </a:r>
            <a:r>
              <a:rPr kumimoji="0" lang="en-SG" sz="1100" b="1" i="0" u="none" strike="noStrike" kern="1200" cap="none" spc="0" normalizeH="0" baseline="0" noProof="0">
                <a:ln>
                  <a:noFill/>
                </a:ln>
                <a:solidFill>
                  <a:prstClr val="black"/>
                </a:solidFill>
                <a:effectLst/>
                <a:uLnTx/>
                <a:uFillTx/>
                <a:latin typeface="Segoe UI"/>
                <a:ea typeface="+mn-ea"/>
                <a:cs typeface="+mn-cs"/>
              </a:rPr>
              <a:t>web</a:t>
            </a:r>
            <a:r>
              <a:rPr kumimoji="0" lang="en-SG" sz="1100" b="0" i="0" u="none" strike="noStrike" kern="1200" cap="none" spc="0" normalizeH="0" baseline="0" noProof="0">
                <a:ln>
                  <a:noFill/>
                </a:ln>
                <a:solidFill>
                  <a:prstClr val="black"/>
                </a:solidFill>
                <a:effectLst/>
                <a:uLnTx/>
                <a:uFillTx/>
                <a:latin typeface="Segoe UI"/>
                <a:ea typeface="+mn-ea"/>
                <a:cs typeface="+mn-cs"/>
              </a:rPr>
              <a:t>, </a:t>
            </a:r>
            <a:r>
              <a:rPr kumimoji="0" lang="en-SG" sz="1100" b="1" i="0" u="none" strike="noStrike" kern="1200" cap="none" spc="0" normalizeH="0" baseline="0" noProof="0">
                <a:ln>
                  <a:noFill/>
                </a:ln>
                <a:solidFill>
                  <a:prstClr val="black"/>
                </a:solidFill>
                <a:effectLst/>
                <a:uLnTx/>
                <a:uFillTx/>
                <a:latin typeface="Segoe UI"/>
                <a:ea typeface="+mn-ea"/>
                <a:cs typeface="+mn-cs"/>
              </a:rPr>
              <a:t>app</a:t>
            </a:r>
            <a:r>
              <a:rPr kumimoji="0" lang="en-SG" sz="1100" b="0" i="0" u="none" strike="noStrike" kern="1200" cap="none" spc="0" normalizeH="0" baseline="0" noProof="0">
                <a:ln>
                  <a:noFill/>
                </a:ln>
                <a:solidFill>
                  <a:prstClr val="black"/>
                </a:solidFill>
                <a:effectLst/>
                <a:uLnTx/>
                <a:uFillTx/>
                <a:latin typeface="Segoe UI"/>
                <a:ea typeface="+mn-ea"/>
                <a:cs typeface="+mn-cs"/>
              </a:rPr>
              <a:t>, </a:t>
            </a:r>
            <a:r>
              <a:rPr kumimoji="0" lang="en-SG" sz="1100" b="1" i="0" u="none" strike="noStrike" kern="1200" cap="none" spc="0" normalizeH="0" baseline="0" noProof="0">
                <a:ln>
                  <a:noFill/>
                </a:ln>
                <a:solidFill>
                  <a:prstClr val="black"/>
                </a:solidFill>
                <a:effectLst/>
                <a:uLnTx/>
                <a:uFillTx/>
                <a:latin typeface="Segoe UI"/>
                <a:ea typeface="+mn-ea"/>
                <a:cs typeface="+mn-cs"/>
              </a:rPr>
              <a:t>call centre </a:t>
            </a:r>
            <a:r>
              <a:rPr kumimoji="0" lang="en-SG" sz="1100" b="0" i="0" u="none" strike="noStrike" kern="1200" cap="none" spc="0" normalizeH="0" baseline="0" noProof="0">
                <a:ln>
                  <a:noFill/>
                </a:ln>
                <a:solidFill>
                  <a:prstClr val="black"/>
                </a:solidFill>
                <a:effectLst/>
                <a:uLnTx/>
                <a:uFillTx/>
                <a:latin typeface="Segoe UI"/>
                <a:ea typeface="+mn-ea"/>
                <a:cs typeface="+mn-cs"/>
              </a:rPr>
              <a:t>and </a:t>
            </a:r>
            <a:r>
              <a:rPr kumimoji="0" lang="en-SG" sz="1100" b="1" i="0" u="none" strike="noStrike" kern="1200" cap="none" spc="0" normalizeH="0" baseline="0" noProof="0">
                <a:ln>
                  <a:noFill/>
                </a:ln>
                <a:solidFill>
                  <a:prstClr val="black"/>
                </a:solidFill>
                <a:effectLst/>
                <a:uLnTx/>
                <a:uFillTx/>
                <a:latin typeface="Segoe UI"/>
                <a:ea typeface="+mn-ea"/>
                <a:cs typeface="+mn-cs"/>
              </a:rPr>
              <a:t>shops</a:t>
            </a:r>
          </a:p>
          <a:p>
            <a:pPr marR="0" lvl="0" algn="l" defTabSz="914400" rtl="0" eaLnBrk="1" fontAlgn="auto" latinLnBrk="0" hangingPunct="1">
              <a:lnSpc>
                <a:spcPct val="100000"/>
              </a:lnSpc>
              <a:spcBef>
                <a:spcPts val="300"/>
              </a:spcBef>
              <a:spcAft>
                <a:spcPts val="0"/>
              </a:spcAft>
              <a:buClrTx/>
              <a:buSzTx/>
              <a:tabLst/>
              <a:defRPr/>
            </a:pPr>
            <a:endParaRPr kumimoji="0" lang="en-SG" sz="1100" b="0" i="0" u="none" strike="noStrike" kern="1200" cap="none" spc="0" normalizeH="0" baseline="0" noProof="0">
              <a:ln>
                <a:noFill/>
              </a:ln>
              <a:solidFill>
                <a:prstClr val="black"/>
              </a:solidFill>
              <a:effectLst/>
              <a:uLnTx/>
              <a:uFillTx/>
              <a:latin typeface="Segoe UI"/>
              <a:ea typeface="+mn-ea"/>
              <a:cs typeface="+mn-cs"/>
            </a:endParaRPr>
          </a:p>
        </p:txBody>
      </p:sp>
      <p:sp>
        <p:nvSpPr>
          <p:cNvPr id="20" name="Text Placeholder 3">
            <a:extLst>
              <a:ext uri="{FF2B5EF4-FFF2-40B4-BE49-F238E27FC236}">
                <a16:creationId xmlns:a16="http://schemas.microsoft.com/office/drawing/2014/main" id="{B148369F-AC51-7CFC-278F-33B4F7FF4296}"/>
              </a:ext>
            </a:extLst>
          </p:cNvPr>
          <p:cNvSpPr txBox="1">
            <a:spLocks/>
          </p:cNvSpPr>
          <p:nvPr/>
        </p:nvSpPr>
        <p:spPr>
          <a:xfrm>
            <a:off x="8027607" y="2739429"/>
            <a:ext cx="1601768" cy="1056505"/>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1000"/>
              </a:spcBef>
              <a:buFont typeface="Wingdings" panose="05000000000000000000" pitchFamily="2" charset="2"/>
              <a:buNone/>
              <a:defRPr sz="18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ts val="300"/>
              </a:spcBef>
              <a:spcAft>
                <a:spcPts val="0"/>
              </a:spcAft>
              <a:buClrTx/>
              <a:buSzTx/>
              <a:tabLst/>
              <a:defRPr/>
            </a:pPr>
            <a:r>
              <a:rPr kumimoji="0" lang="en-SG" sz="1100" b="0" i="0" u="none" strike="noStrike" kern="1200" cap="none" spc="0" normalizeH="0" baseline="0" noProof="0">
                <a:ln>
                  <a:noFill/>
                </a:ln>
                <a:solidFill>
                  <a:prstClr val="black"/>
                </a:solidFill>
                <a:effectLst/>
                <a:uLnTx/>
                <a:uFillTx/>
                <a:latin typeface="Segoe UI"/>
                <a:ea typeface="+mn-ea"/>
                <a:cs typeface="+mn-cs"/>
              </a:rPr>
              <a:t>Set-up, reminders, viewing and </a:t>
            </a:r>
            <a:r>
              <a:rPr kumimoji="0" lang="en-SG" sz="1100" b="1" i="0" u="none" strike="noStrike" kern="1200" cap="none" spc="0" normalizeH="0" baseline="0" noProof="0">
                <a:ln>
                  <a:noFill/>
                </a:ln>
                <a:solidFill>
                  <a:prstClr val="black"/>
                </a:solidFill>
                <a:effectLst/>
                <a:uLnTx/>
                <a:uFillTx/>
                <a:latin typeface="Segoe UI"/>
                <a:ea typeface="+mn-ea"/>
                <a:cs typeface="+mn-cs"/>
              </a:rPr>
              <a:t>payment</a:t>
            </a:r>
            <a:r>
              <a:rPr kumimoji="0" lang="en-SG" sz="1100" b="0" i="0" u="none" strike="noStrike" kern="1200" cap="none" spc="0" normalizeH="0" baseline="0" noProof="0">
                <a:ln>
                  <a:noFill/>
                </a:ln>
                <a:solidFill>
                  <a:prstClr val="black"/>
                </a:solidFill>
                <a:effectLst/>
                <a:uLnTx/>
                <a:uFillTx/>
                <a:latin typeface="Segoe UI"/>
                <a:ea typeface="+mn-ea"/>
                <a:cs typeface="+mn-cs"/>
              </a:rPr>
              <a:t> of charges, including through any channel</a:t>
            </a:r>
          </a:p>
          <a:p>
            <a:pPr marR="0" lvl="0" algn="l" defTabSz="914400" rtl="0" eaLnBrk="1" fontAlgn="auto" latinLnBrk="0" hangingPunct="1">
              <a:lnSpc>
                <a:spcPct val="100000"/>
              </a:lnSpc>
              <a:spcBef>
                <a:spcPts val="300"/>
              </a:spcBef>
              <a:spcAft>
                <a:spcPts val="0"/>
              </a:spcAft>
              <a:buClrTx/>
              <a:buSzTx/>
              <a:tabLst/>
              <a:defRPr/>
            </a:pPr>
            <a:endParaRPr kumimoji="0" lang="en-SG" sz="1100" b="0" i="0" u="none" strike="noStrike" kern="1200" cap="none" spc="0" normalizeH="0" baseline="0" noProof="0">
              <a:ln>
                <a:noFill/>
              </a:ln>
              <a:solidFill>
                <a:prstClr val="black"/>
              </a:solidFill>
              <a:effectLst/>
              <a:uLnTx/>
              <a:uFillTx/>
              <a:latin typeface="Segoe UI"/>
              <a:ea typeface="+mn-ea"/>
              <a:cs typeface="+mn-cs"/>
            </a:endParaRPr>
          </a:p>
        </p:txBody>
      </p:sp>
      <p:sp>
        <p:nvSpPr>
          <p:cNvPr id="21" name="Text Placeholder 3">
            <a:extLst>
              <a:ext uri="{FF2B5EF4-FFF2-40B4-BE49-F238E27FC236}">
                <a16:creationId xmlns:a16="http://schemas.microsoft.com/office/drawing/2014/main" id="{72723DD7-FE1E-B3E7-27BD-65FB0F3AA24F}"/>
              </a:ext>
            </a:extLst>
          </p:cNvPr>
          <p:cNvSpPr txBox="1">
            <a:spLocks/>
          </p:cNvSpPr>
          <p:nvPr/>
        </p:nvSpPr>
        <p:spPr>
          <a:xfrm>
            <a:off x="9720502" y="2739429"/>
            <a:ext cx="1601768" cy="1056505"/>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1000"/>
              </a:spcBef>
              <a:buFont typeface="Wingdings" panose="05000000000000000000" pitchFamily="2" charset="2"/>
              <a:buNone/>
              <a:defRPr sz="18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ts val="300"/>
              </a:spcBef>
              <a:spcAft>
                <a:spcPts val="0"/>
              </a:spcAft>
              <a:buClrTx/>
              <a:buSzTx/>
              <a:tabLst/>
              <a:defRPr/>
            </a:pPr>
            <a:r>
              <a:rPr kumimoji="0" lang="en-SG" sz="1100" b="0" i="0" u="none" strike="noStrike" kern="1200" cap="none" spc="0" normalizeH="0" baseline="0" noProof="0">
                <a:ln>
                  <a:noFill/>
                </a:ln>
                <a:solidFill>
                  <a:prstClr val="black"/>
                </a:solidFill>
                <a:effectLst/>
                <a:uLnTx/>
                <a:uFillTx/>
                <a:latin typeface="Segoe UI"/>
                <a:ea typeface="+mn-ea"/>
                <a:cs typeface="+mn-cs"/>
              </a:rPr>
              <a:t>Service </a:t>
            </a:r>
            <a:r>
              <a:rPr kumimoji="0" lang="en-SG" sz="1100" b="1" i="0" u="none" strike="noStrike" kern="1200" cap="none" spc="0" normalizeH="0" baseline="0" noProof="0">
                <a:ln>
                  <a:noFill/>
                </a:ln>
                <a:solidFill>
                  <a:prstClr val="black"/>
                </a:solidFill>
                <a:effectLst/>
                <a:uLnTx/>
                <a:uFillTx/>
                <a:latin typeface="Segoe UI"/>
                <a:ea typeface="+mn-ea"/>
                <a:cs typeface="+mn-cs"/>
              </a:rPr>
              <a:t>renewal</a:t>
            </a:r>
            <a:r>
              <a:rPr kumimoji="0" lang="en-SG" sz="1100" b="0" i="0" u="none" strike="noStrike" kern="1200" cap="none" spc="0" normalizeH="0" baseline="0" noProof="0">
                <a:ln>
                  <a:noFill/>
                </a:ln>
                <a:solidFill>
                  <a:prstClr val="black"/>
                </a:solidFill>
                <a:effectLst/>
                <a:uLnTx/>
                <a:uFillTx/>
                <a:latin typeface="Segoe UI"/>
                <a:ea typeface="+mn-ea"/>
                <a:cs typeface="+mn-cs"/>
              </a:rPr>
              <a:t> processes with CLM, ‘</a:t>
            </a:r>
            <a:r>
              <a:rPr kumimoji="0" lang="en-SG" sz="1100" b="1" i="0" u="none" strike="noStrike" kern="1200" cap="none" spc="0" normalizeH="0" baseline="0" noProof="0">
                <a:ln>
                  <a:noFill/>
                </a:ln>
                <a:solidFill>
                  <a:prstClr val="black"/>
                </a:solidFill>
                <a:effectLst/>
                <a:uLnTx/>
                <a:uFillTx/>
                <a:latin typeface="Segoe UI"/>
                <a:ea typeface="+mn-ea"/>
                <a:cs typeface="+mn-cs"/>
              </a:rPr>
              <a:t>saves</a:t>
            </a:r>
            <a:r>
              <a:rPr kumimoji="0" lang="en-SG" sz="1100" b="0" i="0" u="none" strike="noStrike" kern="1200" cap="none" spc="0" normalizeH="0" baseline="0" noProof="0">
                <a:ln>
                  <a:noFill/>
                </a:ln>
                <a:solidFill>
                  <a:prstClr val="black"/>
                </a:solidFill>
                <a:effectLst/>
                <a:uLnTx/>
                <a:uFillTx/>
                <a:latin typeface="Segoe UI"/>
                <a:ea typeface="+mn-ea"/>
                <a:cs typeface="+mn-cs"/>
              </a:rPr>
              <a:t>’ actions, and </a:t>
            </a:r>
            <a:r>
              <a:rPr kumimoji="0" lang="en-SG" sz="1100" b="1" i="0" u="none" strike="noStrike" kern="1200" cap="none" spc="0" normalizeH="0" baseline="0" noProof="0">
                <a:ln>
                  <a:noFill/>
                </a:ln>
                <a:solidFill>
                  <a:prstClr val="black"/>
                </a:solidFill>
                <a:effectLst/>
                <a:uLnTx/>
                <a:uFillTx/>
                <a:latin typeface="Segoe UI"/>
                <a:ea typeface="+mn-ea"/>
                <a:cs typeface="+mn-cs"/>
              </a:rPr>
              <a:t>disconnection</a:t>
            </a:r>
            <a:r>
              <a:rPr kumimoji="0" lang="en-SG" sz="1100" b="0" i="0" u="none" strike="noStrike" kern="1200" cap="none" spc="0" normalizeH="0" baseline="0" noProof="0">
                <a:ln>
                  <a:noFill/>
                </a:ln>
                <a:solidFill>
                  <a:prstClr val="black"/>
                </a:solidFill>
                <a:effectLst/>
                <a:uLnTx/>
                <a:uFillTx/>
                <a:latin typeface="Segoe UI"/>
                <a:ea typeface="+mn-ea"/>
                <a:cs typeface="+mn-cs"/>
              </a:rPr>
              <a:t>, including through any channel</a:t>
            </a:r>
          </a:p>
          <a:p>
            <a:pPr marR="0" lvl="0" algn="l" defTabSz="914400" rtl="0" eaLnBrk="1" fontAlgn="auto" latinLnBrk="0" hangingPunct="1">
              <a:lnSpc>
                <a:spcPct val="100000"/>
              </a:lnSpc>
              <a:spcBef>
                <a:spcPts val="300"/>
              </a:spcBef>
              <a:spcAft>
                <a:spcPts val="0"/>
              </a:spcAft>
              <a:buClrTx/>
              <a:buSzTx/>
              <a:tabLst/>
              <a:defRPr/>
            </a:pPr>
            <a:endParaRPr kumimoji="0" lang="en-SG" sz="1100" b="0" i="0" u="none" strike="noStrike" kern="1200" cap="none" spc="0" normalizeH="0" baseline="0" noProof="0">
              <a:ln>
                <a:noFill/>
              </a:ln>
              <a:solidFill>
                <a:prstClr val="black"/>
              </a:solidFill>
              <a:effectLst/>
              <a:uLnTx/>
              <a:uFillTx/>
              <a:latin typeface="Segoe UI"/>
              <a:ea typeface="+mn-ea"/>
              <a:cs typeface="+mn-cs"/>
            </a:endParaRPr>
          </a:p>
        </p:txBody>
      </p:sp>
      <p:sp>
        <p:nvSpPr>
          <p:cNvPr id="25" name="Rectangle 24">
            <a:extLst>
              <a:ext uri="{FF2B5EF4-FFF2-40B4-BE49-F238E27FC236}">
                <a16:creationId xmlns:a16="http://schemas.microsoft.com/office/drawing/2014/main" id="{15E6C4B5-54BB-6149-3EF5-3A31A1DAA439}"/>
              </a:ext>
            </a:extLst>
          </p:cNvPr>
          <p:cNvSpPr/>
          <p:nvPr/>
        </p:nvSpPr>
        <p:spPr>
          <a:xfrm>
            <a:off x="136192" y="5786196"/>
            <a:ext cx="1022519" cy="4093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r">
              <a:defRPr/>
            </a:pPr>
            <a:r>
              <a:rPr lang="en-US" sz="1100" b="1">
                <a:solidFill>
                  <a:prstClr val="black"/>
                </a:solidFill>
                <a:latin typeface="Segoe UI"/>
              </a:rPr>
              <a:t>Issues identified</a:t>
            </a:r>
            <a:endParaRPr lang="en-SG" sz="1100" b="1" i="0" u="none" strike="noStrike" kern="1200" cap="none" spc="0" normalizeH="0" baseline="0" noProof="0">
              <a:ln>
                <a:noFill/>
              </a:ln>
              <a:solidFill>
                <a:prstClr val="black"/>
              </a:solidFill>
              <a:effectLst/>
              <a:uLnTx/>
              <a:uFillTx/>
              <a:latin typeface="Segoe UI"/>
              <a:cs typeface="Segoe UI"/>
            </a:endParaRPr>
          </a:p>
        </p:txBody>
      </p:sp>
      <p:sp>
        <p:nvSpPr>
          <p:cNvPr id="14" name="Arrow: Pentagon 13">
            <a:extLst>
              <a:ext uri="{FF2B5EF4-FFF2-40B4-BE49-F238E27FC236}">
                <a16:creationId xmlns:a16="http://schemas.microsoft.com/office/drawing/2014/main" id="{23457B2B-524F-82B3-B046-288A6D461A49}"/>
              </a:ext>
            </a:extLst>
          </p:cNvPr>
          <p:cNvSpPr>
            <a:spLocks/>
          </p:cNvSpPr>
          <p:nvPr/>
        </p:nvSpPr>
        <p:spPr>
          <a:xfrm>
            <a:off x="9605122" y="1772010"/>
            <a:ext cx="1828800" cy="831941"/>
          </a:xfrm>
          <a:prstGeom prst="homePlate">
            <a:avLst>
              <a:gd name="adj" fmla="val 1587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Segoe UI"/>
                <a:ea typeface="+mn-ea"/>
                <a:cs typeface="+mn-cs"/>
              </a:rPr>
              <a:t>  Renew / Leave</a:t>
            </a:r>
            <a:endParaRPr kumimoji="0" lang="en-SG" sz="1800" b="1" i="0" u="none" strike="noStrike" kern="1200" cap="none" spc="0" normalizeH="0" baseline="0" noProof="0">
              <a:ln>
                <a:noFill/>
              </a:ln>
              <a:solidFill>
                <a:sysClr val="windowText" lastClr="000000"/>
              </a:solidFill>
              <a:effectLst/>
              <a:uLnTx/>
              <a:uFillTx/>
              <a:latin typeface="Segoe UI"/>
              <a:ea typeface="+mn-ea"/>
              <a:cs typeface="+mn-cs"/>
            </a:endParaRPr>
          </a:p>
        </p:txBody>
      </p:sp>
      <p:sp>
        <p:nvSpPr>
          <p:cNvPr id="12" name="Arrow: Pentagon 11">
            <a:extLst>
              <a:ext uri="{FF2B5EF4-FFF2-40B4-BE49-F238E27FC236}">
                <a16:creationId xmlns:a16="http://schemas.microsoft.com/office/drawing/2014/main" id="{AA30C721-C016-1CDA-620D-8F1ABBAE4DA7}"/>
              </a:ext>
            </a:extLst>
          </p:cNvPr>
          <p:cNvSpPr>
            <a:spLocks/>
          </p:cNvSpPr>
          <p:nvPr/>
        </p:nvSpPr>
        <p:spPr>
          <a:xfrm>
            <a:off x="7914671" y="1772010"/>
            <a:ext cx="1828800" cy="831941"/>
          </a:xfrm>
          <a:prstGeom prst="homePlate">
            <a:avLst>
              <a:gd name="adj" fmla="val 1587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Segoe UI"/>
                <a:ea typeface="+mn-ea"/>
                <a:cs typeface="+mn-cs"/>
              </a:rPr>
              <a:t>Pay</a:t>
            </a:r>
            <a:endParaRPr kumimoji="0" lang="en-SG" sz="1800" b="1" i="0" u="none" strike="noStrike" kern="1200" cap="none" spc="0" normalizeH="0" baseline="0" noProof="0">
              <a:ln>
                <a:noFill/>
              </a:ln>
              <a:solidFill>
                <a:sysClr val="windowText" lastClr="000000"/>
              </a:solidFill>
              <a:effectLst/>
              <a:uLnTx/>
              <a:uFillTx/>
              <a:latin typeface="Segoe UI"/>
              <a:ea typeface="+mn-ea"/>
              <a:cs typeface="+mn-cs"/>
            </a:endParaRPr>
          </a:p>
        </p:txBody>
      </p:sp>
      <p:sp>
        <p:nvSpPr>
          <p:cNvPr id="13" name="Arrow: Pentagon 12">
            <a:extLst>
              <a:ext uri="{FF2B5EF4-FFF2-40B4-BE49-F238E27FC236}">
                <a16:creationId xmlns:a16="http://schemas.microsoft.com/office/drawing/2014/main" id="{143B6893-E8E4-B29A-EC54-26D6ACA636E6}"/>
              </a:ext>
            </a:extLst>
          </p:cNvPr>
          <p:cNvSpPr>
            <a:spLocks/>
          </p:cNvSpPr>
          <p:nvPr/>
        </p:nvSpPr>
        <p:spPr>
          <a:xfrm>
            <a:off x="6249823" y="1772010"/>
            <a:ext cx="1828800" cy="831941"/>
          </a:xfrm>
          <a:prstGeom prst="homePlate">
            <a:avLst>
              <a:gd name="adj" fmla="val 1587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Segoe UI"/>
                <a:ea typeface="+mn-ea"/>
                <a:cs typeface="+mn-cs"/>
              </a:rPr>
              <a:t>Get Help</a:t>
            </a:r>
            <a:endParaRPr kumimoji="0" lang="en-SG" sz="1800" b="1" i="0" u="none" strike="noStrike" kern="1200" cap="none" spc="0" normalizeH="0" baseline="0" noProof="0">
              <a:ln>
                <a:noFill/>
              </a:ln>
              <a:solidFill>
                <a:sysClr val="windowText" lastClr="000000"/>
              </a:solidFill>
              <a:effectLst/>
              <a:uLnTx/>
              <a:uFillTx/>
              <a:latin typeface="Segoe UI"/>
              <a:ea typeface="+mn-ea"/>
              <a:cs typeface="+mn-cs"/>
            </a:endParaRPr>
          </a:p>
        </p:txBody>
      </p:sp>
      <p:sp>
        <p:nvSpPr>
          <p:cNvPr id="11" name="Arrow: Pentagon 10">
            <a:extLst>
              <a:ext uri="{FF2B5EF4-FFF2-40B4-BE49-F238E27FC236}">
                <a16:creationId xmlns:a16="http://schemas.microsoft.com/office/drawing/2014/main" id="{01365C9F-43E6-E1B5-1766-786FF668064C}"/>
              </a:ext>
            </a:extLst>
          </p:cNvPr>
          <p:cNvSpPr>
            <a:spLocks/>
          </p:cNvSpPr>
          <p:nvPr/>
        </p:nvSpPr>
        <p:spPr>
          <a:xfrm>
            <a:off x="4587430" y="1772010"/>
            <a:ext cx="1828800" cy="831941"/>
          </a:xfrm>
          <a:prstGeom prst="homePlate">
            <a:avLst>
              <a:gd name="adj" fmla="val 1587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Segoe UI"/>
                <a:ea typeface="+mn-ea"/>
                <a:cs typeface="+mn-cs"/>
              </a:rPr>
              <a:t>Use</a:t>
            </a:r>
            <a:endParaRPr kumimoji="0" lang="en-SG" sz="1800" b="1" i="0" u="none" strike="noStrike" kern="1200" cap="none" spc="0" normalizeH="0" baseline="0" noProof="0">
              <a:ln>
                <a:noFill/>
              </a:ln>
              <a:solidFill>
                <a:sysClr val="windowText" lastClr="000000"/>
              </a:solidFill>
              <a:effectLst/>
              <a:uLnTx/>
              <a:uFillTx/>
              <a:latin typeface="Segoe UI"/>
              <a:ea typeface="+mn-ea"/>
              <a:cs typeface="+mn-cs"/>
            </a:endParaRPr>
          </a:p>
        </p:txBody>
      </p:sp>
      <p:sp>
        <p:nvSpPr>
          <p:cNvPr id="8" name="Arrow: Pentagon 7">
            <a:extLst>
              <a:ext uri="{FF2B5EF4-FFF2-40B4-BE49-F238E27FC236}">
                <a16:creationId xmlns:a16="http://schemas.microsoft.com/office/drawing/2014/main" id="{A08D95F9-4325-FF6C-6064-91877C73C9DF}"/>
              </a:ext>
            </a:extLst>
          </p:cNvPr>
          <p:cNvSpPr>
            <a:spLocks/>
          </p:cNvSpPr>
          <p:nvPr/>
        </p:nvSpPr>
        <p:spPr>
          <a:xfrm>
            <a:off x="1256025" y="1772010"/>
            <a:ext cx="1828800" cy="831941"/>
          </a:xfrm>
          <a:prstGeom prst="homePlate">
            <a:avLst>
              <a:gd name="adj" fmla="val 1587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Segoe UI"/>
                <a:ea typeface="+mn-ea"/>
                <a:cs typeface="+mn-cs"/>
              </a:rPr>
              <a:t>Buy</a:t>
            </a:r>
            <a:endParaRPr kumimoji="0" lang="en-SG" sz="1800" b="1" i="0" u="none" strike="noStrike" kern="1200" cap="none" spc="0" normalizeH="0" baseline="0" noProof="0">
              <a:ln>
                <a:noFill/>
              </a:ln>
              <a:solidFill>
                <a:sysClr val="windowText" lastClr="000000"/>
              </a:solidFill>
              <a:effectLst/>
              <a:uLnTx/>
              <a:uFillTx/>
              <a:latin typeface="Segoe UI"/>
              <a:ea typeface="+mn-ea"/>
              <a:cs typeface="+mn-cs"/>
            </a:endParaRPr>
          </a:p>
        </p:txBody>
      </p:sp>
      <p:sp>
        <p:nvSpPr>
          <p:cNvPr id="22" name="Rectangle 21">
            <a:extLst>
              <a:ext uri="{FF2B5EF4-FFF2-40B4-BE49-F238E27FC236}">
                <a16:creationId xmlns:a16="http://schemas.microsoft.com/office/drawing/2014/main" id="{99883F5E-4565-F5E2-3E09-F28CDBFAD59C}"/>
              </a:ext>
            </a:extLst>
          </p:cNvPr>
          <p:cNvSpPr/>
          <p:nvPr/>
        </p:nvSpPr>
        <p:spPr>
          <a:xfrm>
            <a:off x="192482" y="2000583"/>
            <a:ext cx="1022520" cy="3723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SG" sz="1200" b="1" i="0" u="none" strike="noStrike" kern="1200" cap="none" spc="0" normalizeH="0" baseline="0" noProof="0">
                <a:ln>
                  <a:noFill/>
                </a:ln>
                <a:solidFill>
                  <a:prstClr val="black"/>
                </a:solidFill>
                <a:effectLst/>
                <a:uLnTx/>
                <a:uFillTx/>
                <a:latin typeface="Segoe UI"/>
                <a:ea typeface="+mn-ea"/>
                <a:cs typeface="+mn-cs"/>
              </a:rPr>
              <a:t>Journeys</a:t>
            </a:r>
          </a:p>
        </p:txBody>
      </p:sp>
      <p:sp>
        <p:nvSpPr>
          <p:cNvPr id="51" name="Arrow: Chevron 50">
            <a:extLst>
              <a:ext uri="{FF2B5EF4-FFF2-40B4-BE49-F238E27FC236}">
                <a16:creationId xmlns:a16="http://schemas.microsoft.com/office/drawing/2014/main" id="{147F23CB-86EF-3E0C-A47F-57E8D42CD8D9}"/>
              </a:ext>
            </a:extLst>
          </p:cNvPr>
          <p:cNvSpPr>
            <a:spLocks/>
          </p:cNvSpPr>
          <p:nvPr/>
        </p:nvSpPr>
        <p:spPr>
          <a:xfrm>
            <a:off x="2922582" y="1772010"/>
            <a:ext cx="1828800" cy="831941"/>
          </a:xfrm>
          <a:prstGeom prst="chevron">
            <a:avLst>
              <a:gd name="adj" fmla="val 1645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Segoe UI"/>
                <a:ea typeface="+mn-ea"/>
                <a:cs typeface="+mn-cs"/>
              </a:rPr>
              <a:t>Activate</a:t>
            </a:r>
            <a:endParaRPr kumimoji="0" lang="en-SG" sz="1600" b="1" i="0" u="none" strike="noStrike" kern="1200" cap="none" spc="0" normalizeH="0" baseline="0" noProof="0">
              <a:ln>
                <a:noFill/>
              </a:ln>
              <a:solidFill>
                <a:prstClr val="black"/>
              </a:solidFill>
              <a:effectLst/>
              <a:uLnTx/>
              <a:uFillTx/>
              <a:latin typeface="Segoe UI"/>
              <a:ea typeface="+mn-ea"/>
              <a:cs typeface="+mn-cs"/>
            </a:endParaRPr>
          </a:p>
        </p:txBody>
      </p:sp>
      <p:sp>
        <p:nvSpPr>
          <p:cNvPr id="3" name="Rectangle 2">
            <a:extLst>
              <a:ext uri="{FF2B5EF4-FFF2-40B4-BE49-F238E27FC236}">
                <a16:creationId xmlns:a16="http://schemas.microsoft.com/office/drawing/2014/main" id="{C5452848-E84C-D013-E77A-8D26F4ACA4B8}"/>
              </a:ext>
            </a:extLst>
          </p:cNvPr>
          <p:cNvSpPr/>
          <p:nvPr/>
        </p:nvSpPr>
        <p:spPr>
          <a:xfrm>
            <a:off x="192482" y="2925059"/>
            <a:ext cx="1022520" cy="4093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SG" sz="1200" b="1" i="0" u="none" strike="noStrike" kern="1200" cap="none" spc="0" normalizeH="0" baseline="0" noProof="0">
                <a:ln>
                  <a:noFill/>
                </a:ln>
                <a:solidFill>
                  <a:prstClr val="black"/>
                </a:solidFill>
                <a:effectLst/>
                <a:uLnTx/>
                <a:uFillTx/>
                <a:latin typeface="Segoe UI"/>
                <a:ea typeface="+mn-ea"/>
                <a:cs typeface="+mn-cs"/>
              </a:rPr>
              <a:t>Description</a:t>
            </a:r>
          </a:p>
        </p:txBody>
      </p:sp>
      <p:sp>
        <p:nvSpPr>
          <p:cNvPr id="7" name="Text Placeholder 3">
            <a:extLst>
              <a:ext uri="{FF2B5EF4-FFF2-40B4-BE49-F238E27FC236}">
                <a16:creationId xmlns:a16="http://schemas.microsoft.com/office/drawing/2014/main" id="{EB091208-F57B-6D47-5805-A43E56CCFF30}"/>
              </a:ext>
            </a:extLst>
          </p:cNvPr>
          <p:cNvSpPr txBox="1">
            <a:spLocks/>
          </p:cNvSpPr>
          <p:nvPr/>
        </p:nvSpPr>
        <p:spPr>
          <a:xfrm>
            <a:off x="2948922" y="2739429"/>
            <a:ext cx="1601768" cy="1056505"/>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1000"/>
              </a:spcBef>
              <a:buFont typeface="Wingdings" panose="05000000000000000000" pitchFamily="2" charset="2"/>
              <a:buNone/>
              <a:defRPr sz="18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ts val="300"/>
              </a:spcBef>
              <a:spcAft>
                <a:spcPts val="0"/>
              </a:spcAft>
              <a:buClrTx/>
              <a:buSzTx/>
              <a:tabLst/>
              <a:defRPr/>
            </a:pPr>
            <a:r>
              <a:rPr kumimoji="0" lang="en-SG" sz="1100" b="1" i="0" u="none" strike="noStrike" kern="1200" cap="none" spc="0" normalizeH="0" baseline="0" noProof="0">
                <a:ln>
                  <a:noFill/>
                </a:ln>
                <a:solidFill>
                  <a:prstClr val="black"/>
                </a:solidFill>
                <a:effectLst/>
                <a:uLnTx/>
                <a:uFillTx/>
                <a:latin typeface="Segoe UI"/>
                <a:ea typeface="+mn-ea"/>
                <a:cs typeface="+mn-cs"/>
              </a:rPr>
              <a:t>Deliver, Install, activate and/or Auto-activate </a:t>
            </a:r>
            <a:r>
              <a:rPr kumimoji="0" lang="en-SG" sz="1100" i="0" u="none" strike="noStrike" kern="1200" cap="none" spc="0" normalizeH="0" baseline="0" noProof="0">
                <a:ln>
                  <a:noFill/>
                </a:ln>
                <a:solidFill>
                  <a:prstClr val="black"/>
                </a:solidFill>
                <a:effectLst/>
                <a:uLnTx/>
                <a:uFillTx/>
                <a:latin typeface="Segoe UI"/>
                <a:ea typeface="+mn-ea"/>
                <a:cs typeface="+mn-cs"/>
              </a:rPr>
              <a:t>products and services</a:t>
            </a:r>
          </a:p>
          <a:p>
            <a:pPr marR="0" lvl="0" algn="l" defTabSz="914400" rtl="0" eaLnBrk="1" fontAlgn="auto" latinLnBrk="0" hangingPunct="1">
              <a:lnSpc>
                <a:spcPct val="100000"/>
              </a:lnSpc>
              <a:spcBef>
                <a:spcPts val="300"/>
              </a:spcBef>
              <a:spcAft>
                <a:spcPts val="0"/>
              </a:spcAft>
              <a:buClrTx/>
              <a:buSzTx/>
              <a:tabLst/>
              <a:defRPr/>
            </a:pPr>
            <a:endParaRPr kumimoji="0" lang="en-SG" sz="1100" b="0" i="0" u="none" strike="noStrike" kern="1200" cap="none" spc="0" normalizeH="0" baseline="0" noProof="0">
              <a:ln>
                <a:noFill/>
              </a:ln>
              <a:solidFill>
                <a:prstClr val="black"/>
              </a:solidFill>
              <a:effectLst/>
              <a:uLnTx/>
              <a:uFillTx/>
              <a:latin typeface="Segoe UI"/>
              <a:ea typeface="+mn-ea"/>
              <a:cs typeface="+mn-cs"/>
            </a:endParaRPr>
          </a:p>
        </p:txBody>
      </p:sp>
      <p:sp>
        <p:nvSpPr>
          <p:cNvPr id="24" name="Rectangle 23">
            <a:extLst>
              <a:ext uri="{FF2B5EF4-FFF2-40B4-BE49-F238E27FC236}">
                <a16:creationId xmlns:a16="http://schemas.microsoft.com/office/drawing/2014/main" id="{B01B43E8-37BC-2053-D5E4-D4D24EB8499E}"/>
              </a:ext>
            </a:extLst>
          </p:cNvPr>
          <p:cNvSpPr/>
          <p:nvPr/>
        </p:nvSpPr>
        <p:spPr>
          <a:xfrm>
            <a:off x="-140138" y="4202841"/>
            <a:ext cx="1355140" cy="3086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SG" sz="1200" b="1" i="0" u="none" strike="noStrike" kern="1200" cap="none" spc="0" normalizeH="0" baseline="0" noProof="0">
                <a:ln>
                  <a:noFill/>
                </a:ln>
                <a:solidFill>
                  <a:prstClr val="black"/>
                </a:solidFill>
                <a:effectLst/>
                <a:uLnTx/>
                <a:uFillTx/>
                <a:latin typeface="Segoe UI"/>
                <a:ea typeface="+mn-ea"/>
                <a:cs typeface="+mn-cs"/>
              </a:rPr>
              <a:t>High level performance</a:t>
            </a:r>
          </a:p>
        </p:txBody>
      </p:sp>
      <p:sp>
        <p:nvSpPr>
          <p:cNvPr id="49" name="Rounded Rectangle 38">
            <a:extLst>
              <a:ext uri="{FF2B5EF4-FFF2-40B4-BE49-F238E27FC236}">
                <a16:creationId xmlns:a16="http://schemas.microsoft.com/office/drawing/2014/main" id="{EB99DE1B-FD98-9451-19F7-766F84AA5452}"/>
              </a:ext>
            </a:extLst>
          </p:cNvPr>
          <p:cNvSpPr/>
          <p:nvPr/>
        </p:nvSpPr>
        <p:spPr>
          <a:xfrm>
            <a:off x="1358395" y="5725907"/>
            <a:ext cx="1618345" cy="965852"/>
          </a:xfrm>
          <a:prstGeom prst="roundRect">
            <a:avLst>
              <a:gd name="adj" fmla="val 9695"/>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45720" rIns="72000" bIns="45720" rtlCol="0" anchor="t"/>
          <a:lstStyle/>
          <a:p>
            <a:pPr>
              <a:spcBef>
                <a:spcPts val="700"/>
              </a:spcBef>
              <a:defRPr/>
            </a:pPr>
            <a:r>
              <a:rPr lang="en-US" sz="1200">
                <a:solidFill>
                  <a:prstClr val="black"/>
                </a:solidFill>
                <a:latin typeface="Segoe UI"/>
              </a:rPr>
              <a:t>Issues tracked: </a:t>
            </a:r>
            <a:r>
              <a:rPr lang="en-US" sz="1200" b="1">
                <a:solidFill>
                  <a:prstClr val="black"/>
                </a:solidFill>
                <a:latin typeface="Segoe UI"/>
              </a:rPr>
              <a:t>15</a:t>
            </a:r>
          </a:p>
          <a:p>
            <a:pPr>
              <a:spcBef>
                <a:spcPts val="700"/>
              </a:spcBef>
              <a:defRPr/>
            </a:pPr>
            <a:r>
              <a:rPr lang="en-US" sz="1200">
                <a:solidFill>
                  <a:prstClr val="black"/>
                </a:solidFill>
                <a:latin typeface="Segoe UI"/>
                <a:cs typeface="Segoe UI"/>
              </a:rPr>
              <a:t>Call vol. - Nov:  </a:t>
            </a:r>
            <a:r>
              <a:rPr lang="en-US" sz="1200" b="1">
                <a:solidFill>
                  <a:prstClr val="black"/>
                </a:solidFill>
                <a:latin typeface="Segoe UI"/>
                <a:cs typeface="Segoe UI"/>
              </a:rPr>
              <a:t>3,752</a:t>
            </a:r>
          </a:p>
        </p:txBody>
      </p:sp>
      <p:cxnSp>
        <p:nvCxnSpPr>
          <p:cNvPr id="27" name="Straight Connector 26">
            <a:extLst>
              <a:ext uri="{FF2B5EF4-FFF2-40B4-BE49-F238E27FC236}">
                <a16:creationId xmlns:a16="http://schemas.microsoft.com/office/drawing/2014/main" id="{F1F4C428-568B-4B1D-E29F-6D223F60EB88}"/>
              </a:ext>
            </a:extLst>
          </p:cNvPr>
          <p:cNvCxnSpPr/>
          <p:nvPr/>
        </p:nvCxnSpPr>
        <p:spPr>
          <a:xfrm>
            <a:off x="2922582" y="2603951"/>
            <a:ext cx="0" cy="3975652"/>
          </a:xfrm>
          <a:prstGeom prst="line">
            <a:avLst/>
          </a:prstGeom>
          <a:ln w="12700">
            <a:solidFill>
              <a:schemeClr val="bg1">
                <a:lumMod val="7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18B95A41-469D-7E56-F070-96E789E58BDE}"/>
              </a:ext>
            </a:extLst>
          </p:cNvPr>
          <p:cNvCxnSpPr/>
          <p:nvPr/>
        </p:nvCxnSpPr>
        <p:spPr>
          <a:xfrm>
            <a:off x="4604824" y="2603951"/>
            <a:ext cx="0" cy="3975652"/>
          </a:xfrm>
          <a:prstGeom prst="line">
            <a:avLst/>
          </a:prstGeom>
          <a:ln w="12700">
            <a:solidFill>
              <a:schemeClr val="bg1">
                <a:lumMod val="7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D91A30B3-86D9-AB51-873C-4FCC163B8181}"/>
              </a:ext>
            </a:extLst>
          </p:cNvPr>
          <p:cNvCxnSpPr/>
          <p:nvPr/>
        </p:nvCxnSpPr>
        <p:spPr>
          <a:xfrm>
            <a:off x="6270351" y="2622798"/>
            <a:ext cx="0" cy="3975652"/>
          </a:xfrm>
          <a:prstGeom prst="line">
            <a:avLst/>
          </a:prstGeom>
          <a:ln w="12700">
            <a:solidFill>
              <a:schemeClr val="bg1">
                <a:lumMod val="7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4302547B-3336-A1B3-9372-FC161DC265A2}"/>
              </a:ext>
            </a:extLst>
          </p:cNvPr>
          <p:cNvCxnSpPr/>
          <p:nvPr/>
        </p:nvCxnSpPr>
        <p:spPr>
          <a:xfrm>
            <a:off x="7941867" y="2603951"/>
            <a:ext cx="0" cy="3975652"/>
          </a:xfrm>
          <a:prstGeom prst="line">
            <a:avLst/>
          </a:prstGeom>
          <a:ln w="12700">
            <a:solidFill>
              <a:schemeClr val="bg1">
                <a:lumMod val="7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5C04C3DE-0680-03D4-D2D0-F956BD4A6A11}"/>
              </a:ext>
            </a:extLst>
          </p:cNvPr>
          <p:cNvCxnSpPr/>
          <p:nvPr/>
        </p:nvCxnSpPr>
        <p:spPr>
          <a:xfrm>
            <a:off x="9617979" y="2622798"/>
            <a:ext cx="0" cy="3975652"/>
          </a:xfrm>
          <a:prstGeom prst="line">
            <a:avLst/>
          </a:prstGeom>
          <a:ln w="12700">
            <a:solidFill>
              <a:schemeClr val="bg1">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43" name="Rounded Rectangle 38">
            <a:extLst>
              <a:ext uri="{FF2B5EF4-FFF2-40B4-BE49-F238E27FC236}">
                <a16:creationId xmlns:a16="http://schemas.microsoft.com/office/drawing/2014/main" id="{FEA3B9F2-17A4-CFDF-A00F-E0EC91346CA4}"/>
              </a:ext>
            </a:extLst>
          </p:cNvPr>
          <p:cNvSpPr/>
          <p:nvPr/>
        </p:nvSpPr>
        <p:spPr>
          <a:xfrm>
            <a:off x="3026016" y="5725907"/>
            <a:ext cx="1618345" cy="965852"/>
          </a:xfrm>
          <a:prstGeom prst="roundRect">
            <a:avLst>
              <a:gd name="adj" fmla="val 9695"/>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45720" rIns="72000" bIns="45720" rtlCol="0" anchor="t"/>
          <a:lstStyle/>
          <a:p>
            <a:pPr>
              <a:spcBef>
                <a:spcPts val="700"/>
              </a:spcBef>
              <a:defRPr/>
            </a:pPr>
            <a:r>
              <a:rPr lang="en-US" sz="1200">
                <a:solidFill>
                  <a:prstClr val="black"/>
                </a:solidFill>
                <a:latin typeface="Segoe UI"/>
              </a:rPr>
              <a:t>Issues tracked: </a:t>
            </a:r>
            <a:r>
              <a:rPr lang="en-US" sz="1200" b="1">
                <a:solidFill>
                  <a:prstClr val="black"/>
                </a:solidFill>
                <a:latin typeface="Segoe UI"/>
              </a:rPr>
              <a:t>10</a:t>
            </a:r>
          </a:p>
          <a:p>
            <a:pPr>
              <a:spcBef>
                <a:spcPts val="700"/>
              </a:spcBef>
              <a:defRPr/>
            </a:pPr>
            <a:r>
              <a:rPr lang="en-US" sz="1200">
                <a:solidFill>
                  <a:prstClr val="black"/>
                </a:solidFill>
                <a:latin typeface="Segoe UI"/>
                <a:cs typeface="Segoe UI"/>
              </a:rPr>
              <a:t>Call vol. - Nov:  </a:t>
            </a:r>
            <a:r>
              <a:rPr lang="en-US" sz="1200" b="1">
                <a:solidFill>
                  <a:prstClr val="black"/>
                </a:solidFill>
                <a:latin typeface="Segoe UI"/>
                <a:cs typeface="Segoe UI"/>
              </a:rPr>
              <a:t>4,528</a:t>
            </a:r>
          </a:p>
        </p:txBody>
      </p:sp>
      <p:sp>
        <p:nvSpPr>
          <p:cNvPr id="45" name="Rounded Rectangle 38">
            <a:extLst>
              <a:ext uri="{FF2B5EF4-FFF2-40B4-BE49-F238E27FC236}">
                <a16:creationId xmlns:a16="http://schemas.microsoft.com/office/drawing/2014/main" id="{D8EA493F-8CB0-D78B-7B57-D925BB46C0AD}"/>
              </a:ext>
            </a:extLst>
          </p:cNvPr>
          <p:cNvSpPr/>
          <p:nvPr/>
        </p:nvSpPr>
        <p:spPr>
          <a:xfrm>
            <a:off x="4670970" y="5725907"/>
            <a:ext cx="1663742" cy="965852"/>
          </a:xfrm>
          <a:prstGeom prst="roundRect">
            <a:avLst>
              <a:gd name="adj" fmla="val 9695"/>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45720" rIns="72000" bIns="45720" rtlCol="0" anchor="t"/>
          <a:lstStyle/>
          <a:p>
            <a:pPr>
              <a:spcBef>
                <a:spcPts val="700"/>
              </a:spcBef>
              <a:defRPr/>
            </a:pPr>
            <a:r>
              <a:rPr lang="en-US" sz="1200">
                <a:solidFill>
                  <a:prstClr val="black"/>
                </a:solidFill>
                <a:latin typeface="Segoe UI"/>
              </a:rPr>
              <a:t>Issues tracked: </a:t>
            </a:r>
            <a:r>
              <a:rPr lang="en-US" sz="1200" b="1">
                <a:solidFill>
                  <a:prstClr val="black"/>
                </a:solidFill>
                <a:latin typeface="Segoe UI"/>
              </a:rPr>
              <a:t>29</a:t>
            </a:r>
          </a:p>
          <a:p>
            <a:pPr>
              <a:spcBef>
                <a:spcPts val="700"/>
              </a:spcBef>
              <a:defRPr/>
            </a:pPr>
            <a:r>
              <a:rPr lang="en-US" sz="1200">
                <a:solidFill>
                  <a:prstClr val="black"/>
                </a:solidFill>
                <a:latin typeface="Segoe UI"/>
                <a:cs typeface="Segoe UI"/>
              </a:rPr>
              <a:t>Call vol. - Nov:  </a:t>
            </a:r>
            <a:r>
              <a:rPr lang="en-US" sz="1200" b="1">
                <a:solidFill>
                  <a:prstClr val="black"/>
                </a:solidFill>
                <a:latin typeface="Segoe UI"/>
                <a:cs typeface="Segoe UI"/>
              </a:rPr>
              <a:t>16,258</a:t>
            </a:r>
          </a:p>
        </p:txBody>
      </p:sp>
      <p:sp>
        <p:nvSpPr>
          <p:cNvPr id="46" name="Rounded Rectangle 38">
            <a:extLst>
              <a:ext uri="{FF2B5EF4-FFF2-40B4-BE49-F238E27FC236}">
                <a16:creationId xmlns:a16="http://schemas.microsoft.com/office/drawing/2014/main" id="{2A43E8FC-91E1-64A8-3686-53E38359164B}"/>
              </a:ext>
            </a:extLst>
          </p:cNvPr>
          <p:cNvSpPr/>
          <p:nvPr/>
        </p:nvSpPr>
        <p:spPr>
          <a:xfrm>
            <a:off x="6323490" y="5725907"/>
            <a:ext cx="1618345" cy="965852"/>
          </a:xfrm>
          <a:prstGeom prst="roundRect">
            <a:avLst>
              <a:gd name="adj" fmla="val 9695"/>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45720" rIns="72000" bIns="45720" rtlCol="0" anchor="t"/>
          <a:lstStyle/>
          <a:p>
            <a:pPr>
              <a:spcBef>
                <a:spcPts val="700"/>
              </a:spcBef>
              <a:defRPr/>
            </a:pPr>
            <a:r>
              <a:rPr lang="en-US" sz="1200">
                <a:solidFill>
                  <a:prstClr val="black"/>
                </a:solidFill>
                <a:latin typeface="Segoe UI"/>
              </a:rPr>
              <a:t>Issues tracked: </a:t>
            </a:r>
            <a:r>
              <a:rPr lang="en-US" sz="1200" b="1">
                <a:solidFill>
                  <a:prstClr val="black"/>
                </a:solidFill>
                <a:latin typeface="Segoe UI"/>
              </a:rPr>
              <a:t>13</a:t>
            </a:r>
          </a:p>
          <a:p>
            <a:pPr>
              <a:spcBef>
                <a:spcPts val="700"/>
              </a:spcBef>
              <a:defRPr/>
            </a:pPr>
            <a:r>
              <a:rPr lang="en-US" sz="1200">
                <a:solidFill>
                  <a:prstClr val="black"/>
                </a:solidFill>
                <a:latin typeface="Segoe UI"/>
                <a:cs typeface="Segoe UI"/>
              </a:rPr>
              <a:t>Call vol. - Nov:  </a:t>
            </a:r>
            <a:r>
              <a:rPr lang="en-US" sz="1200" b="1">
                <a:solidFill>
                  <a:prstClr val="black"/>
                </a:solidFill>
                <a:latin typeface="Segoe UI"/>
                <a:cs typeface="Segoe UI"/>
              </a:rPr>
              <a:t>4,554</a:t>
            </a:r>
          </a:p>
        </p:txBody>
      </p:sp>
      <p:sp>
        <p:nvSpPr>
          <p:cNvPr id="78" name="Rounded Rectangle 38">
            <a:extLst>
              <a:ext uri="{FF2B5EF4-FFF2-40B4-BE49-F238E27FC236}">
                <a16:creationId xmlns:a16="http://schemas.microsoft.com/office/drawing/2014/main" id="{5AD939E0-34D5-B22F-46F0-5656489F0FB6}"/>
              </a:ext>
            </a:extLst>
          </p:cNvPr>
          <p:cNvSpPr/>
          <p:nvPr/>
        </p:nvSpPr>
        <p:spPr>
          <a:xfrm>
            <a:off x="7995005" y="5725907"/>
            <a:ext cx="1772837" cy="965852"/>
          </a:xfrm>
          <a:prstGeom prst="roundRect">
            <a:avLst>
              <a:gd name="adj" fmla="val 9695"/>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45720" rIns="72000" bIns="45720" rtlCol="0" anchor="t"/>
          <a:lstStyle/>
          <a:p>
            <a:pPr>
              <a:spcBef>
                <a:spcPts val="700"/>
              </a:spcBef>
              <a:defRPr/>
            </a:pPr>
            <a:r>
              <a:rPr lang="en-US" sz="1200">
                <a:solidFill>
                  <a:prstClr val="black"/>
                </a:solidFill>
                <a:latin typeface="Segoe UI"/>
              </a:rPr>
              <a:t>Issues tracked: </a:t>
            </a:r>
            <a:r>
              <a:rPr lang="en-US" sz="1200" b="1">
                <a:solidFill>
                  <a:prstClr val="black"/>
                </a:solidFill>
                <a:latin typeface="Segoe UI"/>
              </a:rPr>
              <a:t>12</a:t>
            </a:r>
          </a:p>
          <a:p>
            <a:pPr>
              <a:spcBef>
                <a:spcPts val="700"/>
              </a:spcBef>
              <a:defRPr/>
            </a:pPr>
            <a:r>
              <a:rPr lang="en-US" sz="1200">
                <a:solidFill>
                  <a:prstClr val="black"/>
                </a:solidFill>
                <a:latin typeface="Segoe UI"/>
                <a:cs typeface="Segoe UI"/>
              </a:rPr>
              <a:t>Call vol. - Nov:  </a:t>
            </a:r>
            <a:r>
              <a:rPr lang="en-US" sz="1200" b="1">
                <a:solidFill>
                  <a:prstClr val="black"/>
                </a:solidFill>
                <a:latin typeface="Segoe UI"/>
                <a:cs typeface="Segoe UI"/>
              </a:rPr>
              <a:t>12,357</a:t>
            </a:r>
          </a:p>
        </p:txBody>
      </p:sp>
      <p:sp>
        <p:nvSpPr>
          <p:cNvPr id="79" name="Rounded Rectangle 38">
            <a:extLst>
              <a:ext uri="{FF2B5EF4-FFF2-40B4-BE49-F238E27FC236}">
                <a16:creationId xmlns:a16="http://schemas.microsoft.com/office/drawing/2014/main" id="{92D31594-B40D-35AE-B377-AC14D5F4D81A}"/>
              </a:ext>
            </a:extLst>
          </p:cNvPr>
          <p:cNvSpPr/>
          <p:nvPr/>
        </p:nvSpPr>
        <p:spPr>
          <a:xfrm>
            <a:off x="9703925" y="5725907"/>
            <a:ext cx="1618345" cy="965852"/>
          </a:xfrm>
          <a:prstGeom prst="roundRect">
            <a:avLst>
              <a:gd name="adj" fmla="val 9695"/>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45720" rIns="72000" bIns="45720" rtlCol="0" anchor="t"/>
          <a:lstStyle/>
          <a:p>
            <a:pPr>
              <a:spcBef>
                <a:spcPts val="700"/>
              </a:spcBef>
              <a:defRPr/>
            </a:pPr>
            <a:r>
              <a:rPr lang="en-US" sz="1200">
                <a:solidFill>
                  <a:prstClr val="black"/>
                </a:solidFill>
                <a:latin typeface="Segoe UI"/>
              </a:rPr>
              <a:t>Issues tracked: </a:t>
            </a:r>
            <a:r>
              <a:rPr lang="en-US" sz="1200" b="1">
                <a:solidFill>
                  <a:prstClr val="black"/>
                </a:solidFill>
                <a:latin typeface="Segoe UI"/>
              </a:rPr>
              <a:t>16</a:t>
            </a:r>
          </a:p>
          <a:p>
            <a:pPr>
              <a:spcBef>
                <a:spcPts val="700"/>
              </a:spcBef>
              <a:defRPr/>
            </a:pPr>
            <a:r>
              <a:rPr lang="en-US" sz="1200">
                <a:solidFill>
                  <a:prstClr val="black"/>
                </a:solidFill>
                <a:latin typeface="Segoe UI"/>
                <a:cs typeface="Segoe UI"/>
              </a:rPr>
              <a:t>Call vol. - Nov:  </a:t>
            </a:r>
            <a:r>
              <a:rPr lang="en-US" sz="1200" b="1">
                <a:solidFill>
                  <a:prstClr val="black"/>
                </a:solidFill>
                <a:latin typeface="Segoe UI"/>
                <a:cs typeface="Segoe UI"/>
              </a:rPr>
              <a:t>8,921</a:t>
            </a:r>
          </a:p>
        </p:txBody>
      </p:sp>
      <p:sp>
        <p:nvSpPr>
          <p:cNvPr id="80" name="Text Placeholder 3">
            <a:extLst>
              <a:ext uri="{FF2B5EF4-FFF2-40B4-BE49-F238E27FC236}">
                <a16:creationId xmlns:a16="http://schemas.microsoft.com/office/drawing/2014/main" id="{B86EB24D-2249-E417-D539-319226A22BA8}"/>
              </a:ext>
            </a:extLst>
          </p:cNvPr>
          <p:cNvSpPr txBox="1">
            <a:spLocks/>
          </p:cNvSpPr>
          <p:nvPr/>
        </p:nvSpPr>
        <p:spPr>
          <a:xfrm>
            <a:off x="1263942" y="4003429"/>
            <a:ext cx="1601768" cy="1433698"/>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1000"/>
              </a:spcBef>
              <a:buFont typeface="Wingdings" panose="05000000000000000000" pitchFamily="2" charset="2"/>
              <a:buNone/>
              <a:defRPr sz="18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300"/>
              </a:spcBef>
            </a:pPr>
            <a:r>
              <a:rPr lang="en-SG" sz="1100" b="1"/>
              <a:t>CSAT</a:t>
            </a:r>
            <a:endParaRPr lang="en-SG" sz="1100" b="1">
              <a:solidFill>
                <a:srgbClr val="1BD760"/>
              </a:solidFill>
            </a:endParaRPr>
          </a:p>
          <a:p>
            <a:pPr algn="ctr">
              <a:spcBef>
                <a:spcPts val="300"/>
              </a:spcBef>
            </a:pPr>
            <a:r>
              <a:rPr lang="en-SG" sz="1600" b="1">
                <a:solidFill>
                  <a:srgbClr val="1BD760"/>
                </a:solidFill>
              </a:rPr>
              <a:t>4.57</a:t>
            </a:r>
          </a:p>
          <a:p>
            <a:pPr algn="ctr">
              <a:spcBef>
                <a:spcPts val="300"/>
              </a:spcBef>
            </a:pPr>
            <a:endParaRPr lang="en-SG" sz="1100" b="1"/>
          </a:p>
          <a:p>
            <a:pPr algn="ctr">
              <a:spcBef>
                <a:spcPts val="300"/>
              </a:spcBef>
            </a:pPr>
            <a:endParaRPr lang="en-SG" sz="1100" b="1"/>
          </a:p>
          <a:p>
            <a:pPr algn="ctr">
              <a:spcBef>
                <a:spcPts val="300"/>
              </a:spcBef>
            </a:pPr>
            <a:r>
              <a:rPr lang="en-SG" sz="1100" b="1"/>
              <a:t>% of call volume</a:t>
            </a:r>
            <a:endParaRPr lang="en-SG" sz="1100" b="1">
              <a:solidFill>
                <a:srgbClr val="1BD760"/>
              </a:solidFill>
            </a:endParaRPr>
          </a:p>
          <a:p>
            <a:pPr algn="ctr">
              <a:spcBef>
                <a:spcPts val="300"/>
              </a:spcBef>
            </a:pPr>
            <a:r>
              <a:rPr lang="en-SG" sz="1600" b="1">
                <a:solidFill>
                  <a:srgbClr val="1BD760"/>
                </a:solidFill>
              </a:rPr>
              <a:t>8.02%</a:t>
            </a:r>
          </a:p>
        </p:txBody>
      </p:sp>
      <p:sp>
        <p:nvSpPr>
          <p:cNvPr id="81" name="Text Placeholder 3">
            <a:extLst>
              <a:ext uri="{FF2B5EF4-FFF2-40B4-BE49-F238E27FC236}">
                <a16:creationId xmlns:a16="http://schemas.microsoft.com/office/drawing/2014/main" id="{8195A6EE-B4D9-1BC6-E35D-67BDDCC58754}"/>
              </a:ext>
            </a:extLst>
          </p:cNvPr>
          <p:cNvSpPr txBox="1">
            <a:spLocks/>
          </p:cNvSpPr>
          <p:nvPr/>
        </p:nvSpPr>
        <p:spPr>
          <a:xfrm>
            <a:off x="2965627" y="3984287"/>
            <a:ext cx="1601768" cy="1433698"/>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1000"/>
              </a:spcBef>
              <a:buFont typeface="Wingdings" panose="05000000000000000000" pitchFamily="2" charset="2"/>
              <a:buNone/>
              <a:defRPr sz="18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300"/>
              </a:spcBef>
            </a:pPr>
            <a:r>
              <a:rPr lang="en-SG" sz="1100" b="1"/>
              <a:t>CSAT</a:t>
            </a:r>
            <a:endParaRPr lang="en-SG" sz="1100" b="1">
              <a:solidFill>
                <a:srgbClr val="1BD760"/>
              </a:solidFill>
            </a:endParaRPr>
          </a:p>
          <a:p>
            <a:pPr algn="ctr">
              <a:spcBef>
                <a:spcPts val="300"/>
              </a:spcBef>
            </a:pPr>
            <a:r>
              <a:rPr lang="en-SG" sz="1600" b="1">
                <a:solidFill>
                  <a:srgbClr val="1BD760"/>
                </a:solidFill>
              </a:rPr>
              <a:t>4.77</a:t>
            </a:r>
          </a:p>
          <a:p>
            <a:pPr algn="ctr">
              <a:spcBef>
                <a:spcPts val="300"/>
              </a:spcBef>
            </a:pPr>
            <a:endParaRPr lang="en-SG" sz="1100" b="1"/>
          </a:p>
          <a:p>
            <a:pPr algn="ctr">
              <a:spcBef>
                <a:spcPts val="300"/>
              </a:spcBef>
            </a:pPr>
            <a:endParaRPr lang="en-SG" sz="1100" b="1"/>
          </a:p>
          <a:p>
            <a:pPr algn="ctr">
              <a:spcBef>
                <a:spcPts val="300"/>
              </a:spcBef>
            </a:pPr>
            <a:r>
              <a:rPr lang="en-SG" sz="1100" b="1"/>
              <a:t>% of call volume</a:t>
            </a:r>
            <a:endParaRPr lang="en-SG" sz="1100" b="1">
              <a:solidFill>
                <a:srgbClr val="1BD760"/>
              </a:solidFill>
            </a:endParaRPr>
          </a:p>
          <a:p>
            <a:pPr algn="ctr">
              <a:spcBef>
                <a:spcPts val="300"/>
              </a:spcBef>
            </a:pPr>
            <a:r>
              <a:rPr lang="en-SG" sz="1600" b="1">
                <a:solidFill>
                  <a:srgbClr val="1BD760"/>
                </a:solidFill>
              </a:rPr>
              <a:t>8.90%</a:t>
            </a:r>
          </a:p>
        </p:txBody>
      </p:sp>
      <p:sp>
        <p:nvSpPr>
          <p:cNvPr id="82" name="Text Placeholder 3">
            <a:extLst>
              <a:ext uri="{FF2B5EF4-FFF2-40B4-BE49-F238E27FC236}">
                <a16:creationId xmlns:a16="http://schemas.microsoft.com/office/drawing/2014/main" id="{18EED5BE-B945-C3D1-836C-D945E8F53E8B}"/>
              </a:ext>
            </a:extLst>
          </p:cNvPr>
          <p:cNvSpPr txBox="1">
            <a:spLocks/>
          </p:cNvSpPr>
          <p:nvPr/>
        </p:nvSpPr>
        <p:spPr>
          <a:xfrm>
            <a:off x="4634917" y="3992082"/>
            <a:ext cx="1601768" cy="1425903"/>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1000"/>
              </a:spcBef>
              <a:buFont typeface="Wingdings" panose="05000000000000000000" pitchFamily="2" charset="2"/>
              <a:buNone/>
              <a:defRPr sz="18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300"/>
              </a:spcBef>
            </a:pPr>
            <a:r>
              <a:rPr lang="en-SG" sz="1100" b="1"/>
              <a:t>NPS</a:t>
            </a:r>
            <a:endParaRPr lang="en-SG" sz="1100" b="1">
              <a:solidFill>
                <a:srgbClr val="1BD760"/>
              </a:solidFill>
            </a:endParaRPr>
          </a:p>
          <a:p>
            <a:pPr>
              <a:spcBef>
                <a:spcPts val="300"/>
              </a:spcBef>
            </a:pPr>
            <a:r>
              <a:rPr lang="en-SG" sz="1600" b="1">
                <a:solidFill>
                  <a:srgbClr val="1BD760"/>
                </a:solidFill>
              </a:rPr>
              <a:t>6.45 </a:t>
            </a:r>
            <a:r>
              <a:rPr lang="en-SG" sz="1100" b="1">
                <a:solidFill>
                  <a:schemeClr val="bg1">
                    <a:lumMod val="65000"/>
                  </a:schemeClr>
                </a:solidFill>
              </a:rPr>
              <a:t>Mob</a:t>
            </a:r>
            <a:r>
              <a:rPr lang="en-SG" sz="1200" b="1">
                <a:solidFill>
                  <a:srgbClr val="1BD760"/>
                </a:solidFill>
              </a:rPr>
              <a:t>   </a:t>
            </a:r>
          </a:p>
          <a:p>
            <a:pPr>
              <a:spcBef>
                <a:spcPts val="300"/>
              </a:spcBef>
            </a:pPr>
            <a:r>
              <a:rPr lang="en-SG" sz="1600" b="1">
                <a:solidFill>
                  <a:srgbClr val="1BD760"/>
                </a:solidFill>
              </a:rPr>
              <a:t>5.37 </a:t>
            </a:r>
            <a:r>
              <a:rPr lang="en-SG" sz="1100" b="1">
                <a:solidFill>
                  <a:schemeClr val="bg1">
                    <a:lumMod val="65000"/>
                  </a:schemeClr>
                </a:solidFill>
              </a:rPr>
              <a:t>BB</a:t>
            </a:r>
          </a:p>
          <a:p>
            <a:pPr>
              <a:spcBef>
                <a:spcPts val="300"/>
              </a:spcBef>
            </a:pPr>
            <a:r>
              <a:rPr lang="en-SG" sz="1600" b="1">
                <a:solidFill>
                  <a:srgbClr val="1BD760"/>
                </a:solidFill>
              </a:rPr>
              <a:t>5.25 </a:t>
            </a:r>
            <a:r>
              <a:rPr lang="en-SG" sz="1100" b="1">
                <a:solidFill>
                  <a:schemeClr val="bg1">
                    <a:lumMod val="65000"/>
                  </a:schemeClr>
                </a:solidFill>
              </a:rPr>
              <a:t>Ent</a:t>
            </a:r>
            <a:endParaRPr lang="en-SG" sz="1100" b="1"/>
          </a:p>
          <a:p>
            <a:pPr algn="ctr">
              <a:spcBef>
                <a:spcPts val="300"/>
              </a:spcBef>
            </a:pPr>
            <a:r>
              <a:rPr lang="en-SG" sz="1100" b="1"/>
              <a:t>% of call volume</a:t>
            </a:r>
          </a:p>
          <a:p>
            <a:pPr algn="ctr">
              <a:spcBef>
                <a:spcPts val="300"/>
              </a:spcBef>
            </a:pPr>
            <a:r>
              <a:rPr lang="en-SG" sz="1600" b="1">
                <a:solidFill>
                  <a:srgbClr val="1BD760"/>
                </a:solidFill>
              </a:rPr>
              <a:t>27.24%</a:t>
            </a:r>
          </a:p>
        </p:txBody>
      </p:sp>
      <p:sp>
        <p:nvSpPr>
          <p:cNvPr id="83" name="Text Placeholder 3">
            <a:extLst>
              <a:ext uri="{FF2B5EF4-FFF2-40B4-BE49-F238E27FC236}">
                <a16:creationId xmlns:a16="http://schemas.microsoft.com/office/drawing/2014/main" id="{1B4B984A-BCFB-D888-B976-3BC47B57C729}"/>
              </a:ext>
            </a:extLst>
          </p:cNvPr>
          <p:cNvSpPr txBox="1">
            <a:spLocks/>
          </p:cNvSpPr>
          <p:nvPr/>
        </p:nvSpPr>
        <p:spPr>
          <a:xfrm>
            <a:off x="6303788" y="3992082"/>
            <a:ext cx="1601768" cy="1433698"/>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1000"/>
              </a:spcBef>
              <a:buFont typeface="Wingdings" panose="05000000000000000000" pitchFamily="2" charset="2"/>
              <a:buNone/>
              <a:defRPr sz="18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300"/>
              </a:spcBef>
            </a:pPr>
            <a:r>
              <a:rPr lang="en-SG" sz="1100" b="1"/>
              <a:t>CSAT</a:t>
            </a:r>
            <a:endParaRPr lang="en-SG" sz="1100" b="1">
              <a:solidFill>
                <a:srgbClr val="1BD760"/>
              </a:solidFill>
            </a:endParaRPr>
          </a:p>
          <a:p>
            <a:pPr algn="ctr">
              <a:spcBef>
                <a:spcPts val="300"/>
              </a:spcBef>
            </a:pPr>
            <a:r>
              <a:rPr lang="en-SG" sz="1600" b="1">
                <a:solidFill>
                  <a:srgbClr val="1BD760"/>
                </a:solidFill>
              </a:rPr>
              <a:t>3.52</a:t>
            </a:r>
          </a:p>
          <a:p>
            <a:pPr algn="ctr">
              <a:spcBef>
                <a:spcPts val="300"/>
              </a:spcBef>
            </a:pPr>
            <a:endParaRPr lang="en-SG" sz="1100" b="1"/>
          </a:p>
          <a:p>
            <a:pPr algn="ctr">
              <a:spcBef>
                <a:spcPts val="300"/>
              </a:spcBef>
            </a:pPr>
            <a:endParaRPr lang="en-SG" sz="1100" b="1"/>
          </a:p>
          <a:p>
            <a:pPr algn="ctr">
              <a:spcBef>
                <a:spcPts val="300"/>
              </a:spcBef>
            </a:pPr>
            <a:r>
              <a:rPr lang="en-SG" sz="1100" b="1"/>
              <a:t>% of call volume</a:t>
            </a:r>
            <a:endParaRPr lang="en-SG" sz="1100" b="1">
              <a:solidFill>
                <a:srgbClr val="1BD760"/>
              </a:solidFill>
            </a:endParaRPr>
          </a:p>
          <a:p>
            <a:pPr algn="ctr">
              <a:spcBef>
                <a:spcPts val="300"/>
              </a:spcBef>
            </a:pPr>
            <a:r>
              <a:rPr lang="en-SG" sz="1600" b="1">
                <a:solidFill>
                  <a:srgbClr val="1BD760"/>
                </a:solidFill>
              </a:rPr>
              <a:t>9.23%</a:t>
            </a:r>
          </a:p>
        </p:txBody>
      </p:sp>
      <p:sp>
        <p:nvSpPr>
          <p:cNvPr id="84" name="Text Placeholder 3">
            <a:extLst>
              <a:ext uri="{FF2B5EF4-FFF2-40B4-BE49-F238E27FC236}">
                <a16:creationId xmlns:a16="http://schemas.microsoft.com/office/drawing/2014/main" id="{954D30F0-1494-9A88-E7BA-F8C447CF2FFF}"/>
              </a:ext>
            </a:extLst>
          </p:cNvPr>
          <p:cNvSpPr txBox="1">
            <a:spLocks/>
          </p:cNvSpPr>
          <p:nvPr/>
        </p:nvSpPr>
        <p:spPr>
          <a:xfrm>
            <a:off x="8005473" y="3997184"/>
            <a:ext cx="1601768" cy="1433698"/>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1000"/>
              </a:spcBef>
              <a:buFont typeface="Wingdings" panose="05000000000000000000" pitchFamily="2" charset="2"/>
              <a:buNone/>
              <a:defRPr sz="18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300"/>
              </a:spcBef>
            </a:pPr>
            <a:r>
              <a:rPr lang="en-SG" sz="1100" b="1"/>
              <a:t>CSAT</a:t>
            </a:r>
            <a:endParaRPr lang="en-SG" sz="1100" b="1">
              <a:solidFill>
                <a:srgbClr val="1BD760"/>
              </a:solidFill>
            </a:endParaRPr>
          </a:p>
          <a:p>
            <a:pPr algn="ctr">
              <a:spcBef>
                <a:spcPts val="300"/>
              </a:spcBef>
            </a:pPr>
            <a:r>
              <a:rPr lang="en-SG" sz="1600" b="1">
                <a:solidFill>
                  <a:srgbClr val="1BD760"/>
                </a:solidFill>
              </a:rPr>
              <a:t>3.58</a:t>
            </a:r>
          </a:p>
          <a:p>
            <a:pPr algn="ctr">
              <a:spcBef>
                <a:spcPts val="300"/>
              </a:spcBef>
            </a:pPr>
            <a:endParaRPr lang="en-SG" sz="1100" b="1"/>
          </a:p>
          <a:p>
            <a:pPr algn="ctr">
              <a:spcBef>
                <a:spcPts val="300"/>
              </a:spcBef>
            </a:pPr>
            <a:endParaRPr lang="en-SG" sz="1100" b="1"/>
          </a:p>
          <a:p>
            <a:pPr algn="ctr">
              <a:spcBef>
                <a:spcPts val="300"/>
              </a:spcBef>
            </a:pPr>
            <a:r>
              <a:rPr lang="en-SG" sz="1100" b="1"/>
              <a:t>% of call volume</a:t>
            </a:r>
            <a:endParaRPr lang="en-SG" sz="1100" b="1">
              <a:solidFill>
                <a:srgbClr val="1BD760"/>
              </a:solidFill>
            </a:endParaRPr>
          </a:p>
          <a:p>
            <a:pPr algn="ctr">
              <a:spcBef>
                <a:spcPts val="300"/>
              </a:spcBef>
            </a:pPr>
            <a:r>
              <a:rPr lang="en-SG" sz="1600" b="1">
                <a:solidFill>
                  <a:srgbClr val="1BD760"/>
                </a:solidFill>
              </a:rPr>
              <a:t>28.20%</a:t>
            </a:r>
          </a:p>
        </p:txBody>
      </p:sp>
      <p:sp>
        <p:nvSpPr>
          <p:cNvPr id="85" name="Text Placeholder 3">
            <a:extLst>
              <a:ext uri="{FF2B5EF4-FFF2-40B4-BE49-F238E27FC236}">
                <a16:creationId xmlns:a16="http://schemas.microsoft.com/office/drawing/2014/main" id="{3E4DD648-787D-530C-DD81-AF9EC9CB687D}"/>
              </a:ext>
            </a:extLst>
          </p:cNvPr>
          <p:cNvSpPr txBox="1">
            <a:spLocks/>
          </p:cNvSpPr>
          <p:nvPr/>
        </p:nvSpPr>
        <p:spPr>
          <a:xfrm>
            <a:off x="9708052" y="3992082"/>
            <a:ext cx="1601768" cy="1433698"/>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1000"/>
              </a:spcBef>
              <a:buFont typeface="Wingdings" panose="05000000000000000000" pitchFamily="2" charset="2"/>
              <a:buNone/>
              <a:defRPr sz="18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300"/>
              </a:spcBef>
            </a:pPr>
            <a:r>
              <a:rPr lang="en-SG" sz="1100" b="1"/>
              <a:t>CSAT</a:t>
            </a:r>
            <a:endParaRPr lang="en-SG" sz="1100" b="1">
              <a:solidFill>
                <a:srgbClr val="1BD760"/>
              </a:solidFill>
            </a:endParaRPr>
          </a:p>
          <a:p>
            <a:pPr algn="ctr">
              <a:spcBef>
                <a:spcPts val="300"/>
              </a:spcBef>
            </a:pPr>
            <a:r>
              <a:rPr lang="en-SG" sz="1600" b="1">
                <a:solidFill>
                  <a:srgbClr val="1BD760"/>
                </a:solidFill>
              </a:rPr>
              <a:t>4.76</a:t>
            </a:r>
          </a:p>
          <a:p>
            <a:pPr algn="ctr">
              <a:spcBef>
                <a:spcPts val="300"/>
              </a:spcBef>
            </a:pPr>
            <a:endParaRPr lang="en-SG" sz="1100" b="1"/>
          </a:p>
          <a:p>
            <a:pPr algn="ctr">
              <a:spcBef>
                <a:spcPts val="300"/>
              </a:spcBef>
            </a:pPr>
            <a:endParaRPr lang="en-SG" sz="1100" b="1"/>
          </a:p>
          <a:p>
            <a:pPr algn="ctr">
              <a:spcBef>
                <a:spcPts val="300"/>
              </a:spcBef>
            </a:pPr>
            <a:r>
              <a:rPr lang="en-SG" sz="1100" b="1"/>
              <a:t>% of call volume</a:t>
            </a:r>
            <a:endParaRPr lang="en-SG" sz="1100" b="1">
              <a:solidFill>
                <a:srgbClr val="1BD760"/>
              </a:solidFill>
            </a:endParaRPr>
          </a:p>
          <a:p>
            <a:pPr algn="ctr">
              <a:spcBef>
                <a:spcPts val="300"/>
              </a:spcBef>
            </a:pPr>
            <a:r>
              <a:rPr lang="en-SG" sz="1600" b="1">
                <a:solidFill>
                  <a:srgbClr val="1BD760"/>
                </a:solidFill>
              </a:rPr>
              <a:t>18.4%</a:t>
            </a:r>
          </a:p>
        </p:txBody>
      </p:sp>
      <p:sp>
        <p:nvSpPr>
          <p:cNvPr id="2" name="Text Placeholder 6">
            <a:extLst>
              <a:ext uri="{FF2B5EF4-FFF2-40B4-BE49-F238E27FC236}">
                <a16:creationId xmlns:a16="http://schemas.microsoft.com/office/drawing/2014/main" id="{C8573F96-8CFF-B379-B17C-256D4A8613A7}"/>
              </a:ext>
            </a:extLst>
          </p:cNvPr>
          <p:cNvSpPr txBox="1">
            <a:spLocks/>
          </p:cNvSpPr>
          <p:nvPr/>
        </p:nvSpPr>
        <p:spPr>
          <a:xfrm>
            <a:off x="758078" y="134098"/>
            <a:ext cx="10804728" cy="58578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None/>
              <a:defRPr sz="3200" b="1" i="0" kern="1200" baseline="0">
                <a:solidFill>
                  <a:srgbClr val="1ED760"/>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en-US">
                <a:latin typeface="Segoe UI"/>
              </a:rPr>
              <a:t>Consumer core customer journeys</a:t>
            </a:r>
          </a:p>
        </p:txBody>
      </p:sp>
      <p:sp>
        <p:nvSpPr>
          <p:cNvPr id="5" name="Text Placeholder 2">
            <a:extLst>
              <a:ext uri="{FF2B5EF4-FFF2-40B4-BE49-F238E27FC236}">
                <a16:creationId xmlns:a16="http://schemas.microsoft.com/office/drawing/2014/main" id="{E73A4EF4-D766-B3F0-B7A9-4D41F3BB1C69}"/>
              </a:ext>
            </a:extLst>
          </p:cNvPr>
          <p:cNvSpPr txBox="1">
            <a:spLocks/>
          </p:cNvSpPr>
          <p:nvPr/>
        </p:nvSpPr>
        <p:spPr>
          <a:xfrm>
            <a:off x="758078" y="627222"/>
            <a:ext cx="10066244" cy="489026"/>
          </a:xfrm>
          <a:prstGeom prst="rect">
            <a:avLst/>
          </a:prstGeom>
        </p:spPr>
        <p:txBody>
          <a:bodyPr lIns="91440" tIns="45720" rIns="91440" bIns="45720" anchor="t">
            <a:no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en-US" sz="1600">
                <a:solidFill>
                  <a:srgbClr val="1BD760"/>
                </a:solidFill>
              </a:rPr>
              <a:t>We have started to operationalize our iconic customer journeys, measuring performance and addressing CX issues and opportunities</a:t>
            </a:r>
            <a:endParaRPr lang="en-US" sz="1600">
              <a:solidFill>
                <a:srgbClr val="1BD760"/>
              </a:solidFill>
              <a:latin typeface="Segoe UI"/>
            </a:endParaRPr>
          </a:p>
        </p:txBody>
      </p:sp>
      <p:sp>
        <p:nvSpPr>
          <p:cNvPr id="9" name="TextBox 8">
            <a:extLst>
              <a:ext uri="{FF2B5EF4-FFF2-40B4-BE49-F238E27FC236}">
                <a16:creationId xmlns:a16="http://schemas.microsoft.com/office/drawing/2014/main" id="{6062CCF0-6890-978C-E574-654BEAB3E6EF}"/>
              </a:ext>
            </a:extLst>
          </p:cNvPr>
          <p:cNvSpPr txBox="1"/>
          <p:nvPr/>
        </p:nvSpPr>
        <p:spPr>
          <a:xfrm>
            <a:off x="1439164" y="4428889"/>
            <a:ext cx="1407993" cy="246221"/>
          </a:xfrm>
          <a:prstGeom prst="rect">
            <a:avLst/>
          </a:prstGeom>
          <a:noFill/>
        </p:spPr>
        <p:txBody>
          <a:bodyPr wrap="square">
            <a:spAutoFit/>
          </a:bodyPr>
          <a:lstStyle/>
          <a:p>
            <a:r>
              <a:rPr lang="en-SG" sz="1000"/>
              <a:t>0.3 above benchmark</a:t>
            </a:r>
            <a:endParaRPr lang="en-US" sz="1000"/>
          </a:p>
        </p:txBody>
      </p:sp>
      <p:sp>
        <p:nvSpPr>
          <p:cNvPr id="10" name="Triangle 9">
            <a:extLst>
              <a:ext uri="{FF2B5EF4-FFF2-40B4-BE49-F238E27FC236}">
                <a16:creationId xmlns:a16="http://schemas.microsoft.com/office/drawing/2014/main" id="{09DEBD7D-4961-42DC-0F9B-D04CBB50B97E}"/>
              </a:ext>
            </a:extLst>
          </p:cNvPr>
          <p:cNvSpPr/>
          <p:nvPr/>
        </p:nvSpPr>
        <p:spPr>
          <a:xfrm>
            <a:off x="1345455" y="4457440"/>
            <a:ext cx="165002" cy="142243"/>
          </a:xfrm>
          <a:prstGeom prst="triangle">
            <a:avLst/>
          </a:prstGeom>
          <a:solidFill>
            <a:srgbClr val="35DB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C47AAB9-798D-B0E8-0CF0-AE7593F1C052}"/>
              </a:ext>
            </a:extLst>
          </p:cNvPr>
          <p:cNvSpPr txBox="1"/>
          <p:nvPr/>
        </p:nvSpPr>
        <p:spPr>
          <a:xfrm>
            <a:off x="3129803" y="4423550"/>
            <a:ext cx="1407993" cy="246221"/>
          </a:xfrm>
          <a:prstGeom prst="rect">
            <a:avLst/>
          </a:prstGeom>
          <a:noFill/>
        </p:spPr>
        <p:txBody>
          <a:bodyPr wrap="square">
            <a:spAutoFit/>
          </a:bodyPr>
          <a:lstStyle/>
          <a:p>
            <a:r>
              <a:rPr lang="en-SG" sz="1000"/>
              <a:t>0.4 above benchmark</a:t>
            </a:r>
            <a:endParaRPr lang="en-US" sz="1000"/>
          </a:p>
        </p:txBody>
      </p:sp>
      <p:sp>
        <p:nvSpPr>
          <p:cNvPr id="16" name="Triangle 15">
            <a:extLst>
              <a:ext uri="{FF2B5EF4-FFF2-40B4-BE49-F238E27FC236}">
                <a16:creationId xmlns:a16="http://schemas.microsoft.com/office/drawing/2014/main" id="{DDA75773-A100-2306-1340-928174DA1261}"/>
              </a:ext>
            </a:extLst>
          </p:cNvPr>
          <p:cNvSpPr/>
          <p:nvPr/>
        </p:nvSpPr>
        <p:spPr>
          <a:xfrm>
            <a:off x="3036094" y="4452101"/>
            <a:ext cx="165002" cy="142243"/>
          </a:xfrm>
          <a:prstGeom prst="triangle">
            <a:avLst/>
          </a:prstGeom>
          <a:solidFill>
            <a:srgbClr val="35DB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A89C134-377D-F7C8-D13E-B97D04702891}"/>
              </a:ext>
            </a:extLst>
          </p:cNvPr>
          <p:cNvSpPr txBox="1"/>
          <p:nvPr/>
        </p:nvSpPr>
        <p:spPr>
          <a:xfrm>
            <a:off x="5660744" y="4266807"/>
            <a:ext cx="596634" cy="246221"/>
          </a:xfrm>
          <a:prstGeom prst="rect">
            <a:avLst/>
          </a:prstGeom>
          <a:noFill/>
        </p:spPr>
        <p:txBody>
          <a:bodyPr wrap="square">
            <a:spAutoFit/>
          </a:bodyPr>
          <a:lstStyle/>
          <a:p>
            <a:r>
              <a:rPr lang="en-SG" sz="1000"/>
              <a:t>0.5 </a:t>
            </a:r>
            <a:r>
              <a:rPr lang="en-SG" sz="1000" err="1"/>
              <a:t>a.b.</a:t>
            </a:r>
            <a:endParaRPr lang="en-US" sz="1000"/>
          </a:p>
        </p:txBody>
      </p:sp>
      <p:sp>
        <p:nvSpPr>
          <p:cNvPr id="23" name="Triangle 22">
            <a:extLst>
              <a:ext uri="{FF2B5EF4-FFF2-40B4-BE49-F238E27FC236}">
                <a16:creationId xmlns:a16="http://schemas.microsoft.com/office/drawing/2014/main" id="{BF42F784-6B1E-19C6-15BF-0D104DCCA787}"/>
              </a:ext>
            </a:extLst>
          </p:cNvPr>
          <p:cNvSpPr/>
          <p:nvPr/>
        </p:nvSpPr>
        <p:spPr>
          <a:xfrm>
            <a:off x="5566848" y="4289787"/>
            <a:ext cx="165002" cy="142243"/>
          </a:xfrm>
          <a:prstGeom prst="triangle">
            <a:avLst/>
          </a:prstGeom>
          <a:solidFill>
            <a:srgbClr val="35DB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5645D84-BAF9-AF40-D39B-766AB83CD186}"/>
              </a:ext>
            </a:extLst>
          </p:cNvPr>
          <p:cNvSpPr txBox="1"/>
          <p:nvPr/>
        </p:nvSpPr>
        <p:spPr>
          <a:xfrm>
            <a:off x="5657606" y="4533529"/>
            <a:ext cx="596634" cy="246221"/>
          </a:xfrm>
          <a:prstGeom prst="rect">
            <a:avLst/>
          </a:prstGeom>
          <a:noFill/>
        </p:spPr>
        <p:txBody>
          <a:bodyPr wrap="square">
            <a:spAutoFit/>
          </a:bodyPr>
          <a:lstStyle/>
          <a:p>
            <a:r>
              <a:rPr lang="en-SG" sz="1000"/>
              <a:t>0.3 </a:t>
            </a:r>
            <a:r>
              <a:rPr lang="en-SG" sz="1000" err="1"/>
              <a:t>b.b</a:t>
            </a:r>
            <a:endParaRPr lang="en-US" sz="1000"/>
          </a:p>
        </p:txBody>
      </p:sp>
      <p:sp>
        <p:nvSpPr>
          <p:cNvPr id="28" name="Triangle 27">
            <a:extLst>
              <a:ext uri="{FF2B5EF4-FFF2-40B4-BE49-F238E27FC236}">
                <a16:creationId xmlns:a16="http://schemas.microsoft.com/office/drawing/2014/main" id="{ED354A7C-D60D-16B5-E363-261EBD44DA1A}"/>
              </a:ext>
            </a:extLst>
          </p:cNvPr>
          <p:cNvSpPr/>
          <p:nvPr/>
        </p:nvSpPr>
        <p:spPr>
          <a:xfrm rot="10800000">
            <a:off x="5563896" y="4595768"/>
            <a:ext cx="165002" cy="142243"/>
          </a:xfrm>
          <a:prstGeom prst="triangl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89BF0FFD-9F65-1930-055A-FECAC67812CC}"/>
              </a:ext>
            </a:extLst>
          </p:cNvPr>
          <p:cNvSpPr txBox="1"/>
          <p:nvPr/>
        </p:nvSpPr>
        <p:spPr>
          <a:xfrm>
            <a:off x="5661210" y="4808254"/>
            <a:ext cx="596634" cy="246221"/>
          </a:xfrm>
          <a:prstGeom prst="rect">
            <a:avLst/>
          </a:prstGeom>
          <a:noFill/>
        </p:spPr>
        <p:txBody>
          <a:bodyPr wrap="square">
            <a:spAutoFit/>
          </a:bodyPr>
          <a:lstStyle/>
          <a:p>
            <a:r>
              <a:rPr lang="en-SG" sz="1000"/>
              <a:t>0.4 </a:t>
            </a:r>
            <a:r>
              <a:rPr lang="en-SG" sz="1000" err="1"/>
              <a:t>b.b</a:t>
            </a:r>
            <a:endParaRPr lang="en-US" sz="1000"/>
          </a:p>
        </p:txBody>
      </p:sp>
      <p:sp>
        <p:nvSpPr>
          <p:cNvPr id="35" name="Triangle 34">
            <a:extLst>
              <a:ext uri="{FF2B5EF4-FFF2-40B4-BE49-F238E27FC236}">
                <a16:creationId xmlns:a16="http://schemas.microsoft.com/office/drawing/2014/main" id="{9D943231-BBD0-F914-E621-8303844B62BB}"/>
              </a:ext>
            </a:extLst>
          </p:cNvPr>
          <p:cNvSpPr/>
          <p:nvPr/>
        </p:nvSpPr>
        <p:spPr>
          <a:xfrm rot="10800000">
            <a:off x="5567500" y="4870493"/>
            <a:ext cx="165002" cy="142243"/>
          </a:xfrm>
          <a:prstGeom prst="triangl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16165F0F-2A62-307F-AB7C-1AFAFAD5B81C}"/>
              </a:ext>
            </a:extLst>
          </p:cNvPr>
          <p:cNvSpPr txBox="1"/>
          <p:nvPr/>
        </p:nvSpPr>
        <p:spPr>
          <a:xfrm>
            <a:off x="6461666" y="4432030"/>
            <a:ext cx="1407993" cy="246221"/>
          </a:xfrm>
          <a:prstGeom prst="rect">
            <a:avLst/>
          </a:prstGeom>
          <a:noFill/>
        </p:spPr>
        <p:txBody>
          <a:bodyPr wrap="square">
            <a:spAutoFit/>
          </a:bodyPr>
          <a:lstStyle/>
          <a:p>
            <a:r>
              <a:rPr lang="en-SG" sz="1000"/>
              <a:t>0.8 below benchmark</a:t>
            </a:r>
            <a:endParaRPr lang="en-US" sz="1000"/>
          </a:p>
        </p:txBody>
      </p:sp>
      <p:sp>
        <p:nvSpPr>
          <p:cNvPr id="37" name="Triangle 36">
            <a:extLst>
              <a:ext uri="{FF2B5EF4-FFF2-40B4-BE49-F238E27FC236}">
                <a16:creationId xmlns:a16="http://schemas.microsoft.com/office/drawing/2014/main" id="{11E19B7B-BC43-173E-3CA3-727D3D1826DB}"/>
              </a:ext>
            </a:extLst>
          </p:cNvPr>
          <p:cNvSpPr/>
          <p:nvPr/>
        </p:nvSpPr>
        <p:spPr>
          <a:xfrm rot="10800000">
            <a:off x="6367957" y="4475020"/>
            <a:ext cx="165002" cy="142243"/>
          </a:xfrm>
          <a:prstGeom prst="triangle">
            <a:avLst/>
          </a:prstGeom>
          <a:solidFill>
            <a:srgbClr val="FF777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72074C9B-ECB2-EFFD-FE5E-3A9DC2D7C2F1}"/>
              </a:ext>
            </a:extLst>
          </p:cNvPr>
          <p:cNvSpPr txBox="1"/>
          <p:nvPr/>
        </p:nvSpPr>
        <p:spPr>
          <a:xfrm>
            <a:off x="8133181" y="4452101"/>
            <a:ext cx="1407993" cy="246221"/>
          </a:xfrm>
          <a:prstGeom prst="rect">
            <a:avLst/>
          </a:prstGeom>
          <a:noFill/>
        </p:spPr>
        <p:txBody>
          <a:bodyPr wrap="square">
            <a:spAutoFit/>
          </a:bodyPr>
          <a:lstStyle/>
          <a:p>
            <a:r>
              <a:rPr lang="en-SG" sz="1000"/>
              <a:t>0.6 below benchmark</a:t>
            </a:r>
            <a:endParaRPr lang="en-US" sz="1000"/>
          </a:p>
        </p:txBody>
      </p:sp>
      <p:sp>
        <p:nvSpPr>
          <p:cNvPr id="39" name="Triangle 38">
            <a:extLst>
              <a:ext uri="{FF2B5EF4-FFF2-40B4-BE49-F238E27FC236}">
                <a16:creationId xmlns:a16="http://schemas.microsoft.com/office/drawing/2014/main" id="{97FB56D8-A664-680A-9FE7-59FB451D0C23}"/>
              </a:ext>
            </a:extLst>
          </p:cNvPr>
          <p:cNvSpPr/>
          <p:nvPr/>
        </p:nvSpPr>
        <p:spPr>
          <a:xfrm rot="10800000">
            <a:off x="8039472" y="4495091"/>
            <a:ext cx="165002" cy="142243"/>
          </a:xfrm>
          <a:prstGeom prst="triangle">
            <a:avLst/>
          </a:prstGeom>
          <a:solidFill>
            <a:srgbClr val="FF777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E6AA0319-4454-A389-41F7-EC97E8DA5F9A}"/>
              </a:ext>
            </a:extLst>
          </p:cNvPr>
          <p:cNvSpPr txBox="1"/>
          <p:nvPr/>
        </p:nvSpPr>
        <p:spPr>
          <a:xfrm>
            <a:off x="9861559" y="4452101"/>
            <a:ext cx="1407993" cy="246221"/>
          </a:xfrm>
          <a:prstGeom prst="rect">
            <a:avLst/>
          </a:prstGeom>
          <a:noFill/>
        </p:spPr>
        <p:txBody>
          <a:bodyPr wrap="square">
            <a:spAutoFit/>
          </a:bodyPr>
          <a:lstStyle/>
          <a:p>
            <a:r>
              <a:rPr lang="en-SG" sz="1000"/>
              <a:t>0.4 above benchmark</a:t>
            </a:r>
            <a:endParaRPr lang="en-US" sz="1000"/>
          </a:p>
        </p:txBody>
      </p:sp>
      <p:sp>
        <p:nvSpPr>
          <p:cNvPr id="41" name="Triangle 40">
            <a:extLst>
              <a:ext uri="{FF2B5EF4-FFF2-40B4-BE49-F238E27FC236}">
                <a16:creationId xmlns:a16="http://schemas.microsoft.com/office/drawing/2014/main" id="{C4CF0598-F64D-5438-18BD-C009FE6983C4}"/>
              </a:ext>
            </a:extLst>
          </p:cNvPr>
          <p:cNvSpPr/>
          <p:nvPr/>
        </p:nvSpPr>
        <p:spPr>
          <a:xfrm>
            <a:off x="9767850" y="4480652"/>
            <a:ext cx="165002" cy="142243"/>
          </a:xfrm>
          <a:prstGeom prst="triangle">
            <a:avLst/>
          </a:prstGeom>
          <a:solidFill>
            <a:srgbClr val="35DB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E35E50CA-B8F0-94DD-8D0F-3EDDAFCAC42F}"/>
              </a:ext>
            </a:extLst>
          </p:cNvPr>
          <p:cNvSpPr txBox="1"/>
          <p:nvPr/>
        </p:nvSpPr>
        <p:spPr>
          <a:xfrm>
            <a:off x="11931992" y="6573149"/>
            <a:ext cx="260008" cy="261610"/>
          </a:xfrm>
          <a:prstGeom prst="rect">
            <a:avLst/>
          </a:prstGeom>
          <a:noFill/>
        </p:spPr>
        <p:txBody>
          <a:bodyPr wrap="none" rtlCol="0">
            <a:spAutoFit/>
          </a:bodyPr>
          <a:lstStyle/>
          <a:p>
            <a:fld id="{946CA25D-DF5D-8344-B9AA-B6983B6411BE}" type="slidenum">
              <a:rPr lang="en-US" sz="1100" smtClean="0">
                <a:solidFill>
                  <a:schemeClr val="bg1">
                    <a:lumMod val="65000"/>
                  </a:schemeClr>
                </a:solidFill>
              </a:rPr>
              <a:t>6</a:t>
            </a:fld>
            <a:endParaRPr lang="en-US" sz="1100">
              <a:solidFill>
                <a:schemeClr val="bg1">
                  <a:lumMod val="65000"/>
                </a:schemeClr>
              </a:solidFill>
            </a:endParaRPr>
          </a:p>
        </p:txBody>
      </p:sp>
    </p:spTree>
    <p:extLst>
      <p:ext uri="{BB962C8B-B14F-4D97-AF65-F5344CB8AC3E}">
        <p14:creationId xmlns:p14="http://schemas.microsoft.com/office/powerpoint/2010/main" val="3745567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3B8CB-FF0F-0FBD-8C75-433F26329246}"/>
            </a:ext>
          </a:extLst>
        </p:cNvPr>
        <p:cNvGrpSpPr/>
        <p:nvPr/>
      </p:nvGrpSpPr>
      <p:grpSpPr>
        <a:xfrm>
          <a:off x="0" y="0"/>
          <a:ext cx="0" cy="0"/>
          <a:chOff x="0" y="0"/>
          <a:chExt cx="0" cy="0"/>
        </a:xfrm>
      </p:grpSpPr>
      <p:graphicFrame>
        <p:nvGraphicFramePr>
          <p:cNvPr id="55" name="think-cell data - do not delete" hidden="1">
            <a:extLst>
              <a:ext uri="{FF2B5EF4-FFF2-40B4-BE49-F238E27FC236}">
                <a16:creationId xmlns:a16="http://schemas.microsoft.com/office/drawing/2014/main" id="{8DB352B6-AD92-0E3E-4F6C-D8E0E999718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55" name="think-cell data - do not delete" hidden="1">
                        <a:extLst>
                          <a:ext uri="{FF2B5EF4-FFF2-40B4-BE49-F238E27FC236}">
                            <a16:creationId xmlns:a16="http://schemas.microsoft.com/office/drawing/2014/main" id="{8DB352B6-AD92-0E3E-4F6C-D8E0E999718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3" name="Text Placeholder 3">
            <a:extLst>
              <a:ext uri="{FF2B5EF4-FFF2-40B4-BE49-F238E27FC236}">
                <a16:creationId xmlns:a16="http://schemas.microsoft.com/office/drawing/2014/main" id="{D91C6C82-124E-4AFA-9B8B-E7102D85ADB1}"/>
              </a:ext>
            </a:extLst>
          </p:cNvPr>
          <p:cNvSpPr txBox="1">
            <a:spLocks/>
          </p:cNvSpPr>
          <p:nvPr/>
        </p:nvSpPr>
        <p:spPr>
          <a:xfrm>
            <a:off x="1659461" y="2446250"/>
            <a:ext cx="8759659" cy="270154"/>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1000"/>
              </a:spcBef>
              <a:buFont typeface="Wingdings" panose="05000000000000000000" pitchFamily="2" charset="2"/>
              <a:buNone/>
              <a:defRPr sz="18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0"/>
              </a:spcAft>
              <a:buClrTx/>
              <a:buSzTx/>
              <a:buFont typeface="Wingdings" panose="05000000000000000000" pitchFamily="2" charset="2"/>
              <a:buNone/>
              <a:tabLst/>
              <a:defRPr/>
            </a:pPr>
            <a:r>
              <a:rPr kumimoji="0" lang="en-SG" sz="1400" b="1" i="0" u="none" strike="noStrike" kern="1200" cap="none" spc="0" normalizeH="0" baseline="0" noProof="0">
                <a:ln>
                  <a:noFill/>
                </a:ln>
                <a:solidFill>
                  <a:prstClr val="black"/>
                </a:solidFill>
                <a:effectLst/>
                <a:uLnTx/>
                <a:uFillTx/>
                <a:latin typeface="Segoe UI"/>
                <a:ea typeface="+mn-ea"/>
                <a:cs typeface="+mn-cs"/>
              </a:rPr>
              <a:t>Applying Design Thinking across all journeys</a:t>
            </a:r>
            <a:endParaRPr kumimoji="0" lang="en-SG" sz="1400" b="0" i="0" u="none" strike="noStrike" kern="1200" cap="none" spc="0" normalizeH="0" baseline="0" noProof="0">
              <a:ln>
                <a:noFill/>
              </a:ln>
              <a:solidFill>
                <a:prstClr val="black"/>
              </a:solidFill>
              <a:effectLst/>
              <a:uLnTx/>
              <a:uFillTx/>
              <a:latin typeface="Segoe UI"/>
              <a:ea typeface="+mn-ea"/>
              <a:cs typeface="+mn-cs"/>
            </a:endParaRPr>
          </a:p>
        </p:txBody>
      </p:sp>
      <p:sp>
        <p:nvSpPr>
          <p:cNvPr id="18" name="Rectangle 17">
            <a:extLst>
              <a:ext uri="{FF2B5EF4-FFF2-40B4-BE49-F238E27FC236}">
                <a16:creationId xmlns:a16="http://schemas.microsoft.com/office/drawing/2014/main" id="{96221B79-7CF9-2621-B6CD-DEBD07397F06}"/>
              </a:ext>
            </a:extLst>
          </p:cNvPr>
          <p:cNvSpPr/>
          <p:nvPr/>
        </p:nvSpPr>
        <p:spPr>
          <a:xfrm>
            <a:off x="523873" y="2841704"/>
            <a:ext cx="2004389" cy="451945"/>
          </a:xfrm>
          <a:prstGeom prst="rect">
            <a:avLst/>
          </a:prstGeom>
          <a:solidFill>
            <a:srgbClr val="1E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G" sz="1800" b="1" i="0" u="none" strike="noStrike" kern="1200" cap="none" spc="0" normalizeH="0" baseline="0" noProof="0">
                <a:ln>
                  <a:noFill/>
                </a:ln>
                <a:solidFill>
                  <a:prstClr val="white"/>
                </a:solidFill>
                <a:effectLst/>
                <a:uLnTx/>
                <a:uFillTx/>
                <a:latin typeface="Segoe UI"/>
                <a:ea typeface="+mn-ea"/>
                <a:cs typeface="+mn-cs"/>
              </a:rPr>
              <a:t>See</a:t>
            </a:r>
          </a:p>
        </p:txBody>
      </p:sp>
      <p:sp>
        <p:nvSpPr>
          <p:cNvPr id="19" name="Rectangle 18">
            <a:extLst>
              <a:ext uri="{FF2B5EF4-FFF2-40B4-BE49-F238E27FC236}">
                <a16:creationId xmlns:a16="http://schemas.microsoft.com/office/drawing/2014/main" id="{26A87C73-6CE3-B197-690E-6891BC641F4E}"/>
              </a:ext>
            </a:extLst>
          </p:cNvPr>
          <p:cNvSpPr/>
          <p:nvPr/>
        </p:nvSpPr>
        <p:spPr>
          <a:xfrm>
            <a:off x="2847493" y="2841704"/>
            <a:ext cx="2004389" cy="451945"/>
          </a:xfrm>
          <a:prstGeom prst="rect">
            <a:avLst/>
          </a:prstGeom>
          <a:solidFill>
            <a:srgbClr val="1E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G" sz="1800" b="1" i="0" u="none" strike="noStrike" kern="1200" cap="none" spc="0" normalizeH="0" baseline="0" noProof="0">
                <a:ln>
                  <a:noFill/>
                </a:ln>
                <a:solidFill>
                  <a:prstClr val="white"/>
                </a:solidFill>
                <a:effectLst/>
                <a:uLnTx/>
                <a:uFillTx/>
                <a:latin typeface="Segoe UI"/>
                <a:ea typeface="+mn-ea"/>
                <a:cs typeface="+mn-cs"/>
              </a:rPr>
              <a:t>Think</a:t>
            </a:r>
          </a:p>
        </p:txBody>
      </p:sp>
      <p:sp>
        <p:nvSpPr>
          <p:cNvPr id="20" name="Rectangle 19">
            <a:extLst>
              <a:ext uri="{FF2B5EF4-FFF2-40B4-BE49-F238E27FC236}">
                <a16:creationId xmlns:a16="http://schemas.microsoft.com/office/drawing/2014/main" id="{61ED7C79-6CC1-C518-3FF6-34B0F26482F8}"/>
              </a:ext>
            </a:extLst>
          </p:cNvPr>
          <p:cNvSpPr/>
          <p:nvPr/>
        </p:nvSpPr>
        <p:spPr>
          <a:xfrm>
            <a:off x="5171113" y="2841704"/>
            <a:ext cx="2004389" cy="451945"/>
          </a:xfrm>
          <a:prstGeom prst="rect">
            <a:avLst/>
          </a:prstGeom>
          <a:solidFill>
            <a:srgbClr val="1E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G" sz="1800" b="1" i="0" u="none" strike="noStrike" kern="1200" cap="none" spc="0" normalizeH="0" baseline="0" noProof="0">
                <a:ln>
                  <a:noFill/>
                </a:ln>
                <a:solidFill>
                  <a:prstClr val="white"/>
                </a:solidFill>
                <a:effectLst/>
                <a:uLnTx/>
                <a:uFillTx/>
                <a:latin typeface="Segoe UI"/>
                <a:ea typeface="+mn-ea"/>
                <a:cs typeface="+mn-cs"/>
              </a:rPr>
              <a:t>Act</a:t>
            </a:r>
          </a:p>
        </p:txBody>
      </p:sp>
      <p:sp>
        <p:nvSpPr>
          <p:cNvPr id="21" name="Rectangle 20">
            <a:extLst>
              <a:ext uri="{FF2B5EF4-FFF2-40B4-BE49-F238E27FC236}">
                <a16:creationId xmlns:a16="http://schemas.microsoft.com/office/drawing/2014/main" id="{C8F6CAA6-74FB-3323-7CF5-2A51003E3AA4}"/>
              </a:ext>
            </a:extLst>
          </p:cNvPr>
          <p:cNvSpPr/>
          <p:nvPr/>
        </p:nvSpPr>
        <p:spPr>
          <a:xfrm>
            <a:off x="7494733" y="2841704"/>
            <a:ext cx="2004389" cy="451945"/>
          </a:xfrm>
          <a:prstGeom prst="rect">
            <a:avLst/>
          </a:prstGeom>
          <a:solidFill>
            <a:srgbClr val="1E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G" sz="1800" b="1" i="0" u="none" strike="noStrike" kern="1200" cap="none" spc="0" normalizeH="0" baseline="0" noProof="0">
                <a:ln>
                  <a:noFill/>
                </a:ln>
                <a:solidFill>
                  <a:prstClr val="white"/>
                </a:solidFill>
                <a:effectLst/>
                <a:uLnTx/>
                <a:uFillTx/>
                <a:latin typeface="Segoe UI"/>
                <a:ea typeface="+mn-ea"/>
                <a:cs typeface="+mn-cs"/>
              </a:rPr>
              <a:t>Review</a:t>
            </a:r>
          </a:p>
        </p:txBody>
      </p:sp>
      <p:sp>
        <p:nvSpPr>
          <p:cNvPr id="23" name="Rectangle 22">
            <a:extLst>
              <a:ext uri="{FF2B5EF4-FFF2-40B4-BE49-F238E27FC236}">
                <a16:creationId xmlns:a16="http://schemas.microsoft.com/office/drawing/2014/main" id="{07A5FF64-DAE6-1699-7AE1-4425DD1FF93C}"/>
              </a:ext>
            </a:extLst>
          </p:cNvPr>
          <p:cNvSpPr/>
          <p:nvPr/>
        </p:nvSpPr>
        <p:spPr>
          <a:xfrm>
            <a:off x="9818354" y="2841704"/>
            <a:ext cx="2004389" cy="451945"/>
          </a:xfrm>
          <a:prstGeom prst="rect">
            <a:avLst/>
          </a:prstGeom>
          <a:solidFill>
            <a:srgbClr val="1E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G" sz="1800" b="1" i="0" u="none" strike="noStrike" kern="1200" cap="none" spc="0" normalizeH="0" baseline="0" noProof="0">
                <a:ln>
                  <a:noFill/>
                </a:ln>
                <a:solidFill>
                  <a:prstClr val="white"/>
                </a:solidFill>
                <a:effectLst/>
                <a:uLnTx/>
                <a:uFillTx/>
                <a:latin typeface="Segoe UI"/>
                <a:ea typeface="+mn-ea"/>
                <a:cs typeface="+mn-cs"/>
              </a:rPr>
              <a:t>Thank</a:t>
            </a:r>
          </a:p>
        </p:txBody>
      </p:sp>
      <p:sp>
        <p:nvSpPr>
          <p:cNvPr id="24" name="Rectangle 23">
            <a:extLst>
              <a:ext uri="{FF2B5EF4-FFF2-40B4-BE49-F238E27FC236}">
                <a16:creationId xmlns:a16="http://schemas.microsoft.com/office/drawing/2014/main" id="{3A4EC0CE-4848-DDF2-08BB-B468BD42580E}"/>
              </a:ext>
            </a:extLst>
          </p:cNvPr>
          <p:cNvSpPr/>
          <p:nvPr/>
        </p:nvSpPr>
        <p:spPr>
          <a:xfrm>
            <a:off x="526960" y="3321181"/>
            <a:ext cx="2004389" cy="2575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t"/>
          <a:lstStyle/>
          <a:p>
            <a:pPr marL="80010" marR="0" lvl="0" indent="-8001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SG" sz="1200" b="0" i="0" u="none" strike="noStrike" kern="1200" cap="none" spc="0" normalizeH="0" baseline="0" noProof="0">
                <a:ln>
                  <a:noFill/>
                </a:ln>
                <a:solidFill>
                  <a:prstClr val="black"/>
                </a:solidFill>
                <a:effectLst/>
                <a:uLnTx/>
                <a:uFillTx/>
                <a:latin typeface="Segoe UI"/>
                <a:ea typeface="+mn-ea"/>
                <a:cs typeface="+mn-cs"/>
              </a:rPr>
              <a:t>Develop Empathy</a:t>
            </a:r>
          </a:p>
          <a:p>
            <a:pPr marL="80010" marR="0" lvl="0" indent="-8001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SG" sz="1200" b="0" i="0" u="none" strike="noStrike" kern="1200" cap="none" spc="0" normalizeH="0" baseline="0" noProof="0">
                <a:ln>
                  <a:noFill/>
                </a:ln>
                <a:solidFill>
                  <a:prstClr val="black"/>
                </a:solidFill>
                <a:effectLst/>
                <a:uLnTx/>
                <a:uFillTx/>
                <a:latin typeface="Segoe UI"/>
                <a:ea typeface="+mn-ea"/>
                <a:cs typeface="+mn-cs"/>
              </a:rPr>
              <a:t>Analyse Data</a:t>
            </a:r>
          </a:p>
          <a:p>
            <a:pPr marL="80010" marR="0" lvl="0" indent="-8001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SG" sz="1200" b="0" i="0" u="none" strike="noStrike" kern="1200" cap="none" spc="0" normalizeH="0" baseline="0" noProof="0">
                <a:ln>
                  <a:noFill/>
                </a:ln>
                <a:solidFill>
                  <a:prstClr val="black"/>
                </a:solidFill>
                <a:effectLst/>
                <a:uLnTx/>
                <a:uFillTx/>
                <a:latin typeface="Segoe UI"/>
                <a:ea typeface="+mn-ea"/>
                <a:cs typeface="+mn-cs"/>
              </a:rPr>
              <a:t>Create Personas</a:t>
            </a:r>
          </a:p>
          <a:p>
            <a:pPr marL="80010" marR="0" lvl="0" indent="-8001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SG" sz="1200" b="0" i="0" u="none" strike="noStrike" kern="1200" cap="none" spc="0" normalizeH="0" baseline="0" noProof="0">
                <a:ln>
                  <a:noFill/>
                </a:ln>
                <a:solidFill>
                  <a:prstClr val="black"/>
                </a:solidFill>
                <a:effectLst/>
                <a:uLnTx/>
                <a:uFillTx/>
                <a:latin typeface="Segoe UI"/>
                <a:ea typeface="+mn-ea"/>
                <a:cs typeface="+mn-cs"/>
              </a:rPr>
              <a:t>Identify Stakeholders</a:t>
            </a:r>
          </a:p>
          <a:p>
            <a:pPr marL="80010" marR="0" lvl="0" indent="-8001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SG" sz="1200" b="0" i="0" u="none" strike="noStrike" kern="1200" cap="none" spc="0" normalizeH="0" baseline="0" noProof="0">
                <a:ln>
                  <a:noFill/>
                </a:ln>
                <a:solidFill>
                  <a:prstClr val="black"/>
                </a:solidFill>
                <a:effectLst/>
                <a:uLnTx/>
                <a:uFillTx/>
                <a:latin typeface="Segoe UI"/>
                <a:ea typeface="+mn-ea"/>
                <a:cs typeface="+mn-cs"/>
              </a:rPr>
              <a:t>Define The Goal</a:t>
            </a:r>
          </a:p>
        </p:txBody>
      </p:sp>
      <p:sp>
        <p:nvSpPr>
          <p:cNvPr id="25" name="Rectangle 24">
            <a:extLst>
              <a:ext uri="{FF2B5EF4-FFF2-40B4-BE49-F238E27FC236}">
                <a16:creationId xmlns:a16="http://schemas.microsoft.com/office/drawing/2014/main" id="{E4AD261D-A31E-FEAD-2FC1-E81A8146E62C}"/>
              </a:ext>
            </a:extLst>
          </p:cNvPr>
          <p:cNvSpPr/>
          <p:nvPr/>
        </p:nvSpPr>
        <p:spPr>
          <a:xfrm>
            <a:off x="2845801" y="3321181"/>
            <a:ext cx="2004389" cy="2575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t"/>
          <a:lstStyle/>
          <a:p>
            <a:pPr marL="80010" marR="0" lvl="0" indent="-8001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SG" sz="1200" b="0" i="0" u="none" strike="noStrike" kern="1200" cap="none" spc="0" normalizeH="0" baseline="0" noProof="0">
                <a:ln>
                  <a:noFill/>
                </a:ln>
                <a:solidFill>
                  <a:prstClr val="black"/>
                </a:solidFill>
                <a:effectLst/>
                <a:uLnTx/>
                <a:uFillTx/>
                <a:latin typeface="Segoe UI"/>
                <a:ea typeface="+mn-ea"/>
                <a:cs typeface="+mn-cs"/>
              </a:rPr>
              <a:t>Problem Definition</a:t>
            </a:r>
          </a:p>
          <a:p>
            <a:pPr marL="80010" marR="0" lvl="0" indent="-8001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SG" sz="1200" b="0" i="0" u="none" strike="noStrike" kern="1200" cap="none" spc="0" normalizeH="0" baseline="0" noProof="0">
                <a:ln>
                  <a:noFill/>
                </a:ln>
                <a:solidFill>
                  <a:prstClr val="black"/>
                </a:solidFill>
                <a:effectLst/>
                <a:uLnTx/>
                <a:uFillTx/>
                <a:latin typeface="Segoe UI"/>
                <a:ea typeface="+mn-ea"/>
                <a:cs typeface="+mn-cs"/>
              </a:rPr>
              <a:t>“How Might We” Method</a:t>
            </a:r>
          </a:p>
          <a:p>
            <a:pPr marL="80010" marR="0" lvl="0" indent="-8001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SG" sz="1200" b="0" i="0" u="none" strike="noStrike" kern="1200" cap="none" spc="0" normalizeH="0" baseline="0" noProof="0">
                <a:ln>
                  <a:noFill/>
                </a:ln>
                <a:solidFill>
                  <a:prstClr val="black"/>
                </a:solidFill>
                <a:effectLst/>
                <a:uLnTx/>
                <a:uFillTx/>
                <a:latin typeface="Segoe UI"/>
                <a:ea typeface="+mn-ea"/>
                <a:cs typeface="+mn-cs"/>
              </a:rPr>
              <a:t>Conduct Rapid Iteration</a:t>
            </a:r>
          </a:p>
          <a:p>
            <a:pPr marL="80010" marR="0" lvl="0" indent="-8001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SG" sz="1200" b="0" i="0" u="none" strike="noStrike" kern="1200" cap="none" spc="0" normalizeH="0" baseline="0" noProof="0">
                <a:ln>
                  <a:noFill/>
                </a:ln>
                <a:solidFill>
                  <a:prstClr val="black"/>
                </a:solidFill>
                <a:effectLst/>
                <a:uLnTx/>
                <a:uFillTx/>
                <a:latin typeface="Segoe UI"/>
                <a:ea typeface="+mn-ea"/>
                <a:cs typeface="+mn-cs"/>
              </a:rPr>
              <a:t>Facilitate Affinity Clustering</a:t>
            </a:r>
          </a:p>
        </p:txBody>
      </p:sp>
      <p:sp>
        <p:nvSpPr>
          <p:cNvPr id="28" name="Rectangle 27">
            <a:extLst>
              <a:ext uri="{FF2B5EF4-FFF2-40B4-BE49-F238E27FC236}">
                <a16:creationId xmlns:a16="http://schemas.microsoft.com/office/drawing/2014/main" id="{1D2368D0-5F5C-3A4D-5FE0-B9E6E9C7D4CD}"/>
              </a:ext>
            </a:extLst>
          </p:cNvPr>
          <p:cNvSpPr/>
          <p:nvPr/>
        </p:nvSpPr>
        <p:spPr>
          <a:xfrm>
            <a:off x="5171113" y="3321181"/>
            <a:ext cx="2004389" cy="2575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t"/>
          <a:lstStyle/>
          <a:p>
            <a:pPr marL="80010" marR="0" lvl="0" indent="-8001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SG" sz="1200" b="0" i="0" u="none" strike="noStrike" kern="1200" cap="none" spc="0" normalizeH="0" baseline="0" noProof="0">
                <a:ln>
                  <a:noFill/>
                </a:ln>
                <a:solidFill>
                  <a:prstClr val="black"/>
                </a:solidFill>
                <a:effectLst/>
                <a:uLnTx/>
                <a:uFillTx/>
                <a:latin typeface="Segoe UI"/>
                <a:ea typeface="+mn-ea"/>
                <a:cs typeface="+mn-cs"/>
              </a:rPr>
              <a:t>Prototype Rapidly</a:t>
            </a:r>
          </a:p>
          <a:p>
            <a:pPr marL="80010" marR="0" lvl="0" indent="-8001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SG" sz="1200" b="0" i="0" u="none" strike="noStrike" kern="1200" cap="none" spc="0" normalizeH="0" baseline="0" noProof="0">
                <a:ln>
                  <a:noFill/>
                </a:ln>
                <a:solidFill>
                  <a:prstClr val="black"/>
                </a:solidFill>
                <a:effectLst/>
                <a:uLnTx/>
                <a:uFillTx/>
                <a:latin typeface="Segoe UI"/>
                <a:ea typeface="+mn-ea"/>
                <a:cs typeface="+mn-cs"/>
              </a:rPr>
              <a:t>Experiment</a:t>
            </a:r>
          </a:p>
          <a:p>
            <a:pPr marL="80010" marR="0" lvl="0" indent="-8001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SG" sz="1200" b="0" i="0" u="none" strike="noStrike" kern="1200" cap="none" spc="0" normalizeH="0" baseline="0" noProof="0">
                <a:ln>
                  <a:noFill/>
                </a:ln>
                <a:solidFill>
                  <a:prstClr val="black"/>
                </a:solidFill>
                <a:effectLst/>
                <a:uLnTx/>
                <a:uFillTx/>
                <a:latin typeface="Segoe UI"/>
                <a:ea typeface="+mn-ea"/>
                <a:cs typeface="+mn-cs"/>
              </a:rPr>
              <a:t>Co-creation</a:t>
            </a:r>
          </a:p>
          <a:p>
            <a:pPr marL="80010" marR="0" lvl="0" indent="-8001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SG" sz="1200" b="0" i="0" u="none" strike="noStrike" kern="1200" cap="none" spc="0" normalizeH="0" baseline="0" noProof="0">
                <a:ln>
                  <a:noFill/>
                </a:ln>
                <a:solidFill>
                  <a:prstClr val="black"/>
                </a:solidFill>
                <a:effectLst/>
                <a:uLnTx/>
                <a:uFillTx/>
                <a:latin typeface="Segoe UI"/>
                <a:ea typeface="+mn-ea"/>
                <a:cs typeface="+mn-cs"/>
              </a:rPr>
              <a:t>Pilot at Small Scale</a:t>
            </a:r>
          </a:p>
          <a:p>
            <a:pPr marL="80010" marR="0" lvl="0" indent="-8001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SG" sz="1200" b="0" i="0" u="none" strike="noStrike" kern="1200" cap="none" spc="0" normalizeH="0" baseline="0" noProof="0">
                <a:ln>
                  <a:noFill/>
                </a:ln>
                <a:solidFill>
                  <a:prstClr val="black"/>
                </a:solidFill>
                <a:effectLst/>
                <a:uLnTx/>
                <a:uFillTx/>
                <a:latin typeface="Segoe UI"/>
                <a:ea typeface="+mn-ea"/>
                <a:cs typeface="+mn-cs"/>
              </a:rPr>
              <a:t>Deliver in Iterations</a:t>
            </a:r>
          </a:p>
        </p:txBody>
      </p:sp>
      <p:sp>
        <p:nvSpPr>
          <p:cNvPr id="29" name="Rectangle 28">
            <a:extLst>
              <a:ext uri="{FF2B5EF4-FFF2-40B4-BE49-F238E27FC236}">
                <a16:creationId xmlns:a16="http://schemas.microsoft.com/office/drawing/2014/main" id="{38C91AF1-2AFF-B400-8396-171073BAB48E}"/>
              </a:ext>
            </a:extLst>
          </p:cNvPr>
          <p:cNvSpPr/>
          <p:nvPr/>
        </p:nvSpPr>
        <p:spPr>
          <a:xfrm>
            <a:off x="7494733" y="3321181"/>
            <a:ext cx="2004389" cy="2575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t"/>
          <a:lstStyle/>
          <a:p>
            <a:pPr marL="80010" marR="0" lvl="0" indent="-8001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SG" sz="1200" b="0" i="0" u="none" strike="noStrike" kern="1200" cap="none" spc="0" normalizeH="0" baseline="0" noProof="0">
                <a:ln>
                  <a:noFill/>
                </a:ln>
                <a:solidFill>
                  <a:prstClr val="black"/>
                </a:solidFill>
                <a:effectLst/>
                <a:uLnTx/>
                <a:uFillTx/>
                <a:latin typeface="Segoe UI"/>
                <a:ea typeface="+mn-ea"/>
                <a:cs typeface="+mn-cs"/>
              </a:rPr>
              <a:t>Capture Feedback</a:t>
            </a:r>
          </a:p>
          <a:p>
            <a:pPr marL="80010" marR="0" lvl="0" indent="-8001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SG" sz="1200" b="0" i="0" u="none" strike="noStrike" kern="1200" cap="none" spc="0" normalizeH="0" baseline="0" noProof="0">
                <a:ln>
                  <a:noFill/>
                </a:ln>
                <a:solidFill>
                  <a:prstClr val="black"/>
                </a:solidFill>
                <a:effectLst/>
                <a:uLnTx/>
                <a:uFillTx/>
                <a:latin typeface="Segoe UI"/>
                <a:ea typeface="+mn-ea"/>
                <a:cs typeface="+mn-cs"/>
              </a:rPr>
              <a:t>Conduct Retrospectives</a:t>
            </a:r>
          </a:p>
          <a:p>
            <a:pPr marL="80010" marR="0" lvl="0" indent="-8001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SG" sz="1200" b="0" i="0" u="none" strike="noStrike" kern="1200" cap="none" spc="0" normalizeH="0" baseline="0" noProof="0">
                <a:ln>
                  <a:noFill/>
                </a:ln>
                <a:solidFill>
                  <a:prstClr val="black"/>
                </a:solidFill>
                <a:effectLst/>
                <a:uLnTx/>
                <a:uFillTx/>
                <a:latin typeface="Segoe UI"/>
                <a:ea typeface="+mn-ea"/>
                <a:cs typeface="+mn-cs"/>
              </a:rPr>
              <a:t>Benchmark</a:t>
            </a:r>
          </a:p>
          <a:p>
            <a:pPr marL="80010" marR="0" lvl="0" indent="-8001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SG" sz="1200" b="0" i="0" u="none" strike="noStrike" kern="1200" cap="none" spc="0" normalizeH="0" baseline="0" noProof="0">
                <a:ln>
                  <a:noFill/>
                </a:ln>
                <a:solidFill>
                  <a:prstClr val="black"/>
                </a:solidFill>
                <a:effectLst/>
                <a:uLnTx/>
                <a:uFillTx/>
                <a:latin typeface="Segoe UI"/>
                <a:ea typeface="+mn-ea"/>
                <a:cs typeface="+mn-cs"/>
              </a:rPr>
              <a:t>Iterate</a:t>
            </a:r>
          </a:p>
        </p:txBody>
      </p:sp>
      <p:sp>
        <p:nvSpPr>
          <p:cNvPr id="32" name="Rectangle 31">
            <a:extLst>
              <a:ext uri="{FF2B5EF4-FFF2-40B4-BE49-F238E27FC236}">
                <a16:creationId xmlns:a16="http://schemas.microsoft.com/office/drawing/2014/main" id="{9911C104-0979-7D64-3BC0-2FFB91C0F4BB}"/>
              </a:ext>
            </a:extLst>
          </p:cNvPr>
          <p:cNvSpPr/>
          <p:nvPr/>
        </p:nvSpPr>
        <p:spPr>
          <a:xfrm>
            <a:off x="9818354" y="3321181"/>
            <a:ext cx="2004389" cy="2575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t"/>
          <a:lstStyle/>
          <a:p>
            <a:pPr marL="80010" marR="0" lvl="0" indent="-8001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SG" sz="1200" b="0" i="0" u="none" strike="noStrike" kern="1200" cap="none" spc="0" normalizeH="0" baseline="0" noProof="0">
                <a:ln>
                  <a:noFill/>
                </a:ln>
                <a:solidFill>
                  <a:prstClr val="black"/>
                </a:solidFill>
                <a:effectLst/>
                <a:uLnTx/>
                <a:uFillTx/>
                <a:latin typeface="Segoe UI"/>
                <a:ea typeface="+mn-ea"/>
                <a:cs typeface="+mn-cs"/>
              </a:rPr>
              <a:t>Celebrate Wins</a:t>
            </a:r>
          </a:p>
          <a:p>
            <a:pPr marL="80010" marR="0" lvl="0" indent="-8001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SG" sz="1200" b="0" i="0" u="none" strike="noStrike" kern="1200" cap="none" spc="0" normalizeH="0" baseline="0" noProof="0">
                <a:ln>
                  <a:noFill/>
                </a:ln>
                <a:solidFill>
                  <a:prstClr val="black"/>
                </a:solidFill>
                <a:effectLst/>
                <a:uLnTx/>
                <a:uFillTx/>
                <a:latin typeface="Segoe UI"/>
                <a:ea typeface="+mn-ea"/>
                <a:cs typeface="+mn-cs"/>
              </a:rPr>
              <a:t>Recognize Excellence</a:t>
            </a:r>
          </a:p>
          <a:p>
            <a:pPr marL="80010" marR="0" lvl="0" indent="-8001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SG" sz="1200" b="0" i="0" u="none" strike="noStrike" kern="1200" cap="none" spc="0" normalizeH="0" baseline="0" noProof="0">
                <a:ln>
                  <a:noFill/>
                </a:ln>
                <a:solidFill>
                  <a:prstClr val="black"/>
                </a:solidFill>
                <a:effectLst/>
                <a:uLnTx/>
                <a:uFillTx/>
                <a:latin typeface="Segoe UI"/>
                <a:ea typeface="+mn-ea"/>
                <a:cs typeface="+mn-cs"/>
              </a:rPr>
              <a:t>Feature Rising Talent</a:t>
            </a:r>
          </a:p>
          <a:p>
            <a:pPr marL="80010" marR="0" lvl="0" indent="-8001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SG" sz="1200" b="0" i="0" u="none" strike="noStrike" kern="1200" cap="none" spc="0" normalizeH="0" baseline="0" noProof="0">
                <a:ln>
                  <a:noFill/>
                </a:ln>
                <a:solidFill>
                  <a:prstClr val="black"/>
                </a:solidFill>
                <a:effectLst/>
                <a:uLnTx/>
                <a:uFillTx/>
                <a:latin typeface="Segoe UI"/>
                <a:ea typeface="+mn-ea"/>
                <a:cs typeface="+mn-cs"/>
              </a:rPr>
              <a:t>Celebrate Milestones</a:t>
            </a:r>
          </a:p>
        </p:txBody>
      </p:sp>
      <p:pic>
        <p:nvPicPr>
          <p:cNvPr id="4" name="Graphic 3" descr="Eye with solid fill">
            <a:extLst>
              <a:ext uri="{FF2B5EF4-FFF2-40B4-BE49-F238E27FC236}">
                <a16:creationId xmlns:a16="http://schemas.microsoft.com/office/drawing/2014/main" id="{AC45FAE6-E145-3EAD-3A44-A821398BE25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060610" y="2828839"/>
            <a:ext cx="464810" cy="464810"/>
          </a:xfrm>
          <a:prstGeom prst="rect">
            <a:avLst/>
          </a:prstGeom>
        </p:spPr>
      </p:pic>
      <p:pic>
        <p:nvPicPr>
          <p:cNvPr id="6" name="Graphic 5" descr="Group brainstorm with solid fill">
            <a:extLst>
              <a:ext uri="{FF2B5EF4-FFF2-40B4-BE49-F238E27FC236}">
                <a16:creationId xmlns:a16="http://schemas.microsoft.com/office/drawing/2014/main" id="{260BC439-99B6-59C8-963A-5E79A02472C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00516" y="2828839"/>
            <a:ext cx="464810" cy="464810"/>
          </a:xfrm>
          <a:prstGeom prst="rect">
            <a:avLst/>
          </a:prstGeom>
        </p:spPr>
      </p:pic>
      <p:pic>
        <p:nvPicPr>
          <p:cNvPr id="34" name="Graphic 33" descr="Run with solid fill">
            <a:extLst>
              <a:ext uri="{FF2B5EF4-FFF2-40B4-BE49-F238E27FC236}">
                <a16:creationId xmlns:a16="http://schemas.microsoft.com/office/drawing/2014/main" id="{56D65F5F-AB67-47D1-4029-C9BABDF9C4B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740422" y="2866421"/>
            <a:ext cx="402510" cy="402510"/>
          </a:xfrm>
          <a:prstGeom prst="rect">
            <a:avLst/>
          </a:prstGeom>
        </p:spPr>
      </p:pic>
      <p:pic>
        <p:nvPicPr>
          <p:cNvPr id="36" name="Graphic 35" descr="Rating with solid fill">
            <a:extLst>
              <a:ext uri="{FF2B5EF4-FFF2-40B4-BE49-F238E27FC236}">
                <a16:creationId xmlns:a16="http://schemas.microsoft.com/office/drawing/2014/main" id="{124F647B-E469-D4D4-DC15-FB5690B90A0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018028" y="2838889"/>
            <a:ext cx="464810" cy="464810"/>
          </a:xfrm>
          <a:prstGeom prst="rect">
            <a:avLst/>
          </a:prstGeom>
        </p:spPr>
      </p:pic>
      <p:pic>
        <p:nvPicPr>
          <p:cNvPr id="39" name="Graphic 38" descr="Handshake with solid fill">
            <a:extLst>
              <a:ext uri="{FF2B5EF4-FFF2-40B4-BE49-F238E27FC236}">
                <a16:creationId xmlns:a16="http://schemas.microsoft.com/office/drawing/2014/main" id="{7D352C48-D78B-29D2-375F-6DAF87030EA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1357933" y="2831654"/>
            <a:ext cx="464810" cy="464810"/>
          </a:xfrm>
          <a:prstGeom prst="rect">
            <a:avLst/>
          </a:prstGeom>
        </p:spPr>
      </p:pic>
      <p:sp>
        <p:nvSpPr>
          <p:cNvPr id="101" name="Triangle 100">
            <a:extLst>
              <a:ext uri="{FF2B5EF4-FFF2-40B4-BE49-F238E27FC236}">
                <a16:creationId xmlns:a16="http://schemas.microsoft.com/office/drawing/2014/main" id="{C4507347-1ED1-8DB7-C5ED-A992714280D0}"/>
              </a:ext>
            </a:extLst>
          </p:cNvPr>
          <p:cNvSpPr/>
          <p:nvPr/>
        </p:nvSpPr>
        <p:spPr>
          <a:xfrm rot="10800000">
            <a:off x="873467" y="4511404"/>
            <a:ext cx="1311374" cy="181889"/>
          </a:xfrm>
          <a:prstGeom prst="triangl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02" name="Triangle 101">
            <a:extLst>
              <a:ext uri="{FF2B5EF4-FFF2-40B4-BE49-F238E27FC236}">
                <a16:creationId xmlns:a16="http://schemas.microsoft.com/office/drawing/2014/main" id="{BF4CAD42-FD07-26DE-F03D-0BADB87E9717}"/>
              </a:ext>
            </a:extLst>
          </p:cNvPr>
          <p:cNvSpPr/>
          <p:nvPr/>
        </p:nvSpPr>
        <p:spPr>
          <a:xfrm rot="10800000">
            <a:off x="3192309" y="4499055"/>
            <a:ext cx="1311374" cy="181889"/>
          </a:xfrm>
          <a:prstGeom prst="triangl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03" name="Triangle 102">
            <a:extLst>
              <a:ext uri="{FF2B5EF4-FFF2-40B4-BE49-F238E27FC236}">
                <a16:creationId xmlns:a16="http://schemas.microsoft.com/office/drawing/2014/main" id="{D7DD9372-94D6-C7F2-9EE6-F9BB7AC4DF22}"/>
              </a:ext>
            </a:extLst>
          </p:cNvPr>
          <p:cNvSpPr/>
          <p:nvPr/>
        </p:nvSpPr>
        <p:spPr>
          <a:xfrm rot="10800000">
            <a:off x="5517621" y="4499056"/>
            <a:ext cx="1311374" cy="181889"/>
          </a:xfrm>
          <a:prstGeom prst="triangl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04" name="Triangle 103">
            <a:extLst>
              <a:ext uri="{FF2B5EF4-FFF2-40B4-BE49-F238E27FC236}">
                <a16:creationId xmlns:a16="http://schemas.microsoft.com/office/drawing/2014/main" id="{DD8D07F4-AF6F-5C48-FF74-CD224BC09B5C}"/>
              </a:ext>
            </a:extLst>
          </p:cNvPr>
          <p:cNvSpPr/>
          <p:nvPr/>
        </p:nvSpPr>
        <p:spPr>
          <a:xfrm rot="10800000">
            <a:off x="7841240" y="4502338"/>
            <a:ext cx="1311374" cy="181889"/>
          </a:xfrm>
          <a:prstGeom prst="triangl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05" name="Triangle 104">
            <a:extLst>
              <a:ext uri="{FF2B5EF4-FFF2-40B4-BE49-F238E27FC236}">
                <a16:creationId xmlns:a16="http://schemas.microsoft.com/office/drawing/2014/main" id="{3C2C130C-BBDF-147D-322B-C832AA3B09F9}"/>
              </a:ext>
            </a:extLst>
          </p:cNvPr>
          <p:cNvSpPr/>
          <p:nvPr/>
        </p:nvSpPr>
        <p:spPr>
          <a:xfrm rot="10800000">
            <a:off x="10164861" y="4506324"/>
            <a:ext cx="1311374" cy="181889"/>
          </a:xfrm>
          <a:prstGeom prst="triangl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B2AB4496-60EA-CC54-0AA9-5C4BF64D7BDB}"/>
              </a:ext>
            </a:extLst>
          </p:cNvPr>
          <p:cNvSpPr/>
          <p:nvPr/>
        </p:nvSpPr>
        <p:spPr>
          <a:xfrm>
            <a:off x="523872" y="4811321"/>
            <a:ext cx="11298869" cy="163890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Text Placeholder 3">
            <a:extLst>
              <a:ext uri="{FF2B5EF4-FFF2-40B4-BE49-F238E27FC236}">
                <a16:creationId xmlns:a16="http://schemas.microsoft.com/office/drawing/2014/main" id="{EB4FD1A7-80F9-886E-20C8-FDA30D0D9813}"/>
              </a:ext>
            </a:extLst>
          </p:cNvPr>
          <p:cNvSpPr txBox="1">
            <a:spLocks/>
          </p:cNvSpPr>
          <p:nvPr/>
        </p:nvSpPr>
        <p:spPr>
          <a:xfrm>
            <a:off x="638165" y="4858907"/>
            <a:ext cx="1749912" cy="853630"/>
          </a:xfrm>
          <a:prstGeom prst="rect">
            <a:avLst/>
          </a:prstGeom>
        </p:spPr>
        <p:txBody>
          <a:bodyPr vert="horz" wrap="square" lIns="91440" tIns="45720" rIns="91440" bIns="45720" rtlCol="0" anchor="ctr">
            <a:noAutofit/>
          </a:bodyPr>
          <a:lstStyle>
            <a:lvl1pPr marL="0" indent="0" algn="l" defTabSz="914400" rtl="0" eaLnBrk="1" latinLnBrk="0" hangingPunct="1">
              <a:lnSpc>
                <a:spcPct val="100000"/>
              </a:lnSpc>
              <a:spcBef>
                <a:spcPts val="1000"/>
              </a:spcBef>
              <a:buFont typeface="Wingdings" panose="05000000000000000000" pitchFamily="2" charset="2"/>
              <a:buNone/>
              <a:defRPr sz="18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300"/>
              </a:spcBef>
            </a:pPr>
            <a:r>
              <a:rPr lang="en-SG" sz="2400" b="1">
                <a:solidFill>
                  <a:srgbClr val="1BD760"/>
                </a:solidFill>
              </a:rPr>
              <a:t>75</a:t>
            </a:r>
            <a:endParaRPr lang="en-SG" sz="2400" b="1"/>
          </a:p>
          <a:p>
            <a:pPr algn="ctr">
              <a:spcBef>
                <a:spcPts val="300"/>
              </a:spcBef>
            </a:pPr>
            <a:r>
              <a:rPr lang="en-SG" sz="1400" b="1"/>
              <a:t>tracked issues in this phase</a:t>
            </a:r>
            <a:endParaRPr lang="en-SG" sz="1400" b="1">
              <a:solidFill>
                <a:srgbClr val="1BD760"/>
              </a:solidFill>
            </a:endParaRPr>
          </a:p>
        </p:txBody>
      </p:sp>
      <p:sp>
        <p:nvSpPr>
          <p:cNvPr id="7" name="Text Placeholder 3">
            <a:extLst>
              <a:ext uri="{FF2B5EF4-FFF2-40B4-BE49-F238E27FC236}">
                <a16:creationId xmlns:a16="http://schemas.microsoft.com/office/drawing/2014/main" id="{606ACF1C-B4C4-DA19-A6AD-94ED56DB7A66}"/>
              </a:ext>
            </a:extLst>
          </p:cNvPr>
          <p:cNvSpPr txBox="1">
            <a:spLocks/>
          </p:cNvSpPr>
          <p:nvPr/>
        </p:nvSpPr>
        <p:spPr>
          <a:xfrm>
            <a:off x="2960093" y="4858907"/>
            <a:ext cx="1749912" cy="853630"/>
          </a:xfrm>
          <a:prstGeom prst="rect">
            <a:avLst/>
          </a:prstGeom>
        </p:spPr>
        <p:txBody>
          <a:bodyPr vert="horz" wrap="square" lIns="91440" tIns="45720" rIns="91440" bIns="45720" rtlCol="0" anchor="ctr">
            <a:noAutofit/>
          </a:bodyPr>
          <a:lstStyle>
            <a:lvl1pPr marL="0" indent="0" algn="l" defTabSz="914400" rtl="0" eaLnBrk="1" latinLnBrk="0" hangingPunct="1">
              <a:lnSpc>
                <a:spcPct val="100000"/>
              </a:lnSpc>
              <a:spcBef>
                <a:spcPts val="1000"/>
              </a:spcBef>
              <a:buFont typeface="Wingdings" panose="05000000000000000000" pitchFamily="2" charset="2"/>
              <a:buNone/>
              <a:defRPr sz="18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300"/>
              </a:spcBef>
            </a:pPr>
            <a:r>
              <a:rPr lang="en-SG" sz="2400" b="1">
                <a:solidFill>
                  <a:srgbClr val="1BD760"/>
                </a:solidFill>
              </a:rPr>
              <a:t>11</a:t>
            </a:r>
            <a:endParaRPr lang="en-SG" sz="2400" b="1"/>
          </a:p>
          <a:p>
            <a:pPr algn="ctr">
              <a:spcBef>
                <a:spcPts val="300"/>
              </a:spcBef>
            </a:pPr>
            <a:r>
              <a:rPr lang="en-SG" sz="1400" b="1"/>
              <a:t>tracked issues in this phase</a:t>
            </a:r>
            <a:endParaRPr lang="en-SG" sz="1400" b="1">
              <a:solidFill>
                <a:srgbClr val="1BD760"/>
              </a:solidFill>
            </a:endParaRPr>
          </a:p>
        </p:txBody>
      </p:sp>
      <p:sp>
        <p:nvSpPr>
          <p:cNvPr id="15" name="Text Placeholder 3">
            <a:extLst>
              <a:ext uri="{FF2B5EF4-FFF2-40B4-BE49-F238E27FC236}">
                <a16:creationId xmlns:a16="http://schemas.microsoft.com/office/drawing/2014/main" id="{52BFE114-5DCA-A86C-5B9B-D740D96BA3BF}"/>
              </a:ext>
            </a:extLst>
          </p:cNvPr>
          <p:cNvSpPr txBox="1">
            <a:spLocks/>
          </p:cNvSpPr>
          <p:nvPr/>
        </p:nvSpPr>
        <p:spPr>
          <a:xfrm>
            <a:off x="5251217" y="4858907"/>
            <a:ext cx="1749912" cy="853630"/>
          </a:xfrm>
          <a:prstGeom prst="rect">
            <a:avLst/>
          </a:prstGeom>
        </p:spPr>
        <p:txBody>
          <a:bodyPr vert="horz" wrap="square" lIns="91440" tIns="45720" rIns="91440" bIns="45720" rtlCol="0" anchor="ctr">
            <a:noAutofit/>
          </a:bodyPr>
          <a:lstStyle>
            <a:lvl1pPr marL="0" indent="0" algn="l" defTabSz="914400" rtl="0" eaLnBrk="1" latinLnBrk="0" hangingPunct="1">
              <a:lnSpc>
                <a:spcPct val="100000"/>
              </a:lnSpc>
              <a:spcBef>
                <a:spcPts val="1000"/>
              </a:spcBef>
              <a:buFont typeface="Wingdings" panose="05000000000000000000" pitchFamily="2" charset="2"/>
              <a:buNone/>
              <a:defRPr sz="18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300"/>
              </a:spcBef>
            </a:pPr>
            <a:r>
              <a:rPr lang="en-SG" sz="2400" b="1">
                <a:solidFill>
                  <a:srgbClr val="1BD760"/>
                </a:solidFill>
              </a:rPr>
              <a:t>7</a:t>
            </a:r>
            <a:endParaRPr lang="en-SG" sz="2400" b="1"/>
          </a:p>
          <a:p>
            <a:pPr algn="ctr">
              <a:spcBef>
                <a:spcPts val="300"/>
              </a:spcBef>
            </a:pPr>
            <a:r>
              <a:rPr lang="en-SG" sz="1400" b="1"/>
              <a:t>tracked issues in this phase</a:t>
            </a:r>
            <a:endParaRPr lang="en-SG" sz="1400" b="1">
              <a:solidFill>
                <a:srgbClr val="1BD760"/>
              </a:solidFill>
            </a:endParaRPr>
          </a:p>
        </p:txBody>
      </p:sp>
      <p:sp>
        <p:nvSpPr>
          <p:cNvPr id="16" name="Text Placeholder 3">
            <a:extLst>
              <a:ext uri="{FF2B5EF4-FFF2-40B4-BE49-F238E27FC236}">
                <a16:creationId xmlns:a16="http://schemas.microsoft.com/office/drawing/2014/main" id="{A92611C4-0A26-F624-D9AA-4D667D5FB1D1}"/>
              </a:ext>
            </a:extLst>
          </p:cNvPr>
          <p:cNvSpPr txBox="1">
            <a:spLocks/>
          </p:cNvSpPr>
          <p:nvPr/>
        </p:nvSpPr>
        <p:spPr>
          <a:xfrm>
            <a:off x="7609025" y="4858907"/>
            <a:ext cx="1749912" cy="853630"/>
          </a:xfrm>
          <a:prstGeom prst="rect">
            <a:avLst/>
          </a:prstGeom>
        </p:spPr>
        <p:txBody>
          <a:bodyPr vert="horz" wrap="square" lIns="91440" tIns="45720" rIns="91440" bIns="45720" rtlCol="0" anchor="ctr">
            <a:noAutofit/>
          </a:bodyPr>
          <a:lstStyle>
            <a:lvl1pPr marL="0" indent="0" algn="l" defTabSz="914400" rtl="0" eaLnBrk="1" latinLnBrk="0" hangingPunct="1">
              <a:lnSpc>
                <a:spcPct val="100000"/>
              </a:lnSpc>
              <a:spcBef>
                <a:spcPts val="1000"/>
              </a:spcBef>
              <a:buFont typeface="Wingdings" panose="05000000000000000000" pitchFamily="2" charset="2"/>
              <a:buNone/>
              <a:defRPr sz="18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300"/>
              </a:spcBef>
            </a:pPr>
            <a:r>
              <a:rPr lang="en-SG" sz="2400" b="1">
                <a:solidFill>
                  <a:srgbClr val="1BD760"/>
                </a:solidFill>
              </a:rPr>
              <a:t>2</a:t>
            </a:r>
            <a:endParaRPr lang="en-SG" sz="2400" b="1"/>
          </a:p>
          <a:p>
            <a:pPr algn="ctr">
              <a:spcBef>
                <a:spcPts val="300"/>
              </a:spcBef>
            </a:pPr>
            <a:r>
              <a:rPr lang="en-SG" sz="1400" b="1"/>
              <a:t>tracked issues in this phase</a:t>
            </a:r>
            <a:endParaRPr lang="en-SG" sz="1400" b="1">
              <a:solidFill>
                <a:srgbClr val="1BD760"/>
              </a:solidFill>
            </a:endParaRPr>
          </a:p>
        </p:txBody>
      </p:sp>
      <p:sp>
        <p:nvSpPr>
          <p:cNvPr id="17" name="Text Placeholder 3">
            <a:extLst>
              <a:ext uri="{FF2B5EF4-FFF2-40B4-BE49-F238E27FC236}">
                <a16:creationId xmlns:a16="http://schemas.microsoft.com/office/drawing/2014/main" id="{FF518734-3589-F101-9A9A-B7C072CC7791}"/>
              </a:ext>
            </a:extLst>
          </p:cNvPr>
          <p:cNvSpPr txBox="1">
            <a:spLocks/>
          </p:cNvSpPr>
          <p:nvPr/>
        </p:nvSpPr>
        <p:spPr>
          <a:xfrm>
            <a:off x="9932646" y="4858907"/>
            <a:ext cx="1749912" cy="853630"/>
          </a:xfrm>
          <a:prstGeom prst="rect">
            <a:avLst/>
          </a:prstGeom>
        </p:spPr>
        <p:txBody>
          <a:bodyPr vert="horz" wrap="square" lIns="91440" tIns="45720" rIns="91440" bIns="45720" rtlCol="0" anchor="ctr">
            <a:noAutofit/>
          </a:bodyPr>
          <a:lstStyle>
            <a:lvl1pPr marL="0" indent="0" algn="l" defTabSz="914400" rtl="0" eaLnBrk="1" latinLnBrk="0" hangingPunct="1">
              <a:lnSpc>
                <a:spcPct val="100000"/>
              </a:lnSpc>
              <a:spcBef>
                <a:spcPts val="1000"/>
              </a:spcBef>
              <a:buFont typeface="Wingdings" panose="05000000000000000000" pitchFamily="2" charset="2"/>
              <a:buNone/>
              <a:defRPr sz="18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300"/>
              </a:spcBef>
            </a:pPr>
            <a:r>
              <a:rPr lang="en-SG" sz="2400" b="1">
                <a:solidFill>
                  <a:srgbClr val="1BD760"/>
                </a:solidFill>
              </a:rPr>
              <a:t>0</a:t>
            </a:r>
            <a:endParaRPr lang="en-SG" sz="2400" b="1"/>
          </a:p>
          <a:p>
            <a:pPr algn="ctr">
              <a:spcBef>
                <a:spcPts val="300"/>
              </a:spcBef>
            </a:pPr>
            <a:r>
              <a:rPr lang="en-SG" sz="1400" b="1"/>
              <a:t>tracked issues in this phase</a:t>
            </a:r>
            <a:endParaRPr lang="en-SG" sz="1400" b="1">
              <a:solidFill>
                <a:srgbClr val="1BD760"/>
              </a:solidFill>
            </a:endParaRPr>
          </a:p>
        </p:txBody>
      </p:sp>
      <p:sp>
        <p:nvSpPr>
          <p:cNvPr id="27" name="Arrow: Pentagon 13">
            <a:extLst>
              <a:ext uri="{FF2B5EF4-FFF2-40B4-BE49-F238E27FC236}">
                <a16:creationId xmlns:a16="http://schemas.microsoft.com/office/drawing/2014/main" id="{9849DB98-981D-075A-0B9E-7552A88D9C9A}"/>
              </a:ext>
            </a:extLst>
          </p:cNvPr>
          <p:cNvSpPr>
            <a:spLocks/>
          </p:cNvSpPr>
          <p:nvPr/>
        </p:nvSpPr>
        <p:spPr>
          <a:xfrm>
            <a:off x="9647435" y="1487439"/>
            <a:ext cx="1828800" cy="831941"/>
          </a:xfrm>
          <a:prstGeom prst="homePlate">
            <a:avLst>
              <a:gd name="adj" fmla="val 1587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Segoe UI"/>
                <a:ea typeface="+mn-ea"/>
                <a:cs typeface="+mn-cs"/>
              </a:rPr>
              <a:t>  Renew / Leave</a:t>
            </a:r>
            <a:endParaRPr kumimoji="0" lang="en-SG" sz="1800" b="1" i="0" u="none" strike="noStrike" kern="1200" cap="none" spc="0" normalizeH="0" baseline="0" noProof="0">
              <a:ln>
                <a:noFill/>
              </a:ln>
              <a:solidFill>
                <a:sysClr val="windowText" lastClr="000000"/>
              </a:solidFill>
              <a:effectLst/>
              <a:uLnTx/>
              <a:uFillTx/>
              <a:latin typeface="Segoe UI"/>
              <a:ea typeface="+mn-ea"/>
              <a:cs typeface="+mn-cs"/>
            </a:endParaRPr>
          </a:p>
        </p:txBody>
      </p:sp>
      <p:sp>
        <p:nvSpPr>
          <p:cNvPr id="30" name="Arrow: Pentagon 11">
            <a:extLst>
              <a:ext uri="{FF2B5EF4-FFF2-40B4-BE49-F238E27FC236}">
                <a16:creationId xmlns:a16="http://schemas.microsoft.com/office/drawing/2014/main" id="{4842A500-784E-3431-5136-9469AD9B4417}"/>
              </a:ext>
            </a:extLst>
          </p:cNvPr>
          <p:cNvSpPr>
            <a:spLocks/>
          </p:cNvSpPr>
          <p:nvPr/>
        </p:nvSpPr>
        <p:spPr>
          <a:xfrm>
            <a:off x="7956984" y="1487439"/>
            <a:ext cx="1828800" cy="831941"/>
          </a:xfrm>
          <a:prstGeom prst="homePlate">
            <a:avLst>
              <a:gd name="adj" fmla="val 1587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Segoe UI"/>
                <a:ea typeface="+mn-ea"/>
                <a:cs typeface="+mn-cs"/>
              </a:rPr>
              <a:t>Pay</a:t>
            </a:r>
            <a:endParaRPr kumimoji="0" lang="en-SG" sz="1800" b="1" i="0" u="none" strike="noStrike" kern="1200" cap="none" spc="0" normalizeH="0" baseline="0" noProof="0">
              <a:ln>
                <a:noFill/>
              </a:ln>
              <a:solidFill>
                <a:sysClr val="windowText" lastClr="000000"/>
              </a:solidFill>
              <a:effectLst/>
              <a:uLnTx/>
              <a:uFillTx/>
              <a:latin typeface="Segoe UI"/>
              <a:ea typeface="+mn-ea"/>
              <a:cs typeface="+mn-cs"/>
            </a:endParaRPr>
          </a:p>
        </p:txBody>
      </p:sp>
      <p:sp>
        <p:nvSpPr>
          <p:cNvPr id="31" name="Arrow: Pentagon 12">
            <a:extLst>
              <a:ext uri="{FF2B5EF4-FFF2-40B4-BE49-F238E27FC236}">
                <a16:creationId xmlns:a16="http://schemas.microsoft.com/office/drawing/2014/main" id="{6501CC84-1B8D-B401-F544-6531B35DA3CF}"/>
              </a:ext>
            </a:extLst>
          </p:cNvPr>
          <p:cNvSpPr>
            <a:spLocks/>
          </p:cNvSpPr>
          <p:nvPr/>
        </p:nvSpPr>
        <p:spPr>
          <a:xfrm>
            <a:off x="6292136" y="1487439"/>
            <a:ext cx="1828800" cy="831941"/>
          </a:xfrm>
          <a:prstGeom prst="homePlate">
            <a:avLst>
              <a:gd name="adj" fmla="val 1587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Segoe UI"/>
                <a:ea typeface="+mn-ea"/>
                <a:cs typeface="+mn-cs"/>
              </a:rPr>
              <a:t>Get Help</a:t>
            </a:r>
            <a:endParaRPr kumimoji="0" lang="en-SG" sz="1800" b="1" i="0" u="none" strike="noStrike" kern="1200" cap="none" spc="0" normalizeH="0" baseline="0" noProof="0">
              <a:ln>
                <a:noFill/>
              </a:ln>
              <a:solidFill>
                <a:sysClr val="windowText" lastClr="000000"/>
              </a:solidFill>
              <a:effectLst/>
              <a:uLnTx/>
              <a:uFillTx/>
              <a:latin typeface="Segoe UI"/>
              <a:ea typeface="+mn-ea"/>
              <a:cs typeface="+mn-cs"/>
            </a:endParaRPr>
          </a:p>
        </p:txBody>
      </p:sp>
      <p:sp>
        <p:nvSpPr>
          <p:cNvPr id="33" name="Arrow: Pentagon 10">
            <a:extLst>
              <a:ext uri="{FF2B5EF4-FFF2-40B4-BE49-F238E27FC236}">
                <a16:creationId xmlns:a16="http://schemas.microsoft.com/office/drawing/2014/main" id="{59711E49-4BB4-6865-8BA9-2BA622EBF2A2}"/>
              </a:ext>
            </a:extLst>
          </p:cNvPr>
          <p:cNvSpPr>
            <a:spLocks/>
          </p:cNvSpPr>
          <p:nvPr/>
        </p:nvSpPr>
        <p:spPr>
          <a:xfrm>
            <a:off x="4629743" y="1487439"/>
            <a:ext cx="1828800" cy="831941"/>
          </a:xfrm>
          <a:prstGeom prst="homePlate">
            <a:avLst>
              <a:gd name="adj" fmla="val 1587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Segoe UI"/>
                <a:ea typeface="+mn-ea"/>
                <a:cs typeface="+mn-cs"/>
              </a:rPr>
              <a:t>Use</a:t>
            </a:r>
            <a:endParaRPr kumimoji="0" lang="en-SG" sz="1800" b="1" i="0" u="none" strike="noStrike" kern="1200" cap="none" spc="0" normalizeH="0" baseline="0" noProof="0">
              <a:ln>
                <a:noFill/>
              </a:ln>
              <a:solidFill>
                <a:sysClr val="windowText" lastClr="000000"/>
              </a:solidFill>
              <a:effectLst/>
              <a:uLnTx/>
              <a:uFillTx/>
              <a:latin typeface="Segoe UI"/>
              <a:ea typeface="+mn-ea"/>
              <a:cs typeface="+mn-cs"/>
            </a:endParaRPr>
          </a:p>
        </p:txBody>
      </p:sp>
      <p:sp>
        <p:nvSpPr>
          <p:cNvPr id="35" name="Arrow: Pentagon 7">
            <a:extLst>
              <a:ext uri="{FF2B5EF4-FFF2-40B4-BE49-F238E27FC236}">
                <a16:creationId xmlns:a16="http://schemas.microsoft.com/office/drawing/2014/main" id="{C8504ADB-101B-9B8A-52B9-165CC8FF440D}"/>
              </a:ext>
            </a:extLst>
          </p:cNvPr>
          <p:cNvSpPr>
            <a:spLocks/>
          </p:cNvSpPr>
          <p:nvPr/>
        </p:nvSpPr>
        <p:spPr>
          <a:xfrm>
            <a:off x="1298338" y="1487439"/>
            <a:ext cx="1828800" cy="831941"/>
          </a:xfrm>
          <a:prstGeom prst="homePlate">
            <a:avLst>
              <a:gd name="adj" fmla="val 1587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Segoe UI"/>
                <a:ea typeface="+mn-ea"/>
                <a:cs typeface="+mn-cs"/>
              </a:rPr>
              <a:t>Buy</a:t>
            </a:r>
            <a:endParaRPr kumimoji="0" lang="en-SG" sz="1800" b="1" i="0" u="none" strike="noStrike" kern="1200" cap="none" spc="0" normalizeH="0" baseline="0" noProof="0">
              <a:ln>
                <a:noFill/>
              </a:ln>
              <a:solidFill>
                <a:sysClr val="windowText" lastClr="000000"/>
              </a:solidFill>
              <a:effectLst/>
              <a:uLnTx/>
              <a:uFillTx/>
              <a:latin typeface="Segoe UI"/>
              <a:ea typeface="+mn-ea"/>
              <a:cs typeface="+mn-cs"/>
            </a:endParaRPr>
          </a:p>
        </p:txBody>
      </p:sp>
      <p:sp>
        <p:nvSpPr>
          <p:cNvPr id="38" name="Rectangle 37">
            <a:extLst>
              <a:ext uri="{FF2B5EF4-FFF2-40B4-BE49-F238E27FC236}">
                <a16:creationId xmlns:a16="http://schemas.microsoft.com/office/drawing/2014/main" id="{442ADE06-8168-4C81-9707-70765B66473D}"/>
              </a:ext>
            </a:extLst>
          </p:cNvPr>
          <p:cNvSpPr/>
          <p:nvPr/>
        </p:nvSpPr>
        <p:spPr>
          <a:xfrm>
            <a:off x="234795" y="1716012"/>
            <a:ext cx="1022520" cy="3723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SG" sz="1200" b="1" i="0" u="none" strike="noStrike" kern="1200" cap="none" spc="0" normalizeH="0" baseline="0" noProof="0">
                <a:ln>
                  <a:noFill/>
                </a:ln>
                <a:solidFill>
                  <a:prstClr val="black"/>
                </a:solidFill>
                <a:effectLst/>
                <a:uLnTx/>
                <a:uFillTx/>
                <a:latin typeface="Segoe UI"/>
                <a:ea typeface="+mn-ea"/>
                <a:cs typeface="+mn-cs"/>
              </a:rPr>
              <a:t>Journeys</a:t>
            </a:r>
          </a:p>
        </p:txBody>
      </p:sp>
      <p:sp>
        <p:nvSpPr>
          <p:cNvPr id="40" name="Arrow: Chevron 50">
            <a:extLst>
              <a:ext uri="{FF2B5EF4-FFF2-40B4-BE49-F238E27FC236}">
                <a16:creationId xmlns:a16="http://schemas.microsoft.com/office/drawing/2014/main" id="{8162D084-EC3B-B388-5380-5B1380F7883B}"/>
              </a:ext>
            </a:extLst>
          </p:cNvPr>
          <p:cNvSpPr>
            <a:spLocks/>
          </p:cNvSpPr>
          <p:nvPr/>
        </p:nvSpPr>
        <p:spPr>
          <a:xfrm>
            <a:off x="2964895" y="1487439"/>
            <a:ext cx="1828800" cy="831941"/>
          </a:xfrm>
          <a:prstGeom prst="chevron">
            <a:avLst>
              <a:gd name="adj" fmla="val 1645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Segoe UI"/>
                <a:ea typeface="+mn-ea"/>
                <a:cs typeface="+mn-cs"/>
              </a:rPr>
              <a:t>Activate</a:t>
            </a:r>
            <a:endParaRPr kumimoji="0" lang="en-SG" sz="1600" b="1" i="0" u="none" strike="noStrike" kern="1200" cap="none" spc="0" normalizeH="0" baseline="0" noProof="0">
              <a:ln>
                <a:noFill/>
              </a:ln>
              <a:solidFill>
                <a:prstClr val="black"/>
              </a:solidFill>
              <a:effectLst/>
              <a:uLnTx/>
              <a:uFillTx/>
              <a:latin typeface="Segoe UI"/>
              <a:ea typeface="+mn-ea"/>
              <a:cs typeface="+mn-cs"/>
            </a:endParaRPr>
          </a:p>
        </p:txBody>
      </p:sp>
      <p:sp>
        <p:nvSpPr>
          <p:cNvPr id="41" name="Rectangle 40">
            <a:extLst>
              <a:ext uri="{FF2B5EF4-FFF2-40B4-BE49-F238E27FC236}">
                <a16:creationId xmlns:a16="http://schemas.microsoft.com/office/drawing/2014/main" id="{96EFEE52-55F3-8B56-CD65-7BE2A8A9B0B0}"/>
              </a:ext>
            </a:extLst>
          </p:cNvPr>
          <p:cNvSpPr/>
          <p:nvPr/>
        </p:nvSpPr>
        <p:spPr>
          <a:xfrm>
            <a:off x="1298337" y="1060052"/>
            <a:ext cx="10059596" cy="408318"/>
          </a:xfrm>
          <a:prstGeom prst="rect">
            <a:avLst/>
          </a:prstGeom>
          <a:solidFill>
            <a:srgbClr val="1E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a:ln>
                  <a:noFill/>
                </a:ln>
                <a:solidFill>
                  <a:prstClr val="white"/>
                </a:solidFill>
                <a:effectLst/>
                <a:uLnTx/>
                <a:uFillTx/>
                <a:latin typeface="Segoe UI"/>
                <a:ea typeface="+mn-ea"/>
                <a:cs typeface="+mn-cs"/>
              </a:rPr>
              <a:t>StarHub customer lifecycle and journeys</a:t>
            </a:r>
          </a:p>
        </p:txBody>
      </p:sp>
      <p:sp>
        <p:nvSpPr>
          <p:cNvPr id="45" name="Text Placeholder 2">
            <a:extLst>
              <a:ext uri="{FF2B5EF4-FFF2-40B4-BE49-F238E27FC236}">
                <a16:creationId xmlns:a16="http://schemas.microsoft.com/office/drawing/2014/main" id="{EC16EA0F-6EE0-8232-F06B-F1FA3E46C794}"/>
              </a:ext>
            </a:extLst>
          </p:cNvPr>
          <p:cNvSpPr txBox="1">
            <a:spLocks/>
          </p:cNvSpPr>
          <p:nvPr/>
        </p:nvSpPr>
        <p:spPr>
          <a:xfrm>
            <a:off x="3328997" y="5991841"/>
            <a:ext cx="5534007" cy="489026"/>
          </a:xfrm>
          <a:prstGeom prst="rect">
            <a:avLst/>
          </a:prstGeom>
        </p:spPr>
        <p:txBody>
          <a:bodyPr>
            <a:no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i="1" u="none" strike="noStrike" kern="1200" cap="none" spc="0" normalizeH="0" baseline="0" noProof="0">
                <a:ln>
                  <a:noFill/>
                </a:ln>
                <a:effectLst/>
                <a:uLnTx/>
                <a:uFillTx/>
                <a:latin typeface="Segoe UI"/>
                <a:ea typeface="+mn-ea"/>
                <a:cs typeface="+mn-cs"/>
              </a:rPr>
              <a:t>The top 10 customer issues by volume are prioritized through the Voice of Customer forum and </a:t>
            </a:r>
            <a:r>
              <a:rPr lang="en-US" sz="1200" i="1">
                <a:latin typeface="Segoe UI"/>
              </a:rPr>
              <a:t>fixed through </a:t>
            </a:r>
            <a:r>
              <a:rPr kumimoji="0" lang="en-US" sz="1200" i="1" u="none" strike="noStrike" kern="1200" cap="none" spc="0" normalizeH="0" baseline="0" noProof="0">
                <a:ln>
                  <a:noFill/>
                </a:ln>
                <a:effectLst/>
                <a:uLnTx/>
                <a:uFillTx/>
                <a:latin typeface="Segoe UI"/>
                <a:ea typeface="+mn-ea"/>
                <a:cs typeface="+mn-cs"/>
              </a:rPr>
              <a:t>Design Thinking.</a:t>
            </a:r>
          </a:p>
        </p:txBody>
      </p:sp>
      <p:sp>
        <p:nvSpPr>
          <p:cNvPr id="3" name="Text Placeholder 6">
            <a:extLst>
              <a:ext uri="{FF2B5EF4-FFF2-40B4-BE49-F238E27FC236}">
                <a16:creationId xmlns:a16="http://schemas.microsoft.com/office/drawing/2014/main" id="{91C9600B-FB52-9262-D301-ED0692DD6D42}"/>
              </a:ext>
            </a:extLst>
          </p:cNvPr>
          <p:cNvSpPr txBox="1">
            <a:spLocks/>
          </p:cNvSpPr>
          <p:nvPr/>
        </p:nvSpPr>
        <p:spPr>
          <a:xfrm>
            <a:off x="758078" y="134098"/>
            <a:ext cx="10804728" cy="58578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None/>
              <a:defRPr sz="3200" b="1" i="0" kern="1200" baseline="0">
                <a:solidFill>
                  <a:srgbClr val="1ED760"/>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en-US">
                <a:latin typeface="Segoe UI"/>
              </a:rPr>
              <a:t>Design Thinking drives Journey improvements</a:t>
            </a:r>
          </a:p>
        </p:txBody>
      </p:sp>
      <p:sp>
        <p:nvSpPr>
          <p:cNvPr id="8" name="Text Placeholder 2">
            <a:extLst>
              <a:ext uri="{FF2B5EF4-FFF2-40B4-BE49-F238E27FC236}">
                <a16:creationId xmlns:a16="http://schemas.microsoft.com/office/drawing/2014/main" id="{A9CB14C7-B8B0-6E8E-74FF-8F890A47E57A}"/>
              </a:ext>
            </a:extLst>
          </p:cNvPr>
          <p:cNvSpPr txBox="1">
            <a:spLocks/>
          </p:cNvSpPr>
          <p:nvPr/>
        </p:nvSpPr>
        <p:spPr>
          <a:xfrm>
            <a:off x="758078" y="627222"/>
            <a:ext cx="11306378" cy="489026"/>
          </a:xfrm>
          <a:prstGeom prst="rect">
            <a:avLst/>
          </a:prstGeom>
        </p:spPr>
        <p:txBody>
          <a:bodyPr lIns="91440" tIns="45720" rIns="91440" bIns="45720" anchor="t">
            <a:no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en-US" sz="1600">
                <a:solidFill>
                  <a:srgbClr val="1BD760"/>
                </a:solidFill>
              </a:rPr>
              <a:t>95 issues, identified through the VOC process, being resolved through Design Thinking </a:t>
            </a:r>
          </a:p>
        </p:txBody>
      </p:sp>
      <p:sp>
        <p:nvSpPr>
          <p:cNvPr id="9" name="TextBox 8">
            <a:extLst>
              <a:ext uri="{FF2B5EF4-FFF2-40B4-BE49-F238E27FC236}">
                <a16:creationId xmlns:a16="http://schemas.microsoft.com/office/drawing/2014/main" id="{378549C6-CCF4-9B63-F4A8-D4A1550D2CFE}"/>
              </a:ext>
            </a:extLst>
          </p:cNvPr>
          <p:cNvSpPr txBox="1"/>
          <p:nvPr/>
        </p:nvSpPr>
        <p:spPr>
          <a:xfrm>
            <a:off x="11931992" y="6573149"/>
            <a:ext cx="260008" cy="261610"/>
          </a:xfrm>
          <a:prstGeom prst="rect">
            <a:avLst/>
          </a:prstGeom>
          <a:noFill/>
        </p:spPr>
        <p:txBody>
          <a:bodyPr wrap="none" rtlCol="0">
            <a:spAutoFit/>
          </a:bodyPr>
          <a:lstStyle/>
          <a:p>
            <a:fld id="{946CA25D-DF5D-8344-B9AA-B6983B6411BE}" type="slidenum">
              <a:rPr lang="en-US" sz="1100" smtClean="0">
                <a:solidFill>
                  <a:schemeClr val="bg1">
                    <a:lumMod val="65000"/>
                  </a:schemeClr>
                </a:solidFill>
              </a:rPr>
              <a:t>7</a:t>
            </a:fld>
            <a:endParaRPr lang="en-US" sz="1100">
              <a:solidFill>
                <a:schemeClr val="bg1">
                  <a:lumMod val="65000"/>
                </a:schemeClr>
              </a:solidFill>
            </a:endParaRPr>
          </a:p>
        </p:txBody>
      </p:sp>
    </p:spTree>
    <p:extLst>
      <p:ext uri="{BB962C8B-B14F-4D97-AF65-F5344CB8AC3E}">
        <p14:creationId xmlns:p14="http://schemas.microsoft.com/office/powerpoint/2010/main" val="1795779735"/>
      </p:ext>
    </p:extLst>
  </p:cSld>
  <p:clrMapOvr>
    <a:masterClrMapping/>
  </p:clrMapOvr>
  <mc:AlternateContent xmlns:mc="http://schemas.openxmlformats.org/markup-compatibility/2006">
    <mc:Choice xmlns:p14="http://schemas.microsoft.com/office/powerpoint/2010/main" Requires="p14">
      <p:transition spd="slow" p14:dur="2000" advTm="41563"/>
    </mc:Choice>
    <mc:Fallback>
      <p:transition spd="slow" advTm="4156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2B3AB-0934-1A37-08DE-BBBC37F62B4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B96EB7D-E031-6910-8D16-264E1BBCEB2E}"/>
              </a:ext>
            </a:extLst>
          </p:cNvPr>
          <p:cNvSpPr>
            <a:spLocks noGrp="1"/>
          </p:cNvSpPr>
          <p:nvPr>
            <p:ph type="body" sz="quarter" idx="16"/>
          </p:nvPr>
        </p:nvSpPr>
        <p:spPr>
          <a:xfrm>
            <a:off x="1163171" y="2892212"/>
            <a:ext cx="9865659" cy="1188900"/>
          </a:xfrm>
        </p:spPr>
        <p:txBody>
          <a:bodyPr>
            <a:normAutofit/>
          </a:bodyPr>
          <a:lstStyle/>
          <a:p>
            <a:r>
              <a:rPr lang="en-US" sz="3600"/>
              <a:t>Customer Journey Dashboards</a:t>
            </a:r>
          </a:p>
        </p:txBody>
      </p:sp>
    </p:spTree>
    <p:extLst>
      <p:ext uri="{BB962C8B-B14F-4D97-AF65-F5344CB8AC3E}">
        <p14:creationId xmlns:p14="http://schemas.microsoft.com/office/powerpoint/2010/main" val="3989839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23312-C8AB-3F8A-9A2A-F0A9B6A981FA}"/>
            </a:ext>
          </a:extLst>
        </p:cNvPr>
        <p:cNvGrpSpPr/>
        <p:nvPr/>
      </p:nvGrpSpPr>
      <p:grpSpPr>
        <a:xfrm>
          <a:off x="0" y="0"/>
          <a:ext cx="0" cy="0"/>
          <a:chOff x="0" y="0"/>
          <a:chExt cx="0" cy="0"/>
        </a:xfrm>
      </p:grpSpPr>
      <p:sp>
        <p:nvSpPr>
          <p:cNvPr id="33" name="Text Placeholder 6">
            <a:extLst>
              <a:ext uri="{FF2B5EF4-FFF2-40B4-BE49-F238E27FC236}">
                <a16:creationId xmlns:a16="http://schemas.microsoft.com/office/drawing/2014/main" id="{63954EE2-5F27-BDB2-349B-C485EEA8B5B0}"/>
              </a:ext>
            </a:extLst>
          </p:cNvPr>
          <p:cNvSpPr txBox="1">
            <a:spLocks/>
          </p:cNvSpPr>
          <p:nvPr/>
        </p:nvSpPr>
        <p:spPr>
          <a:xfrm>
            <a:off x="758078" y="134098"/>
            <a:ext cx="10804728" cy="58578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None/>
              <a:defRPr sz="3200" b="1" i="0" kern="1200" baseline="0">
                <a:solidFill>
                  <a:srgbClr val="1ED760"/>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a:latin typeface="Segoe UI"/>
              </a:rPr>
              <a:t>BUY Journey Performance Report</a:t>
            </a:r>
            <a:endParaRPr kumimoji="0" lang="en-US" sz="3200" b="1" i="0" u="none" strike="noStrike" kern="1200" cap="none" spc="0" normalizeH="0" baseline="0" noProof="0">
              <a:ln>
                <a:noFill/>
              </a:ln>
              <a:solidFill>
                <a:srgbClr val="1ED760"/>
              </a:solidFill>
              <a:effectLst/>
              <a:uLnTx/>
              <a:uFillTx/>
              <a:latin typeface="Segoe UI"/>
              <a:ea typeface="+mn-ea"/>
              <a:cs typeface="+mn-cs"/>
            </a:endParaRPr>
          </a:p>
        </p:txBody>
      </p:sp>
      <p:sp>
        <p:nvSpPr>
          <p:cNvPr id="34" name="Text Placeholder 2">
            <a:extLst>
              <a:ext uri="{FF2B5EF4-FFF2-40B4-BE49-F238E27FC236}">
                <a16:creationId xmlns:a16="http://schemas.microsoft.com/office/drawing/2014/main" id="{0CBD9520-B769-0ADC-1029-B24F88ABD8DE}"/>
              </a:ext>
            </a:extLst>
          </p:cNvPr>
          <p:cNvSpPr txBox="1">
            <a:spLocks/>
          </p:cNvSpPr>
          <p:nvPr/>
        </p:nvSpPr>
        <p:spPr>
          <a:xfrm>
            <a:off x="758077" y="622456"/>
            <a:ext cx="10985219" cy="502188"/>
          </a:xfrm>
          <a:prstGeom prst="rect">
            <a:avLst/>
          </a:prstGeom>
        </p:spPr>
        <p:txBody>
          <a:bodyPr>
            <a:no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en-US" sz="1600">
                <a:solidFill>
                  <a:srgbClr val="1BD760"/>
                </a:solidFill>
                <a:latin typeface="Segoe UI"/>
              </a:rPr>
              <a:t>The Buy journey has seen a steady improvement across 2025, with a significant peak in November showing an all-time high CSAT and Web conversion rate. </a:t>
            </a:r>
          </a:p>
        </p:txBody>
      </p:sp>
      <p:sp>
        <p:nvSpPr>
          <p:cNvPr id="35" name="Slide Number Placeholder 4">
            <a:extLst>
              <a:ext uri="{FF2B5EF4-FFF2-40B4-BE49-F238E27FC236}">
                <a16:creationId xmlns:a16="http://schemas.microsoft.com/office/drawing/2014/main" id="{B1CE2540-9401-7A3F-39AF-348AEAC2BCAE}"/>
              </a:ext>
            </a:extLst>
          </p:cNvPr>
          <p:cNvSpPr txBox="1">
            <a:spLocks/>
          </p:cNvSpPr>
          <p:nvPr/>
        </p:nvSpPr>
        <p:spPr>
          <a:xfrm>
            <a:off x="9018189" y="649287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D8FB45C0-4B32-43DE-93B9-6E575D49CD52}" type="slidenum">
              <a:rPr lang="en-IN" sz="1000" smtClean="0">
                <a:solidFill>
                  <a:prstClr val="black">
                    <a:tint val="75000"/>
                  </a:prstClr>
                </a:solidFill>
                <a:latin typeface="Segoe UI"/>
              </a:rPr>
              <a:pPr algn="r">
                <a:defRPr/>
              </a:pPr>
              <a:t>9</a:t>
            </a:fld>
            <a:endParaRPr lang="en-IN" sz="1000">
              <a:solidFill>
                <a:prstClr val="black">
                  <a:tint val="75000"/>
                </a:prstClr>
              </a:solidFill>
              <a:latin typeface="Segoe UI"/>
            </a:endParaRPr>
          </a:p>
        </p:txBody>
      </p:sp>
      <p:sp>
        <p:nvSpPr>
          <p:cNvPr id="36" name="Text Placeholder 7">
            <a:extLst>
              <a:ext uri="{FF2B5EF4-FFF2-40B4-BE49-F238E27FC236}">
                <a16:creationId xmlns:a16="http://schemas.microsoft.com/office/drawing/2014/main" id="{0BF296E6-A90B-FD6A-DE06-6172EFF38DC7}"/>
              </a:ext>
            </a:extLst>
          </p:cNvPr>
          <p:cNvSpPr txBox="1">
            <a:spLocks/>
          </p:cNvSpPr>
          <p:nvPr/>
        </p:nvSpPr>
        <p:spPr>
          <a:xfrm>
            <a:off x="6423196" y="4421872"/>
            <a:ext cx="4960602" cy="261609"/>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TOP 3 PAIN-POINTS  FROM VOICE OF CUSTOMER</a:t>
            </a:r>
          </a:p>
        </p:txBody>
      </p:sp>
      <p:graphicFrame>
        <p:nvGraphicFramePr>
          <p:cNvPr id="37" name="Table 36">
            <a:extLst>
              <a:ext uri="{FF2B5EF4-FFF2-40B4-BE49-F238E27FC236}">
                <a16:creationId xmlns:a16="http://schemas.microsoft.com/office/drawing/2014/main" id="{046A5020-EBDC-7A54-8CC7-BF510B681343}"/>
              </a:ext>
            </a:extLst>
          </p:cNvPr>
          <p:cNvGraphicFramePr>
            <a:graphicFrameLocks noGrp="1"/>
          </p:cNvGraphicFramePr>
          <p:nvPr>
            <p:extLst>
              <p:ext uri="{D42A27DB-BD31-4B8C-83A1-F6EECF244321}">
                <p14:modId xmlns:p14="http://schemas.microsoft.com/office/powerpoint/2010/main" val="1196859346"/>
              </p:ext>
            </p:extLst>
          </p:nvPr>
        </p:nvGraphicFramePr>
        <p:xfrm>
          <a:off x="6440849" y="4782748"/>
          <a:ext cx="5322909" cy="1997005"/>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4251781972"/>
                    </a:ext>
                  </a:extLst>
                </a:gridCol>
                <a:gridCol w="2542997">
                  <a:extLst>
                    <a:ext uri="{9D8B030D-6E8A-4147-A177-3AD203B41FA5}">
                      <a16:colId xmlns:a16="http://schemas.microsoft.com/office/drawing/2014/main" val="708272898"/>
                    </a:ext>
                  </a:extLst>
                </a:gridCol>
                <a:gridCol w="1034716">
                  <a:extLst>
                    <a:ext uri="{9D8B030D-6E8A-4147-A177-3AD203B41FA5}">
                      <a16:colId xmlns:a16="http://schemas.microsoft.com/office/drawing/2014/main" val="2745892351"/>
                    </a:ext>
                  </a:extLst>
                </a:gridCol>
                <a:gridCol w="603860">
                  <a:extLst>
                    <a:ext uri="{9D8B030D-6E8A-4147-A177-3AD203B41FA5}">
                      <a16:colId xmlns:a16="http://schemas.microsoft.com/office/drawing/2014/main" val="458589996"/>
                    </a:ext>
                  </a:extLst>
                </a:gridCol>
                <a:gridCol w="933056">
                  <a:extLst>
                    <a:ext uri="{9D8B030D-6E8A-4147-A177-3AD203B41FA5}">
                      <a16:colId xmlns:a16="http://schemas.microsoft.com/office/drawing/2014/main" val="3779340425"/>
                    </a:ext>
                  </a:extLst>
                </a:gridCol>
              </a:tblGrid>
              <a:tr h="236905">
                <a:tc gridSpan="2">
                  <a:txBody>
                    <a:bodyPr/>
                    <a:lstStyle/>
                    <a:p>
                      <a:r>
                        <a:rPr lang="en-US" sz="1100" b="1">
                          <a:solidFill>
                            <a:schemeClr val="tx1">
                              <a:lumMod val="75000"/>
                              <a:lumOff val="25000"/>
                            </a:schemeClr>
                          </a:solidFill>
                        </a:rPr>
                        <a:t>Top customer Pain-point</a:t>
                      </a:r>
                      <a:endParaRPr lang="en-US" sz="1100" b="0">
                        <a:solidFill>
                          <a:schemeClr val="bg1">
                            <a:lumMod val="65000"/>
                          </a:schemeClr>
                        </a:solidFill>
                      </a:endParaRPr>
                    </a:p>
                  </a:txBody>
                  <a:tcPr anchor="ctr">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nchor="b">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b="1">
                          <a:solidFill>
                            <a:schemeClr val="tx1">
                              <a:lumMod val="75000"/>
                              <a:lumOff val="25000"/>
                            </a:schemeClr>
                          </a:solidFill>
                        </a:rPr>
                        <a:t>Call vol. p/m</a:t>
                      </a:r>
                    </a:p>
                  </a:txBody>
                  <a:tcPr anchor="b">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b="1">
                          <a:solidFill>
                            <a:schemeClr val="tx1">
                              <a:lumMod val="75000"/>
                              <a:lumOff val="25000"/>
                            </a:schemeClr>
                          </a:solidFill>
                        </a:rPr>
                        <a:t>Churn</a:t>
                      </a:r>
                    </a:p>
                  </a:txBody>
                  <a:tcPr anchor="b">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b="1">
                          <a:solidFill>
                            <a:schemeClr val="tx1">
                              <a:lumMod val="75000"/>
                              <a:lumOff val="25000"/>
                            </a:schemeClr>
                          </a:solidFill>
                        </a:rPr>
                        <a:t>Actions</a:t>
                      </a:r>
                    </a:p>
                  </a:txBody>
                  <a:tcPr anchor="b">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62683023"/>
                  </a:ext>
                </a:extLst>
              </a:tr>
              <a:tr h="457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b="1">
                          <a:solidFill>
                            <a:schemeClr val="tx1"/>
                          </a:solidFill>
                        </a:rPr>
                        <a:t>1</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100" b="0">
                          <a:solidFill>
                            <a:schemeClr val="tx1"/>
                          </a:solidFill>
                        </a:rPr>
                        <a:t>Data travel global package | International data plan | Use service abroad</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US" sz="1100" b="0" i="0" u="none" strike="noStrike">
                          <a:solidFill>
                            <a:srgbClr val="000000"/>
                          </a:solidFill>
                          <a:effectLst/>
                          <a:latin typeface="+mn-lt"/>
                        </a:rPr>
                        <a:t>1,940</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US" sz="1100" b="0" i="0" u="none" strike="noStrike">
                          <a:solidFill>
                            <a:srgbClr val="000000"/>
                          </a:solidFill>
                          <a:effectLst/>
                          <a:latin typeface="+mn-lt"/>
                        </a:rPr>
                        <a:t>2.39%</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100" b="0">
                          <a:solidFill>
                            <a:schemeClr val="tx1"/>
                          </a:solidFill>
                        </a:rPr>
                        <a:t>Supernova Mobile</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1BD760"/>
                    </a:solidFill>
                  </a:tcPr>
                </a:tc>
                <a:extLst>
                  <a:ext uri="{0D108BD9-81ED-4DB2-BD59-A6C34878D82A}">
                    <a16:rowId xmlns:a16="http://schemas.microsoft.com/office/drawing/2014/main" val="4226392352"/>
                  </a:ext>
                </a:extLst>
              </a:tr>
              <a:tr h="549205">
                <a:tc>
                  <a:txBody>
                    <a:bodyPr/>
                    <a:lstStyle/>
                    <a:p>
                      <a:r>
                        <a:rPr lang="en-US" sz="1200" b="1">
                          <a:solidFill>
                            <a:schemeClr val="tx1"/>
                          </a:solidFill>
                        </a:rPr>
                        <a:t>2</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SG" sz="1100" b="0">
                          <a:solidFill>
                            <a:schemeClr val="tx1"/>
                          </a:solidFill>
                        </a:rPr>
                        <a:t>Upgrade broadband plan | Switch to higher speed | Better plan options</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100" b="0">
                          <a:solidFill>
                            <a:schemeClr val="tx1"/>
                          </a:solidFill>
                        </a:rPr>
                        <a:t>297</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mn-lt"/>
                        </a:rPr>
                        <a:t>1.88%</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100" b="0">
                          <a:solidFill>
                            <a:schemeClr val="tx1"/>
                          </a:solidFill>
                        </a:rPr>
                        <a:t>Supernova Home</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1BD760"/>
                    </a:solidFill>
                  </a:tcPr>
                </a:tc>
                <a:extLst>
                  <a:ext uri="{0D108BD9-81ED-4DB2-BD59-A6C34878D82A}">
                    <a16:rowId xmlns:a16="http://schemas.microsoft.com/office/drawing/2014/main" val="702406190"/>
                  </a:ext>
                </a:extLst>
              </a:tr>
              <a:tr h="585294">
                <a:tc>
                  <a:txBody>
                    <a:bodyPr/>
                    <a:lstStyle/>
                    <a:p>
                      <a:r>
                        <a:rPr lang="en-US" sz="1200" b="1">
                          <a:solidFill>
                            <a:schemeClr val="tx1"/>
                          </a:solidFill>
                        </a:rPr>
                        <a:t>3</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100" b="0">
                          <a:solidFill>
                            <a:schemeClr val="tx1"/>
                          </a:solidFill>
                        </a:rPr>
                        <a:t>Re-contract with new phone | iPad purchase with plan | Device upgrade options</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ptos" panose="02110004020202020204"/>
                          <a:ea typeface="+mn-ea"/>
                          <a:cs typeface="+mn-cs"/>
                        </a:rPr>
                        <a:t>255</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mn-lt"/>
                        </a:rPr>
                        <a:t>2.14%</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100" b="0">
                          <a:solidFill>
                            <a:schemeClr val="tx1"/>
                          </a:solidFill>
                        </a:rPr>
                        <a:t>Table in VOC</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769760863"/>
                  </a:ext>
                </a:extLst>
              </a:tr>
            </a:tbl>
          </a:graphicData>
        </a:graphic>
      </p:graphicFrame>
      <p:graphicFrame>
        <p:nvGraphicFramePr>
          <p:cNvPr id="38" name="Chart 37">
            <a:extLst>
              <a:ext uri="{FF2B5EF4-FFF2-40B4-BE49-F238E27FC236}">
                <a16:creationId xmlns:a16="http://schemas.microsoft.com/office/drawing/2014/main" id="{113750A0-F1A4-F7C4-130B-058B0812B11F}"/>
              </a:ext>
            </a:extLst>
          </p:cNvPr>
          <p:cNvGraphicFramePr/>
          <p:nvPr>
            <p:extLst>
              <p:ext uri="{D42A27DB-BD31-4B8C-83A1-F6EECF244321}">
                <p14:modId xmlns:p14="http://schemas.microsoft.com/office/powerpoint/2010/main" val="3244631152"/>
              </p:ext>
            </p:extLst>
          </p:nvPr>
        </p:nvGraphicFramePr>
        <p:xfrm>
          <a:off x="529479" y="2541012"/>
          <a:ext cx="2588626" cy="1828800"/>
        </p:xfrm>
        <a:graphic>
          <a:graphicData uri="http://schemas.openxmlformats.org/drawingml/2006/chart">
            <c:chart xmlns:c="http://schemas.openxmlformats.org/drawingml/2006/chart" xmlns:r="http://schemas.openxmlformats.org/officeDocument/2006/relationships" r:id="rId2"/>
          </a:graphicData>
        </a:graphic>
      </p:graphicFrame>
      <p:sp>
        <p:nvSpPr>
          <p:cNvPr id="39" name="Text Placeholder 7">
            <a:extLst>
              <a:ext uri="{FF2B5EF4-FFF2-40B4-BE49-F238E27FC236}">
                <a16:creationId xmlns:a16="http://schemas.microsoft.com/office/drawing/2014/main" id="{C94FFEFE-1420-2AD7-085C-2F6FB4A2F07D}"/>
              </a:ext>
            </a:extLst>
          </p:cNvPr>
          <p:cNvSpPr txBox="1">
            <a:spLocks/>
          </p:cNvSpPr>
          <p:nvPr/>
        </p:nvSpPr>
        <p:spPr>
          <a:xfrm>
            <a:off x="6645720" y="2216570"/>
            <a:ext cx="4960602" cy="26161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USER CENTRICITY</a:t>
            </a:r>
          </a:p>
        </p:txBody>
      </p:sp>
      <p:cxnSp>
        <p:nvCxnSpPr>
          <p:cNvPr id="40" name="Straight Connector 39">
            <a:extLst>
              <a:ext uri="{FF2B5EF4-FFF2-40B4-BE49-F238E27FC236}">
                <a16:creationId xmlns:a16="http://schemas.microsoft.com/office/drawing/2014/main" id="{6BB4A4E7-4CA8-F7FB-CE93-8B1C50606E41}"/>
              </a:ext>
            </a:extLst>
          </p:cNvPr>
          <p:cNvCxnSpPr>
            <a:cxnSpLocks/>
          </p:cNvCxnSpPr>
          <p:nvPr/>
        </p:nvCxnSpPr>
        <p:spPr>
          <a:xfrm>
            <a:off x="6441288" y="2480933"/>
            <a:ext cx="5320101"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41" name="Text Placeholder 7">
            <a:extLst>
              <a:ext uri="{FF2B5EF4-FFF2-40B4-BE49-F238E27FC236}">
                <a16:creationId xmlns:a16="http://schemas.microsoft.com/office/drawing/2014/main" id="{A8A25641-0D7D-1717-EDC5-AA5B2AD755F6}"/>
              </a:ext>
            </a:extLst>
          </p:cNvPr>
          <p:cNvSpPr txBox="1">
            <a:spLocks/>
          </p:cNvSpPr>
          <p:nvPr/>
        </p:nvSpPr>
        <p:spPr>
          <a:xfrm>
            <a:off x="752529" y="2239631"/>
            <a:ext cx="4960602" cy="26161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DELIGHT</a:t>
            </a:r>
          </a:p>
        </p:txBody>
      </p:sp>
      <p:cxnSp>
        <p:nvCxnSpPr>
          <p:cNvPr id="42" name="Straight Connector 41">
            <a:extLst>
              <a:ext uri="{FF2B5EF4-FFF2-40B4-BE49-F238E27FC236}">
                <a16:creationId xmlns:a16="http://schemas.microsoft.com/office/drawing/2014/main" id="{9618B86C-2ED1-471D-4AE9-E86331B701C0}"/>
              </a:ext>
            </a:extLst>
          </p:cNvPr>
          <p:cNvCxnSpPr>
            <a:cxnSpLocks/>
          </p:cNvCxnSpPr>
          <p:nvPr/>
        </p:nvCxnSpPr>
        <p:spPr>
          <a:xfrm>
            <a:off x="529481" y="2480933"/>
            <a:ext cx="5320101"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43" name="Text Placeholder 7">
            <a:extLst>
              <a:ext uri="{FF2B5EF4-FFF2-40B4-BE49-F238E27FC236}">
                <a16:creationId xmlns:a16="http://schemas.microsoft.com/office/drawing/2014/main" id="{71E5104C-948C-14D2-CDE8-213E0251F1F9}"/>
              </a:ext>
            </a:extLst>
          </p:cNvPr>
          <p:cNvSpPr txBox="1">
            <a:spLocks/>
          </p:cNvSpPr>
          <p:nvPr/>
        </p:nvSpPr>
        <p:spPr>
          <a:xfrm>
            <a:off x="707848" y="4445062"/>
            <a:ext cx="2286874" cy="26161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CONSISTENCY</a:t>
            </a:r>
          </a:p>
        </p:txBody>
      </p:sp>
      <p:cxnSp>
        <p:nvCxnSpPr>
          <p:cNvPr id="44" name="Straight Connector 43">
            <a:extLst>
              <a:ext uri="{FF2B5EF4-FFF2-40B4-BE49-F238E27FC236}">
                <a16:creationId xmlns:a16="http://schemas.microsoft.com/office/drawing/2014/main" id="{2B4D6E91-6BD1-2073-580B-FC73DC74FD8A}"/>
              </a:ext>
            </a:extLst>
          </p:cNvPr>
          <p:cNvCxnSpPr>
            <a:cxnSpLocks/>
          </p:cNvCxnSpPr>
          <p:nvPr/>
        </p:nvCxnSpPr>
        <p:spPr>
          <a:xfrm>
            <a:off x="529045" y="4683481"/>
            <a:ext cx="2506328"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353AA93A-C8AF-DA59-AB03-2434AC07315F}"/>
              </a:ext>
            </a:extLst>
          </p:cNvPr>
          <p:cNvCxnSpPr>
            <a:cxnSpLocks/>
          </p:cNvCxnSpPr>
          <p:nvPr/>
        </p:nvCxnSpPr>
        <p:spPr>
          <a:xfrm>
            <a:off x="6423196" y="4683481"/>
            <a:ext cx="5320101"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46" name="Text Placeholder 7">
            <a:extLst>
              <a:ext uri="{FF2B5EF4-FFF2-40B4-BE49-F238E27FC236}">
                <a16:creationId xmlns:a16="http://schemas.microsoft.com/office/drawing/2014/main" id="{03F0CC7A-77BD-E21B-C7A0-2141903144B0}"/>
              </a:ext>
            </a:extLst>
          </p:cNvPr>
          <p:cNvSpPr txBox="1">
            <a:spLocks/>
          </p:cNvSpPr>
          <p:nvPr/>
        </p:nvSpPr>
        <p:spPr>
          <a:xfrm>
            <a:off x="3426257" y="4421871"/>
            <a:ext cx="2286874" cy="26161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EFFICIENCY</a:t>
            </a:r>
          </a:p>
        </p:txBody>
      </p:sp>
      <p:cxnSp>
        <p:nvCxnSpPr>
          <p:cNvPr id="47" name="Straight Connector 46">
            <a:extLst>
              <a:ext uri="{FF2B5EF4-FFF2-40B4-BE49-F238E27FC236}">
                <a16:creationId xmlns:a16="http://schemas.microsoft.com/office/drawing/2014/main" id="{30809040-02BD-12B2-8B37-E822D463CC4F}"/>
              </a:ext>
            </a:extLst>
          </p:cNvPr>
          <p:cNvCxnSpPr>
            <a:cxnSpLocks/>
          </p:cNvCxnSpPr>
          <p:nvPr/>
        </p:nvCxnSpPr>
        <p:spPr>
          <a:xfrm>
            <a:off x="3278341" y="4674144"/>
            <a:ext cx="2506328"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graphicFrame>
        <p:nvGraphicFramePr>
          <p:cNvPr id="48" name="Chart 47">
            <a:extLst>
              <a:ext uri="{FF2B5EF4-FFF2-40B4-BE49-F238E27FC236}">
                <a16:creationId xmlns:a16="http://schemas.microsoft.com/office/drawing/2014/main" id="{93BCC174-2E7E-FA2A-4C28-4152AB4ACD24}"/>
              </a:ext>
            </a:extLst>
          </p:cNvPr>
          <p:cNvGraphicFramePr/>
          <p:nvPr>
            <p:extLst>
              <p:ext uri="{D42A27DB-BD31-4B8C-83A1-F6EECF244321}">
                <p14:modId xmlns:p14="http://schemas.microsoft.com/office/powerpoint/2010/main" val="187456849"/>
              </p:ext>
            </p:extLst>
          </p:nvPr>
        </p:nvGraphicFramePr>
        <p:xfrm>
          <a:off x="3278775" y="2541012"/>
          <a:ext cx="2588626" cy="18288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9" name="Chart 48">
            <a:extLst>
              <a:ext uri="{FF2B5EF4-FFF2-40B4-BE49-F238E27FC236}">
                <a16:creationId xmlns:a16="http://schemas.microsoft.com/office/drawing/2014/main" id="{B18C3419-3B5B-013C-1F90-006C38C28957}"/>
              </a:ext>
            </a:extLst>
          </p:cNvPr>
          <p:cNvGraphicFramePr/>
          <p:nvPr>
            <p:extLst>
              <p:ext uri="{D42A27DB-BD31-4B8C-83A1-F6EECF244321}">
                <p14:modId xmlns:p14="http://schemas.microsoft.com/office/powerpoint/2010/main" val="1723180905"/>
              </p:ext>
            </p:extLst>
          </p:nvPr>
        </p:nvGraphicFramePr>
        <p:xfrm>
          <a:off x="6423467" y="2541012"/>
          <a:ext cx="2588626" cy="18288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0" name="Chart 49">
            <a:extLst>
              <a:ext uri="{FF2B5EF4-FFF2-40B4-BE49-F238E27FC236}">
                <a16:creationId xmlns:a16="http://schemas.microsoft.com/office/drawing/2014/main" id="{9B3332FA-579D-52BB-302F-50B75ED5DFC7}"/>
              </a:ext>
            </a:extLst>
          </p:cNvPr>
          <p:cNvGraphicFramePr/>
          <p:nvPr>
            <p:extLst>
              <p:ext uri="{D42A27DB-BD31-4B8C-83A1-F6EECF244321}">
                <p14:modId xmlns:p14="http://schemas.microsoft.com/office/powerpoint/2010/main" val="1292762174"/>
              </p:ext>
            </p:extLst>
          </p:nvPr>
        </p:nvGraphicFramePr>
        <p:xfrm>
          <a:off x="9172763" y="2541012"/>
          <a:ext cx="2588626" cy="18288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1" name="Chart 50">
            <a:extLst>
              <a:ext uri="{FF2B5EF4-FFF2-40B4-BE49-F238E27FC236}">
                <a16:creationId xmlns:a16="http://schemas.microsoft.com/office/drawing/2014/main" id="{ECE12023-E523-B9D7-63E5-14E11F75821F}"/>
              </a:ext>
            </a:extLst>
          </p:cNvPr>
          <p:cNvGraphicFramePr/>
          <p:nvPr>
            <p:extLst>
              <p:ext uri="{D42A27DB-BD31-4B8C-83A1-F6EECF244321}">
                <p14:modId xmlns:p14="http://schemas.microsoft.com/office/powerpoint/2010/main" val="2201802747"/>
              </p:ext>
            </p:extLst>
          </p:nvPr>
        </p:nvGraphicFramePr>
        <p:xfrm>
          <a:off x="529043" y="4785192"/>
          <a:ext cx="2588626" cy="18288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52" name="Chart 51">
            <a:extLst>
              <a:ext uri="{FF2B5EF4-FFF2-40B4-BE49-F238E27FC236}">
                <a16:creationId xmlns:a16="http://schemas.microsoft.com/office/drawing/2014/main" id="{408D64B0-4567-FA4C-E632-ED70D55B063F}"/>
              </a:ext>
            </a:extLst>
          </p:cNvPr>
          <p:cNvGraphicFramePr/>
          <p:nvPr>
            <p:extLst>
              <p:ext uri="{D42A27DB-BD31-4B8C-83A1-F6EECF244321}">
                <p14:modId xmlns:p14="http://schemas.microsoft.com/office/powerpoint/2010/main" val="2710190512"/>
              </p:ext>
            </p:extLst>
          </p:nvPr>
        </p:nvGraphicFramePr>
        <p:xfrm>
          <a:off x="3278339" y="4785192"/>
          <a:ext cx="2588626" cy="1828800"/>
        </p:xfrm>
        <a:graphic>
          <a:graphicData uri="http://schemas.openxmlformats.org/drawingml/2006/chart">
            <c:chart xmlns:c="http://schemas.openxmlformats.org/drawingml/2006/chart" xmlns:r="http://schemas.openxmlformats.org/officeDocument/2006/relationships" r:id="rId7"/>
          </a:graphicData>
        </a:graphic>
      </p:graphicFrame>
      <p:sp>
        <p:nvSpPr>
          <p:cNvPr id="54" name="Rectangle 53">
            <a:extLst>
              <a:ext uri="{FF2B5EF4-FFF2-40B4-BE49-F238E27FC236}">
                <a16:creationId xmlns:a16="http://schemas.microsoft.com/office/drawing/2014/main" id="{58CE16F7-26A9-DD03-BE0C-E742B0DF858E}"/>
              </a:ext>
            </a:extLst>
          </p:cNvPr>
          <p:cNvSpPr/>
          <p:nvPr/>
        </p:nvSpPr>
        <p:spPr>
          <a:xfrm>
            <a:off x="3983301" y="5255409"/>
            <a:ext cx="1801368" cy="650524"/>
          </a:xfrm>
          <a:prstGeom prst="rect">
            <a:avLst/>
          </a:prstGeom>
          <a:solidFill>
            <a:schemeClr val="tx1">
              <a:lumMod val="50000"/>
              <a:lumOff val="5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Pending calculation</a:t>
            </a:r>
          </a:p>
        </p:txBody>
      </p:sp>
      <p:graphicFrame>
        <p:nvGraphicFramePr>
          <p:cNvPr id="56" name="Table 55">
            <a:extLst>
              <a:ext uri="{FF2B5EF4-FFF2-40B4-BE49-F238E27FC236}">
                <a16:creationId xmlns:a16="http://schemas.microsoft.com/office/drawing/2014/main" id="{97A778F2-D68E-1575-7929-06A754B4E570}"/>
              </a:ext>
            </a:extLst>
          </p:cNvPr>
          <p:cNvGraphicFramePr>
            <a:graphicFrameLocks noGrp="1"/>
          </p:cNvGraphicFramePr>
          <p:nvPr>
            <p:extLst>
              <p:ext uri="{D42A27DB-BD31-4B8C-83A1-F6EECF244321}">
                <p14:modId xmlns:p14="http://schemas.microsoft.com/office/powerpoint/2010/main" val="3180826958"/>
              </p:ext>
            </p:extLst>
          </p:nvPr>
        </p:nvGraphicFramePr>
        <p:xfrm>
          <a:off x="518373" y="1184722"/>
          <a:ext cx="11243016" cy="335280"/>
        </p:xfrm>
        <a:graphic>
          <a:graphicData uri="http://schemas.openxmlformats.org/drawingml/2006/table">
            <a:tbl>
              <a:tblPr firstRow="1" bandRow="1">
                <a:tableStyleId>{5C22544A-7EE6-4342-B048-85BDC9FD1C3A}</a:tableStyleId>
              </a:tblPr>
              <a:tblGrid>
                <a:gridCol w="11243016">
                  <a:extLst>
                    <a:ext uri="{9D8B030D-6E8A-4147-A177-3AD203B41FA5}">
                      <a16:colId xmlns:a16="http://schemas.microsoft.com/office/drawing/2014/main" val="1142102005"/>
                    </a:ext>
                  </a:extLst>
                </a:gridCol>
              </a:tblGrid>
              <a:tr h="257776">
                <a:tc>
                  <a:txBody>
                    <a:bodyPr/>
                    <a:lstStyle/>
                    <a:p>
                      <a:pPr marL="91440" algn="l"/>
                      <a:r>
                        <a:rPr lang="en-US" sz="1600" b="1" i="0">
                          <a:solidFill>
                            <a:schemeClr val="bg1"/>
                          </a:solidFill>
                          <a:latin typeface="+mn-lt"/>
                        </a:rPr>
                        <a:t>BUY Journey</a:t>
                      </a: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BD760"/>
                    </a:solidFill>
                  </a:tcPr>
                </a:tc>
                <a:extLst>
                  <a:ext uri="{0D108BD9-81ED-4DB2-BD59-A6C34878D82A}">
                    <a16:rowId xmlns:a16="http://schemas.microsoft.com/office/drawing/2014/main" val="1669449696"/>
                  </a:ext>
                </a:extLst>
              </a:tr>
            </a:tbl>
          </a:graphicData>
        </a:graphic>
      </p:graphicFrame>
      <p:pic>
        <p:nvPicPr>
          <p:cNvPr id="58" name="Picture 57" descr="A green and white star&#10;&#10;AI-generated content may be incorrect.">
            <a:extLst>
              <a:ext uri="{FF2B5EF4-FFF2-40B4-BE49-F238E27FC236}">
                <a16:creationId xmlns:a16="http://schemas.microsoft.com/office/drawing/2014/main" id="{B79200B5-AFA1-93B2-E302-156589A75219}"/>
              </a:ext>
            </a:extLst>
          </p:cNvPr>
          <p:cNvPicPr>
            <a:picLocks noChangeAspect="1"/>
          </p:cNvPicPr>
          <p:nvPr/>
        </p:nvPicPr>
        <p:blipFill>
          <a:blip r:embed="rId8"/>
          <a:stretch>
            <a:fillRect/>
          </a:stretch>
        </p:blipFill>
        <p:spPr>
          <a:xfrm>
            <a:off x="256428" y="94285"/>
            <a:ext cx="546100" cy="736600"/>
          </a:xfrm>
          <a:prstGeom prst="rect">
            <a:avLst/>
          </a:prstGeom>
        </p:spPr>
      </p:pic>
      <p:sp>
        <p:nvSpPr>
          <p:cNvPr id="12" name="Oval 11">
            <a:extLst>
              <a:ext uri="{FF2B5EF4-FFF2-40B4-BE49-F238E27FC236}">
                <a16:creationId xmlns:a16="http://schemas.microsoft.com/office/drawing/2014/main" id="{F6D50D20-65C7-A9EA-3E1C-556F65442D82}"/>
              </a:ext>
            </a:extLst>
          </p:cNvPr>
          <p:cNvSpPr/>
          <p:nvPr/>
        </p:nvSpPr>
        <p:spPr>
          <a:xfrm>
            <a:off x="547533" y="2244956"/>
            <a:ext cx="194346" cy="194346"/>
          </a:xfrm>
          <a:prstGeom prst="ellipse">
            <a:avLst/>
          </a:prstGeom>
          <a:solidFill>
            <a:srgbClr val="1B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C6D8FB32-F185-2419-10B2-626EEA7D633D}"/>
              </a:ext>
            </a:extLst>
          </p:cNvPr>
          <p:cNvSpPr/>
          <p:nvPr/>
        </p:nvSpPr>
        <p:spPr>
          <a:xfrm>
            <a:off x="6440849" y="2250339"/>
            <a:ext cx="194346" cy="194346"/>
          </a:xfrm>
          <a:prstGeom prst="ellipse">
            <a:avLst/>
          </a:prstGeom>
          <a:solidFill>
            <a:srgbClr val="1B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6C5E69C6-2C00-AC85-F7B9-0F6236397083}"/>
              </a:ext>
            </a:extLst>
          </p:cNvPr>
          <p:cNvSpPr/>
          <p:nvPr/>
        </p:nvSpPr>
        <p:spPr>
          <a:xfrm>
            <a:off x="3265587" y="4447486"/>
            <a:ext cx="194346" cy="194346"/>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90FA892-6642-8A77-8D1A-AC91D43053BC}"/>
              </a:ext>
            </a:extLst>
          </p:cNvPr>
          <p:cNvSpPr/>
          <p:nvPr/>
        </p:nvSpPr>
        <p:spPr>
          <a:xfrm>
            <a:off x="529043" y="4448983"/>
            <a:ext cx="194346" cy="19434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7">
            <a:extLst>
              <a:ext uri="{FF2B5EF4-FFF2-40B4-BE49-F238E27FC236}">
                <a16:creationId xmlns:a16="http://schemas.microsoft.com/office/drawing/2014/main" id="{5E163E08-788B-0A51-B8B6-ACED8BE9B00D}"/>
              </a:ext>
            </a:extLst>
          </p:cNvPr>
          <p:cNvSpPr txBox="1">
            <a:spLocks/>
          </p:cNvSpPr>
          <p:nvPr/>
        </p:nvSpPr>
        <p:spPr>
          <a:xfrm>
            <a:off x="9172763" y="1242263"/>
            <a:ext cx="2470046" cy="21342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SG" sz="1100" b="1" i="0" u="none" strike="noStrike" kern="1200" cap="none" spc="0" normalizeH="0" baseline="0" noProof="0">
                <a:ln>
                  <a:noFill/>
                </a:ln>
                <a:solidFill>
                  <a:schemeClr val="bg1"/>
                </a:solidFill>
                <a:effectLst/>
                <a:uLnTx/>
                <a:uFillTx/>
                <a:latin typeface="Aptos" panose="02110004020202020204"/>
                <a:ea typeface="+mn-ea"/>
                <a:cs typeface="+mn-cs"/>
              </a:rPr>
              <a:t>Journey Owner: Wayne Poh</a:t>
            </a:r>
          </a:p>
        </p:txBody>
      </p:sp>
      <p:sp>
        <p:nvSpPr>
          <p:cNvPr id="20" name="Pentagon 19">
            <a:extLst>
              <a:ext uri="{FF2B5EF4-FFF2-40B4-BE49-F238E27FC236}">
                <a16:creationId xmlns:a16="http://schemas.microsoft.com/office/drawing/2014/main" id="{692EA4CD-F60D-5E99-39EA-F3EB3CA7A307}"/>
              </a:ext>
            </a:extLst>
          </p:cNvPr>
          <p:cNvSpPr/>
          <p:nvPr/>
        </p:nvSpPr>
        <p:spPr>
          <a:xfrm>
            <a:off x="10613233" y="1520002"/>
            <a:ext cx="1229517"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err="1">
                <a:solidFill>
                  <a:schemeClr val="tx1"/>
                </a:solidFill>
              </a:rPr>
              <a:t>eSA</a:t>
            </a:r>
            <a:r>
              <a:rPr lang="en-US" sz="1100">
                <a:solidFill>
                  <a:schemeClr val="tx1"/>
                </a:solidFill>
              </a:rPr>
              <a:t> issuance</a:t>
            </a:r>
          </a:p>
        </p:txBody>
      </p:sp>
      <p:sp>
        <p:nvSpPr>
          <p:cNvPr id="22" name="Pentagon 21">
            <a:extLst>
              <a:ext uri="{FF2B5EF4-FFF2-40B4-BE49-F238E27FC236}">
                <a16:creationId xmlns:a16="http://schemas.microsoft.com/office/drawing/2014/main" id="{42A2222A-888D-93CE-D153-F573F0437C75}"/>
              </a:ext>
            </a:extLst>
          </p:cNvPr>
          <p:cNvSpPr/>
          <p:nvPr/>
        </p:nvSpPr>
        <p:spPr>
          <a:xfrm>
            <a:off x="9494059"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Purchase confirmation</a:t>
            </a:r>
          </a:p>
        </p:txBody>
      </p:sp>
      <p:sp>
        <p:nvSpPr>
          <p:cNvPr id="23" name="Pentagon 22">
            <a:extLst>
              <a:ext uri="{FF2B5EF4-FFF2-40B4-BE49-F238E27FC236}">
                <a16:creationId xmlns:a16="http://schemas.microsoft.com/office/drawing/2014/main" id="{0B7BAB51-6AC8-9B33-B209-36E2A8B4668E}"/>
              </a:ext>
            </a:extLst>
          </p:cNvPr>
          <p:cNvSpPr/>
          <p:nvPr/>
        </p:nvSpPr>
        <p:spPr>
          <a:xfrm>
            <a:off x="8373173"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Payment</a:t>
            </a:r>
          </a:p>
        </p:txBody>
      </p:sp>
      <p:sp>
        <p:nvSpPr>
          <p:cNvPr id="24" name="Pentagon 23">
            <a:extLst>
              <a:ext uri="{FF2B5EF4-FFF2-40B4-BE49-F238E27FC236}">
                <a16:creationId xmlns:a16="http://schemas.microsoft.com/office/drawing/2014/main" id="{7F365BD4-9BB1-D853-BA4B-27BD75B8D0F7}"/>
              </a:ext>
            </a:extLst>
          </p:cNvPr>
          <p:cNvSpPr/>
          <p:nvPr/>
        </p:nvSpPr>
        <p:spPr>
          <a:xfrm>
            <a:off x="7253999"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Choose pay method</a:t>
            </a:r>
          </a:p>
        </p:txBody>
      </p:sp>
      <p:sp>
        <p:nvSpPr>
          <p:cNvPr id="25" name="Pentagon 24">
            <a:extLst>
              <a:ext uri="{FF2B5EF4-FFF2-40B4-BE49-F238E27FC236}">
                <a16:creationId xmlns:a16="http://schemas.microsoft.com/office/drawing/2014/main" id="{E4BBDF10-F756-B0FC-3597-0C9796E81DD7}"/>
              </a:ext>
            </a:extLst>
          </p:cNvPr>
          <p:cNvSpPr/>
          <p:nvPr/>
        </p:nvSpPr>
        <p:spPr>
          <a:xfrm>
            <a:off x="6101714"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Review and Confirm order</a:t>
            </a:r>
          </a:p>
        </p:txBody>
      </p:sp>
      <p:sp>
        <p:nvSpPr>
          <p:cNvPr id="26" name="Pentagon 25">
            <a:extLst>
              <a:ext uri="{FF2B5EF4-FFF2-40B4-BE49-F238E27FC236}">
                <a16:creationId xmlns:a16="http://schemas.microsoft.com/office/drawing/2014/main" id="{773BD829-0D5E-5B88-3A54-610303B40A76}"/>
              </a:ext>
            </a:extLst>
          </p:cNvPr>
          <p:cNvSpPr/>
          <p:nvPr/>
        </p:nvSpPr>
        <p:spPr>
          <a:xfrm>
            <a:off x="4982539"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Review &amp; Sign agreement​</a:t>
            </a:r>
          </a:p>
        </p:txBody>
      </p:sp>
      <p:sp>
        <p:nvSpPr>
          <p:cNvPr id="27" name="Pentagon 26">
            <a:extLst>
              <a:ext uri="{FF2B5EF4-FFF2-40B4-BE49-F238E27FC236}">
                <a16:creationId xmlns:a16="http://schemas.microsoft.com/office/drawing/2014/main" id="{573A25C7-1A6C-6B7E-E5E4-82ED560C1D41}"/>
              </a:ext>
            </a:extLst>
          </p:cNvPr>
          <p:cNvSpPr/>
          <p:nvPr/>
        </p:nvSpPr>
        <p:spPr>
          <a:xfrm>
            <a:off x="3861654"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Authorization​</a:t>
            </a:r>
          </a:p>
        </p:txBody>
      </p:sp>
      <p:sp>
        <p:nvSpPr>
          <p:cNvPr id="28" name="Pentagon 27">
            <a:extLst>
              <a:ext uri="{FF2B5EF4-FFF2-40B4-BE49-F238E27FC236}">
                <a16:creationId xmlns:a16="http://schemas.microsoft.com/office/drawing/2014/main" id="{814E3EE0-D9EC-870A-E478-FF3DD381EA55}"/>
              </a:ext>
            </a:extLst>
          </p:cNvPr>
          <p:cNvSpPr/>
          <p:nvPr/>
        </p:nvSpPr>
        <p:spPr>
          <a:xfrm>
            <a:off x="2742479"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Select, customize and add-ons​</a:t>
            </a:r>
          </a:p>
        </p:txBody>
      </p:sp>
      <p:sp>
        <p:nvSpPr>
          <p:cNvPr id="29" name="Pentagon 28">
            <a:extLst>
              <a:ext uri="{FF2B5EF4-FFF2-40B4-BE49-F238E27FC236}">
                <a16:creationId xmlns:a16="http://schemas.microsoft.com/office/drawing/2014/main" id="{69BDAFCC-EB56-9E96-F8A1-B53759E5A7E3}"/>
              </a:ext>
            </a:extLst>
          </p:cNvPr>
          <p:cNvSpPr/>
          <p:nvPr/>
        </p:nvSpPr>
        <p:spPr>
          <a:xfrm>
            <a:off x="1621594"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Browse options​</a:t>
            </a:r>
          </a:p>
        </p:txBody>
      </p:sp>
      <p:sp>
        <p:nvSpPr>
          <p:cNvPr id="30" name="Pentagon 29">
            <a:extLst>
              <a:ext uri="{FF2B5EF4-FFF2-40B4-BE49-F238E27FC236}">
                <a16:creationId xmlns:a16="http://schemas.microsoft.com/office/drawing/2014/main" id="{33D26642-C78B-2923-B408-32D45BBCBE2D}"/>
              </a:ext>
            </a:extLst>
          </p:cNvPr>
          <p:cNvSpPr/>
          <p:nvPr/>
        </p:nvSpPr>
        <p:spPr>
          <a:xfrm>
            <a:off x="518373"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Aware</a:t>
            </a:r>
          </a:p>
        </p:txBody>
      </p:sp>
      <p:sp>
        <p:nvSpPr>
          <p:cNvPr id="2" name="TextBox 1">
            <a:extLst>
              <a:ext uri="{FF2B5EF4-FFF2-40B4-BE49-F238E27FC236}">
                <a16:creationId xmlns:a16="http://schemas.microsoft.com/office/drawing/2014/main" id="{B2FD294C-928C-72A7-11F4-6114AABA5FE1}"/>
              </a:ext>
            </a:extLst>
          </p:cNvPr>
          <p:cNvSpPr txBox="1"/>
          <p:nvPr/>
        </p:nvSpPr>
        <p:spPr>
          <a:xfrm>
            <a:off x="11931992" y="6573149"/>
            <a:ext cx="260008" cy="261610"/>
          </a:xfrm>
          <a:prstGeom prst="rect">
            <a:avLst/>
          </a:prstGeom>
          <a:noFill/>
        </p:spPr>
        <p:txBody>
          <a:bodyPr wrap="none" rtlCol="0">
            <a:spAutoFit/>
          </a:bodyPr>
          <a:lstStyle/>
          <a:p>
            <a:fld id="{946CA25D-DF5D-8344-B9AA-B6983B6411BE}" type="slidenum">
              <a:rPr lang="en-US" sz="1100" smtClean="0">
                <a:solidFill>
                  <a:schemeClr val="bg1">
                    <a:lumMod val="65000"/>
                  </a:schemeClr>
                </a:solidFill>
              </a:rPr>
              <a:t>9</a:t>
            </a:fld>
            <a:endParaRPr lang="en-US" sz="1100">
              <a:solidFill>
                <a:schemeClr val="bg1">
                  <a:lumMod val="65000"/>
                </a:schemeClr>
              </a:solidFill>
            </a:endParaRPr>
          </a:p>
        </p:txBody>
      </p:sp>
    </p:spTree>
    <p:extLst>
      <p:ext uri="{BB962C8B-B14F-4D97-AF65-F5344CB8AC3E}">
        <p14:creationId xmlns:p14="http://schemas.microsoft.com/office/powerpoint/2010/main" val="3670505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CB070-507B-C267-D778-5A740393C975}"/>
            </a:ext>
          </a:extLst>
        </p:cNvPr>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67E4A459-0088-BB32-5ED9-3310E961F505}"/>
              </a:ext>
            </a:extLst>
          </p:cNvPr>
          <p:cNvGraphicFramePr>
            <a:graphicFrameLocks noGrp="1"/>
          </p:cNvGraphicFramePr>
          <p:nvPr>
            <p:extLst>
              <p:ext uri="{D42A27DB-BD31-4B8C-83A1-F6EECF244321}">
                <p14:modId xmlns:p14="http://schemas.microsoft.com/office/powerpoint/2010/main" val="3607916922"/>
              </p:ext>
            </p:extLst>
          </p:nvPr>
        </p:nvGraphicFramePr>
        <p:xfrm>
          <a:off x="6436785" y="4674144"/>
          <a:ext cx="5322909" cy="2144194"/>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4251781972"/>
                    </a:ext>
                  </a:extLst>
                </a:gridCol>
                <a:gridCol w="2542997">
                  <a:extLst>
                    <a:ext uri="{9D8B030D-6E8A-4147-A177-3AD203B41FA5}">
                      <a16:colId xmlns:a16="http://schemas.microsoft.com/office/drawing/2014/main" val="708272898"/>
                    </a:ext>
                  </a:extLst>
                </a:gridCol>
                <a:gridCol w="1034716">
                  <a:extLst>
                    <a:ext uri="{9D8B030D-6E8A-4147-A177-3AD203B41FA5}">
                      <a16:colId xmlns:a16="http://schemas.microsoft.com/office/drawing/2014/main" val="2745892351"/>
                    </a:ext>
                  </a:extLst>
                </a:gridCol>
                <a:gridCol w="603860">
                  <a:extLst>
                    <a:ext uri="{9D8B030D-6E8A-4147-A177-3AD203B41FA5}">
                      <a16:colId xmlns:a16="http://schemas.microsoft.com/office/drawing/2014/main" val="458589996"/>
                    </a:ext>
                  </a:extLst>
                </a:gridCol>
                <a:gridCol w="933056">
                  <a:extLst>
                    <a:ext uri="{9D8B030D-6E8A-4147-A177-3AD203B41FA5}">
                      <a16:colId xmlns:a16="http://schemas.microsoft.com/office/drawing/2014/main" val="3779340425"/>
                    </a:ext>
                  </a:extLst>
                </a:gridCol>
              </a:tblGrid>
              <a:tr h="234053">
                <a:tc gridSpan="2">
                  <a:txBody>
                    <a:bodyPr/>
                    <a:lstStyle/>
                    <a:p>
                      <a:r>
                        <a:rPr lang="en-US" sz="1100" b="1">
                          <a:solidFill>
                            <a:schemeClr val="tx1">
                              <a:lumMod val="75000"/>
                              <a:lumOff val="25000"/>
                            </a:schemeClr>
                          </a:solidFill>
                        </a:rPr>
                        <a:t>Top customer Pain-point</a:t>
                      </a:r>
                      <a:endParaRPr lang="en-US" sz="1100" b="0">
                        <a:solidFill>
                          <a:schemeClr val="bg1">
                            <a:lumMod val="65000"/>
                          </a:schemeClr>
                        </a:solidFill>
                      </a:endParaRPr>
                    </a:p>
                  </a:txBody>
                  <a:tcPr anchor="ctr">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nchor="b">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b="1">
                          <a:solidFill>
                            <a:schemeClr val="tx1">
                              <a:lumMod val="75000"/>
                              <a:lumOff val="25000"/>
                            </a:schemeClr>
                          </a:solidFill>
                        </a:rPr>
                        <a:t>Call vol. p/m</a:t>
                      </a:r>
                    </a:p>
                  </a:txBody>
                  <a:tcPr anchor="b">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b="1">
                          <a:solidFill>
                            <a:schemeClr val="tx1">
                              <a:lumMod val="75000"/>
                              <a:lumOff val="25000"/>
                            </a:schemeClr>
                          </a:solidFill>
                        </a:rPr>
                        <a:t>Churn</a:t>
                      </a:r>
                    </a:p>
                  </a:txBody>
                  <a:tcPr anchor="b">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b="1">
                          <a:solidFill>
                            <a:schemeClr val="tx1">
                              <a:lumMod val="75000"/>
                              <a:lumOff val="25000"/>
                            </a:schemeClr>
                          </a:solidFill>
                        </a:rPr>
                        <a:t>Actions</a:t>
                      </a:r>
                    </a:p>
                  </a:txBody>
                  <a:tcPr anchor="b">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62683023"/>
                  </a:ext>
                </a:extLst>
              </a:tr>
              <a:tr h="6883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b="1">
                          <a:solidFill>
                            <a:schemeClr val="tx1"/>
                          </a:solidFill>
                        </a:rPr>
                        <a:t>1</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b="0">
                          <a:solidFill>
                            <a:schemeClr val="tx1"/>
                          </a:solidFill>
                        </a:rPr>
                        <a:t>Service disruption after installation/recontract | New connection not working</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US" sz="1100" b="0" i="0" u="none" strike="noStrike">
                          <a:solidFill>
                            <a:schemeClr val="tx1"/>
                          </a:solidFill>
                          <a:effectLst/>
                          <a:latin typeface="+mn-lt"/>
                        </a:rPr>
                        <a:t>1,066</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US" sz="1100" b="0" i="0" u="none" strike="noStrike">
                          <a:solidFill>
                            <a:srgbClr val="000000"/>
                          </a:solidFill>
                          <a:effectLst/>
                          <a:latin typeface="+mn-lt"/>
                        </a:rPr>
                        <a:t>1.38%</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100" b="0">
                          <a:solidFill>
                            <a:schemeClr val="tx1"/>
                          </a:solidFill>
                        </a:rPr>
                        <a:t>Network enhancements in progress </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1BD760"/>
                    </a:solidFill>
                  </a:tcPr>
                </a:tc>
                <a:extLst>
                  <a:ext uri="{0D108BD9-81ED-4DB2-BD59-A6C34878D82A}">
                    <a16:rowId xmlns:a16="http://schemas.microsoft.com/office/drawing/2014/main" val="4226392352"/>
                  </a:ext>
                </a:extLst>
              </a:tr>
              <a:tr h="536945">
                <a:tc>
                  <a:txBody>
                    <a:bodyPr/>
                    <a:lstStyle/>
                    <a:p>
                      <a:r>
                        <a:rPr lang="en-US" sz="1200" b="1">
                          <a:solidFill>
                            <a:schemeClr val="tx1"/>
                          </a:solidFill>
                        </a:rPr>
                        <a:t>2</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SG" sz="1200" b="0">
                          <a:solidFill>
                            <a:schemeClr val="tx1"/>
                          </a:solidFill>
                        </a:rPr>
                        <a:t>Unable to activate roaming services | Roaming not working abroad </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100" b="0">
                          <a:solidFill>
                            <a:schemeClr val="tx1"/>
                          </a:solidFill>
                        </a:rPr>
                        <a:t>620</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mn-lt"/>
                        </a:rPr>
                        <a:t>2.23%</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100" b="0">
                          <a:solidFill>
                            <a:schemeClr val="tx1"/>
                          </a:solidFill>
                        </a:rPr>
                        <a:t>Supernova Mobile migration</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1BD760"/>
                    </a:solidFill>
                  </a:tcPr>
                </a:tc>
                <a:extLst>
                  <a:ext uri="{0D108BD9-81ED-4DB2-BD59-A6C34878D82A}">
                    <a16:rowId xmlns:a16="http://schemas.microsoft.com/office/drawing/2014/main" val="702406190"/>
                  </a:ext>
                </a:extLst>
              </a:tr>
              <a:tr h="528754">
                <a:tc>
                  <a:txBody>
                    <a:bodyPr/>
                    <a:lstStyle/>
                    <a:p>
                      <a:r>
                        <a:rPr lang="en-US" sz="1200" b="1">
                          <a:solidFill>
                            <a:schemeClr val="tx1"/>
                          </a:solidFill>
                        </a:rPr>
                        <a:t>3</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b="0">
                          <a:solidFill>
                            <a:schemeClr val="tx1"/>
                          </a:solidFill>
                        </a:rPr>
                        <a:t>Faulty or missing equipment during installation</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Aptos" panose="02110004020202020204"/>
                          <a:ea typeface="+mn-ea"/>
                          <a:cs typeface="+mn-cs"/>
                        </a:rPr>
                        <a:t>573</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mn-lt"/>
                        </a:rPr>
                        <a:t>1.01%</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100" b="0">
                          <a:solidFill>
                            <a:schemeClr val="tx1"/>
                          </a:solidFill>
                        </a:rPr>
                        <a:t>Table in VOC</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769760863"/>
                  </a:ext>
                </a:extLst>
              </a:tr>
            </a:tbl>
          </a:graphicData>
        </a:graphic>
      </p:graphicFrame>
      <p:sp>
        <p:nvSpPr>
          <p:cNvPr id="33" name="Text Placeholder 6">
            <a:extLst>
              <a:ext uri="{FF2B5EF4-FFF2-40B4-BE49-F238E27FC236}">
                <a16:creationId xmlns:a16="http://schemas.microsoft.com/office/drawing/2014/main" id="{CCB3B730-8B41-FF8A-50D5-61FE07E0DDBF}"/>
              </a:ext>
            </a:extLst>
          </p:cNvPr>
          <p:cNvSpPr txBox="1">
            <a:spLocks/>
          </p:cNvSpPr>
          <p:nvPr/>
        </p:nvSpPr>
        <p:spPr>
          <a:xfrm>
            <a:off x="758078" y="134098"/>
            <a:ext cx="10804728" cy="58578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None/>
              <a:defRPr sz="3200" b="1" i="0" kern="1200" baseline="0">
                <a:solidFill>
                  <a:srgbClr val="1ED760"/>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a:latin typeface="Segoe UI"/>
              </a:rPr>
              <a:t>ACTIVATE Journey Performance Report</a:t>
            </a:r>
            <a:endParaRPr kumimoji="0" lang="en-US" sz="3200" b="1" i="0" u="none" strike="noStrike" kern="1200" cap="none" spc="0" normalizeH="0" baseline="0" noProof="0">
              <a:ln>
                <a:noFill/>
              </a:ln>
              <a:solidFill>
                <a:srgbClr val="1ED760"/>
              </a:solidFill>
              <a:effectLst/>
              <a:uLnTx/>
              <a:uFillTx/>
              <a:latin typeface="Segoe UI"/>
              <a:ea typeface="+mn-ea"/>
              <a:cs typeface="+mn-cs"/>
            </a:endParaRPr>
          </a:p>
        </p:txBody>
      </p:sp>
      <p:sp>
        <p:nvSpPr>
          <p:cNvPr id="34" name="Text Placeholder 2">
            <a:extLst>
              <a:ext uri="{FF2B5EF4-FFF2-40B4-BE49-F238E27FC236}">
                <a16:creationId xmlns:a16="http://schemas.microsoft.com/office/drawing/2014/main" id="{96CE2742-91D5-11BA-7644-1DB0FAD50FFE}"/>
              </a:ext>
            </a:extLst>
          </p:cNvPr>
          <p:cNvSpPr txBox="1">
            <a:spLocks/>
          </p:cNvSpPr>
          <p:nvPr/>
        </p:nvSpPr>
        <p:spPr>
          <a:xfrm>
            <a:off x="758077" y="622456"/>
            <a:ext cx="10985219" cy="502188"/>
          </a:xfrm>
          <a:prstGeom prst="rect">
            <a:avLst/>
          </a:prstGeom>
        </p:spPr>
        <p:txBody>
          <a:bodyPr>
            <a:no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en-US" sz="1600">
                <a:solidFill>
                  <a:srgbClr val="1BD760"/>
                </a:solidFill>
                <a:latin typeface="Segoe UI"/>
              </a:rPr>
              <a:t>The activate journey is seeing its best quarter in Q4. CSAT is at an all-time high, Inbound calls is steadily trending down, First Install Success rate is peaking in Q4 as well.</a:t>
            </a:r>
          </a:p>
        </p:txBody>
      </p:sp>
      <p:sp>
        <p:nvSpPr>
          <p:cNvPr id="35" name="Slide Number Placeholder 4">
            <a:extLst>
              <a:ext uri="{FF2B5EF4-FFF2-40B4-BE49-F238E27FC236}">
                <a16:creationId xmlns:a16="http://schemas.microsoft.com/office/drawing/2014/main" id="{5FC79616-186C-2A47-87C9-A7F1A1EBC2FC}"/>
              </a:ext>
            </a:extLst>
          </p:cNvPr>
          <p:cNvSpPr txBox="1">
            <a:spLocks/>
          </p:cNvSpPr>
          <p:nvPr/>
        </p:nvSpPr>
        <p:spPr>
          <a:xfrm>
            <a:off x="9448800" y="6541339"/>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D8FB45C0-4B32-43DE-93B9-6E575D49CD52}" type="slidenum">
              <a:rPr lang="en-IN" sz="1000" smtClean="0">
                <a:solidFill>
                  <a:prstClr val="black">
                    <a:tint val="75000"/>
                  </a:prstClr>
                </a:solidFill>
                <a:latin typeface="Segoe UI"/>
              </a:rPr>
              <a:pPr algn="r">
                <a:defRPr/>
              </a:pPr>
              <a:t>10</a:t>
            </a:fld>
            <a:endParaRPr lang="en-IN" sz="1000">
              <a:solidFill>
                <a:prstClr val="black">
                  <a:tint val="75000"/>
                </a:prstClr>
              </a:solidFill>
              <a:latin typeface="Segoe UI"/>
            </a:endParaRPr>
          </a:p>
        </p:txBody>
      </p:sp>
      <p:graphicFrame>
        <p:nvGraphicFramePr>
          <p:cNvPr id="38" name="Chart 37">
            <a:extLst>
              <a:ext uri="{FF2B5EF4-FFF2-40B4-BE49-F238E27FC236}">
                <a16:creationId xmlns:a16="http://schemas.microsoft.com/office/drawing/2014/main" id="{97E66052-9BD3-3664-A573-1A45B299F51D}"/>
              </a:ext>
            </a:extLst>
          </p:cNvPr>
          <p:cNvGraphicFramePr/>
          <p:nvPr>
            <p:extLst>
              <p:ext uri="{D42A27DB-BD31-4B8C-83A1-F6EECF244321}">
                <p14:modId xmlns:p14="http://schemas.microsoft.com/office/powerpoint/2010/main" val="1018636073"/>
              </p:ext>
            </p:extLst>
          </p:nvPr>
        </p:nvGraphicFramePr>
        <p:xfrm>
          <a:off x="529479" y="2541012"/>
          <a:ext cx="2588626" cy="1828800"/>
        </p:xfrm>
        <a:graphic>
          <a:graphicData uri="http://schemas.openxmlformats.org/drawingml/2006/chart">
            <c:chart xmlns:c="http://schemas.openxmlformats.org/drawingml/2006/chart" xmlns:r="http://schemas.openxmlformats.org/officeDocument/2006/relationships" r:id="rId2"/>
          </a:graphicData>
        </a:graphic>
      </p:graphicFrame>
      <p:cxnSp>
        <p:nvCxnSpPr>
          <p:cNvPr id="40" name="Straight Connector 39">
            <a:extLst>
              <a:ext uri="{FF2B5EF4-FFF2-40B4-BE49-F238E27FC236}">
                <a16:creationId xmlns:a16="http://schemas.microsoft.com/office/drawing/2014/main" id="{45A921FF-9340-1511-BC93-0802D07A49A2}"/>
              </a:ext>
            </a:extLst>
          </p:cNvPr>
          <p:cNvCxnSpPr>
            <a:cxnSpLocks/>
          </p:cNvCxnSpPr>
          <p:nvPr/>
        </p:nvCxnSpPr>
        <p:spPr>
          <a:xfrm>
            <a:off x="6441288" y="2480933"/>
            <a:ext cx="5320101"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3935FCAD-45F2-DF53-393E-27D20760E037}"/>
              </a:ext>
            </a:extLst>
          </p:cNvPr>
          <p:cNvCxnSpPr>
            <a:cxnSpLocks/>
          </p:cNvCxnSpPr>
          <p:nvPr/>
        </p:nvCxnSpPr>
        <p:spPr>
          <a:xfrm>
            <a:off x="529481" y="2480933"/>
            <a:ext cx="5320101"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3CD85190-D6E4-F651-3031-2C45E05026E9}"/>
              </a:ext>
            </a:extLst>
          </p:cNvPr>
          <p:cNvCxnSpPr>
            <a:cxnSpLocks/>
          </p:cNvCxnSpPr>
          <p:nvPr/>
        </p:nvCxnSpPr>
        <p:spPr>
          <a:xfrm>
            <a:off x="529045" y="4683481"/>
            <a:ext cx="2506328"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8F4FE67B-9F59-C0C6-B703-F95A3DC47169}"/>
              </a:ext>
            </a:extLst>
          </p:cNvPr>
          <p:cNvCxnSpPr>
            <a:cxnSpLocks/>
          </p:cNvCxnSpPr>
          <p:nvPr/>
        </p:nvCxnSpPr>
        <p:spPr>
          <a:xfrm>
            <a:off x="6423196" y="4683481"/>
            <a:ext cx="5320101"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8E09D548-9476-ABAA-10AF-ACF7A8B0E108}"/>
              </a:ext>
            </a:extLst>
          </p:cNvPr>
          <p:cNvCxnSpPr>
            <a:cxnSpLocks/>
          </p:cNvCxnSpPr>
          <p:nvPr/>
        </p:nvCxnSpPr>
        <p:spPr>
          <a:xfrm>
            <a:off x="3278341" y="4674144"/>
            <a:ext cx="2506328"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graphicFrame>
        <p:nvGraphicFramePr>
          <p:cNvPr id="48" name="Chart 47">
            <a:extLst>
              <a:ext uri="{FF2B5EF4-FFF2-40B4-BE49-F238E27FC236}">
                <a16:creationId xmlns:a16="http://schemas.microsoft.com/office/drawing/2014/main" id="{2645B65D-CA24-42ED-B9D3-3BA532EB682C}"/>
              </a:ext>
            </a:extLst>
          </p:cNvPr>
          <p:cNvGraphicFramePr/>
          <p:nvPr>
            <p:extLst>
              <p:ext uri="{D42A27DB-BD31-4B8C-83A1-F6EECF244321}">
                <p14:modId xmlns:p14="http://schemas.microsoft.com/office/powerpoint/2010/main" val="1445821484"/>
              </p:ext>
            </p:extLst>
          </p:nvPr>
        </p:nvGraphicFramePr>
        <p:xfrm>
          <a:off x="3278775" y="2541012"/>
          <a:ext cx="2588626" cy="18288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0" name="Chart 49">
            <a:extLst>
              <a:ext uri="{FF2B5EF4-FFF2-40B4-BE49-F238E27FC236}">
                <a16:creationId xmlns:a16="http://schemas.microsoft.com/office/drawing/2014/main" id="{DEE6F943-98AF-0703-EDBA-F3D2D81EEC60}"/>
              </a:ext>
            </a:extLst>
          </p:cNvPr>
          <p:cNvGraphicFramePr/>
          <p:nvPr>
            <p:extLst>
              <p:ext uri="{D42A27DB-BD31-4B8C-83A1-F6EECF244321}">
                <p14:modId xmlns:p14="http://schemas.microsoft.com/office/powerpoint/2010/main" val="335085484"/>
              </p:ext>
            </p:extLst>
          </p:nvPr>
        </p:nvGraphicFramePr>
        <p:xfrm>
          <a:off x="9172763" y="2541012"/>
          <a:ext cx="2588626" cy="18288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1" name="Chart 50">
            <a:extLst>
              <a:ext uri="{FF2B5EF4-FFF2-40B4-BE49-F238E27FC236}">
                <a16:creationId xmlns:a16="http://schemas.microsoft.com/office/drawing/2014/main" id="{D1751527-CFFF-EE49-58D6-485934969BDC}"/>
              </a:ext>
            </a:extLst>
          </p:cNvPr>
          <p:cNvGraphicFramePr/>
          <p:nvPr>
            <p:extLst>
              <p:ext uri="{D42A27DB-BD31-4B8C-83A1-F6EECF244321}">
                <p14:modId xmlns:p14="http://schemas.microsoft.com/office/powerpoint/2010/main" val="3563519135"/>
              </p:ext>
            </p:extLst>
          </p:nvPr>
        </p:nvGraphicFramePr>
        <p:xfrm>
          <a:off x="529043" y="4785192"/>
          <a:ext cx="2588626" cy="18288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2" name="Chart 51">
            <a:extLst>
              <a:ext uri="{FF2B5EF4-FFF2-40B4-BE49-F238E27FC236}">
                <a16:creationId xmlns:a16="http://schemas.microsoft.com/office/drawing/2014/main" id="{04C02DB7-A373-6489-0EA5-0575A0A71330}"/>
              </a:ext>
            </a:extLst>
          </p:cNvPr>
          <p:cNvGraphicFramePr/>
          <p:nvPr>
            <p:extLst>
              <p:ext uri="{D42A27DB-BD31-4B8C-83A1-F6EECF244321}">
                <p14:modId xmlns:p14="http://schemas.microsoft.com/office/powerpoint/2010/main" val="3892080288"/>
              </p:ext>
            </p:extLst>
          </p:nvPr>
        </p:nvGraphicFramePr>
        <p:xfrm>
          <a:off x="3278339" y="4785192"/>
          <a:ext cx="2588626" cy="1828800"/>
        </p:xfrm>
        <a:graphic>
          <a:graphicData uri="http://schemas.openxmlformats.org/drawingml/2006/chart">
            <c:chart xmlns:c="http://schemas.openxmlformats.org/drawingml/2006/chart" xmlns:r="http://schemas.openxmlformats.org/officeDocument/2006/relationships" r:id="rId6"/>
          </a:graphicData>
        </a:graphic>
      </p:graphicFrame>
      <p:sp>
        <p:nvSpPr>
          <p:cNvPr id="54" name="Rectangle 53">
            <a:extLst>
              <a:ext uri="{FF2B5EF4-FFF2-40B4-BE49-F238E27FC236}">
                <a16:creationId xmlns:a16="http://schemas.microsoft.com/office/drawing/2014/main" id="{884B5348-AFC7-7CB2-1B34-7EB241522872}"/>
              </a:ext>
            </a:extLst>
          </p:cNvPr>
          <p:cNvSpPr/>
          <p:nvPr/>
        </p:nvSpPr>
        <p:spPr>
          <a:xfrm>
            <a:off x="3983301" y="5255409"/>
            <a:ext cx="1801368" cy="650524"/>
          </a:xfrm>
          <a:prstGeom prst="rect">
            <a:avLst/>
          </a:prstGeom>
          <a:solidFill>
            <a:schemeClr val="tx1">
              <a:lumMod val="50000"/>
              <a:lumOff val="5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Pending calculation</a:t>
            </a:r>
          </a:p>
        </p:txBody>
      </p:sp>
      <p:graphicFrame>
        <p:nvGraphicFramePr>
          <p:cNvPr id="56" name="Table 55">
            <a:extLst>
              <a:ext uri="{FF2B5EF4-FFF2-40B4-BE49-F238E27FC236}">
                <a16:creationId xmlns:a16="http://schemas.microsoft.com/office/drawing/2014/main" id="{7E644064-7125-B513-124F-0FB55A640D8B}"/>
              </a:ext>
            </a:extLst>
          </p:cNvPr>
          <p:cNvGraphicFramePr>
            <a:graphicFrameLocks noGrp="1"/>
          </p:cNvGraphicFramePr>
          <p:nvPr>
            <p:extLst>
              <p:ext uri="{D42A27DB-BD31-4B8C-83A1-F6EECF244321}">
                <p14:modId xmlns:p14="http://schemas.microsoft.com/office/powerpoint/2010/main" val="2212871362"/>
              </p:ext>
            </p:extLst>
          </p:nvPr>
        </p:nvGraphicFramePr>
        <p:xfrm>
          <a:off x="518372" y="1184722"/>
          <a:ext cx="11286277" cy="335280"/>
        </p:xfrm>
        <a:graphic>
          <a:graphicData uri="http://schemas.openxmlformats.org/drawingml/2006/table">
            <a:tbl>
              <a:tblPr firstRow="1" bandRow="1">
                <a:tableStyleId>{5C22544A-7EE6-4342-B048-85BDC9FD1C3A}</a:tableStyleId>
              </a:tblPr>
              <a:tblGrid>
                <a:gridCol w="11286277">
                  <a:extLst>
                    <a:ext uri="{9D8B030D-6E8A-4147-A177-3AD203B41FA5}">
                      <a16:colId xmlns:a16="http://schemas.microsoft.com/office/drawing/2014/main" val="1142102005"/>
                    </a:ext>
                  </a:extLst>
                </a:gridCol>
              </a:tblGrid>
              <a:tr h="257776">
                <a:tc>
                  <a:txBody>
                    <a:bodyPr/>
                    <a:lstStyle/>
                    <a:p>
                      <a:pPr marL="91440" algn="l"/>
                      <a:r>
                        <a:rPr lang="en-US" sz="1600" b="1" i="0">
                          <a:solidFill>
                            <a:schemeClr val="bg1"/>
                          </a:solidFill>
                          <a:latin typeface="+mj-lt"/>
                        </a:rPr>
                        <a:t>ACTIVATE Journey</a:t>
                      </a: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BD760"/>
                    </a:solidFill>
                  </a:tcPr>
                </a:tc>
                <a:extLst>
                  <a:ext uri="{0D108BD9-81ED-4DB2-BD59-A6C34878D82A}">
                    <a16:rowId xmlns:a16="http://schemas.microsoft.com/office/drawing/2014/main" val="1669449696"/>
                  </a:ext>
                </a:extLst>
              </a:tr>
            </a:tbl>
          </a:graphicData>
        </a:graphic>
      </p:graphicFrame>
      <p:pic>
        <p:nvPicPr>
          <p:cNvPr id="58" name="Picture 57" descr="A green and white star&#10;&#10;AI-generated content may be incorrect.">
            <a:extLst>
              <a:ext uri="{FF2B5EF4-FFF2-40B4-BE49-F238E27FC236}">
                <a16:creationId xmlns:a16="http://schemas.microsoft.com/office/drawing/2014/main" id="{76719EF9-0756-EF1F-8CAB-0116C0D98073}"/>
              </a:ext>
            </a:extLst>
          </p:cNvPr>
          <p:cNvPicPr>
            <a:picLocks noChangeAspect="1"/>
          </p:cNvPicPr>
          <p:nvPr/>
        </p:nvPicPr>
        <p:blipFill>
          <a:blip r:embed="rId7"/>
          <a:stretch>
            <a:fillRect/>
          </a:stretch>
        </p:blipFill>
        <p:spPr>
          <a:xfrm>
            <a:off x="256428" y="94285"/>
            <a:ext cx="546100" cy="736600"/>
          </a:xfrm>
          <a:prstGeom prst="rect">
            <a:avLst/>
          </a:prstGeom>
        </p:spPr>
      </p:pic>
      <p:graphicFrame>
        <p:nvGraphicFramePr>
          <p:cNvPr id="9" name="Chart 8">
            <a:extLst>
              <a:ext uri="{FF2B5EF4-FFF2-40B4-BE49-F238E27FC236}">
                <a16:creationId xmlns:a16="http://schemas.microsoft.com/office/drawing/2014/main" id="{73486F91-757C-CBC7-6943-F86442165FC3}"/>
              </a:ext>
            </a:extLst>
          </p:cNvPr>
          <p:cNvGraphicFramePr/>
          <p:nvPr>
            <p:extLst>
              <p:ext uri="{D42A27DB-BD31-4B8C-83A1-F6EECF244321}">
                <p14:modId xmlns:p14="http://schemas.microsoft.com/office/powerpoint/2010/main" val="1554925382"/>
              </p:ext>
            </p:extLst>
          </p:nvPr>
        </p:nvGraphicFramePr>
        <p:xfrm>
          <a:off x="6423467" y="2541012"/>
          <a:ext cx="2588626" cy="1828800"/>
        </p:xfrm>
        <a:graphic>
          <a:graphicData uri="http://schemas.openxmlformats.org/drawingml/2006/chart">
            <c:chart xmlns:c="http://schemas.openxmlformats.org/drawingml/2006/chart" xmlns:r="http://schemas.openxmlformats.org/officeDocument/2006/relationships" r:id="rId8"/>
          </a:graphicData>
        </a:graphic>
      </p:graphicFrame>
      <p:sp>
        <p:nvSpPr>
          <p:cNvPr id="14" name="Text Placeholder 7">
            <a:extLst>
              <a:ext uri="{FF2B5EF4-FFF2-40B4-BE49-F238E27FC236}">
                <a16:creationId xmlns:a16="http://schemas.microsoft.com/office/drawing/2014/main" id="{3CFF64F8-188D-CBEB-34CE-1A4D75308150}"/>
              </a:ext>
            </a:extLst>
          </p:cNvPr>
          <p:cNvSpPr txBox="1">
            <a:spLocks/>
          </p:cNvSpPr>
          <p:nvPr/>
        </p:nvSpPr>
        <p:spPr>
          <a:xfrm>
            <a:off x="8893218" y="1237074"/>
            <a:ext cx="2750664" cy="21342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SG" sz="1100" b="1" i="0" u="none" strike="noStrike" kern="1200" cap="none" spc="0" normalizeH="0" baseline="0" noProof="0">
                <a:ln>
                  <a:noFill/>
                </a:ln>
                <a:solidFill>
                  <a:schemeClr val="bg1"/>
                </a:solidFill>
                <a:effectLst/>
                <a:uLnTx/>
                <a:uFillTx/>
                <a:latin typeface="Aptos" panose="02110004020202020204"/>
                <a:ea typeface="+mn-ea"/>
                <a:cs typeface="+mn-cs"/>
              </a:rPr>
              <a:t>Journey Owner: NAGALINGAM </a:t>
            </a:r>
            <a:r>
              <a:rPr kumimoji="0" lang="en-SG" sz="1100" b="1" i="0" u="none" strike="noStrike" kern="1200" cap="none" spc="0" normalizeH="0" baseline="0" noProof="0" err="1">
                <a:ln>
                  <a:noFill/>
                </a:ln>
                <a:solidFill>
                  <a:schemeClr val="bg1"/>
                </a:solidFill>
                <a:effectLst/>
                <a:uLnTx/>
                <a:uFillTx/>
                <a:latin typeface="Aptos" panose="02110004020202020204"/>
                <a:ea typeface="+mn-ea"/>
                <a:cs typeface="+mn-cs"/>
              </a:rPr>
              <a:t>Yogamala</a:t>
            </a:r>
            <a:endParaRPr kumimoji="0" lang="en-SG" sz="1100" b="1" i="0" u="none" strike="noStrike" kern="1200" cap="none" spc="0" normalizeH="0" baseline="0" noProof="0">
              <a:ln>
                <a:noFill/>
              </a:ln>
              <a:solidFill>
                <a:schemeClr val="bg1"/>
              </a:solidFill>
              <a:effectLst/>
              <a:uLnTx/>
              <a:uFillTx/>
              <a:latin typeface="Aptos" panose="02110004020202020204"/>
              <a:ea typeface="+mn-ea"/>
              <a:cs typeface="+mn-cs"/>
            </a:endParaRPr>
          </a:p>
        </p:txBody>
      </p:sp>
      <p:sp>
        <p:nvSpPr>
          <p:cNvPr id="16" name="Pentagon 15">
            <a:extLst>
              <a:ext uri="{FF2B5EF4-FFF2-40B4-BE49-F238E27FC236}">
                <a16:creationId xmlns:a16="http://schemas.microsoft.com/office/drawing/2014/main" id="{D26CD98A-6439-A17F-D201-F27CFAE20E32}"/>
              </a:ext>
            </a:extLst>
          </p:cNvPr>
          <p:cNvSpPr/>
          <p:nvPr/>
        </p:nvSpPr>
        <p:spPr>
          <a:xfrm>
            <a:off x="10613233"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Follow-up</a:t>
            </a:r>
          </a:p>
        </p:txBody>
      </p:sp>
      <p:sp>
        <p:nvSpPr>
          <p:cNvPr id="17" name="Pentagon 16">
            <a:extLst>
              <a:ext uri="{FF2B5EF4-FFF2-40B4-BE49-F238E27FC236}">
                <a16:creationId xmlns:a16="http://schemas.microsoft.com/office/drawing/2014/main" id="{484926C2-E449-F1C1-BD38-C0755C681FCF}"/>
              </a:ext>
            </a:extLst>
          </p:cNvPr>
          <p:cNvSpPr/>
          <p:nvPr/>
        </p:nvSpPr>
        <p:spPr>
          <a:xfrm>
            <a:off x="9494059"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Service Overview</a:t>
            </a:r>
          </a:p>
        </p:txBody>
      </p:sp>
      <p:sp>
        <p:nvSpPr>
          <p:cNvPr id="18" name="Pentagon 17">
            <a:extLst>
              <a:ext uri="{FF2B5EF4-FFF2-40B4-BE49-F238E27FC236}">
                <a16:creationId xmlns:a16="http://schemas.microsoft.com/office/drawing/2014/main" id="{87F8D3D3-6597-7B1E-5A0C-1AE196442199}"/>
              </a:ext>
            </a:extLst>
          </p:cNvPr>
          <p:cNvSpPr/>
          <p:nvPr/>
        </p:nvSpPr>
        <p:spPr>
          <a:xfrm>
            <a:off x="8373173"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Download app and create account​</a:t>
            </a:r>
          </a:p>
        </p:txBody>
      </p:sp>
      <p:sp>
        <p:nvSpPr>
          <p:cNvPr id="19" name="Pentagon 18">
            <a:extLst>
              <a:ext uri="{FF2B5EF4-FFF2-40B4-BE49-F238E27FC236}">
                <a16:creationId xmlns:a16="http://schemas.microsoft.com/office/drawing/2014/main" id="{02ECCAB6-847D-35B3-B443-EA6C6B6A6CDB}"/>
              </a:ext>
            </a:extLst>
          </p:cNvPr>
          <p:cNvSpPr/>
          <p:nvPr/>
        </p:nvSpPr>
        <p:spPr>
          <a:xfrm>
            <a:off x="7253999"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Activate &amp; Get connected​</a:t>
            </a:r>
          </a:p>
        </p:txBody>
      </p:sp>
      <p:sp>
        <p:nvSpPr>
          <p:cNvPr id="20" name="Pentagon 19">
            <a:extLst>
              <a:ext uri="{FF2B5EF4-FFF2-40B4-BE49-F238E27FC236}">
                <a16:creationId xmlns:a16="http://schemas.microsoft.com/office/drawing/2014/main" id="{AE940056-1F16-0367-3470-EA0DDC5E4810}"/>
              </a:ext>
            </a:extLst>
          </p:cNvPr>
          <p:cNvSpPr/>
          <p:nvPr/>
        </p:nvSpPr>
        <p:spPr>
          <a:xfrm>
            <a:off x="6101714"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Test &amp; Complete</a:t>
            </a:r>
          </a:p>
        </p:txBody>
      </p:sp>
      <p:sp>
        <p:nvSpPr>
          <p:cNvPr id="21" name="Pentagon 20">
            <a:extLst>
              <a:ext uri="{FF2B5EF4-FFF2-40B4-BE49-F238E27FC236}">
                <a16:creationId xmlns:a16="http://schemas.microsoft.com/office/drawing/2014/main" id="{9C7768F5-6567-B713-5E80-6DD1CC60CD2C}"/>
              </a:ext>
            </a:extLst>
          </p:cNvPr>
          <p:cNvSpPr/>
          <p:nvPr/>
        </p:nvSpPr>
        <p:spPr>
          <a:xfrm>
            <a:off x="4982539"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Get advice</a:t>
            </a:r>
          </a:p>
        </p:txBody>
      </p:sp>
      <p:sp>
        <p:nvSpPr>
          <p:cNvPr id="22" name="Pentagon 21">
            <a:extLst>
              <a:ext uri="{FF2B5EF4-FFF2-40B4-BE49-F238E27FC236}">
                <a16:creationId xmlns:a16="http://schemas.microsoft.com/office/drawing/2014/main" id="{50976AFE-40AE-F4AF-4D39-E54E788AF4D8}"/>
              </a:ext>
            </a:extLst>
          </p:cNvPr>
          <p:cNvSpPr/>
          <p:nvPr/>
        </p:nvSpPr>
        <p:spPr>
          <a:xfrm>
            <a:off x="3861654"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Device delivery​</a:t>
            </a:r>
          </a:p>
        </p:txBody>
      </p:sp>
      <p:sp>
        <p:nvSpPr>
          <p:cNvPr id="23" name="Pentagon 22">
            <a:extLst>
              <a:ext uri="{FF2B5EF4-FFF2-40B4-BE49-F238E27FC236}">
                <a16:creationId xmlns:a16="http://schemas.microsoft.com/office/drawing/2014/main" id="{368DCD16-FD45-38A0-FBAC-0382A8D1D155}"/>
              </a:ext>
            </a:extLst>
          </p:cNvPr>
          <p:cNvSpPr/>
          <p:nvPr/>
        </p:nvSpPr>
        <p:spPr>
          <a:xfrm>
            <a:off x="2742479"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Reschedule</a:t>
            </a:r>
          </a:p>
        </p:txBody>
      </p:sp>
      <p:sp>
        <p:nvSpPr>
          <p:cNvPr id="24" name="Pentagon 23">
            <a:extLst>
              <a:ext uri="{FF2B5EF4-FFF2-40B4-BE49-F238E27FC236}">
                <a16:creationId xmlns:a16="http://schemas.microsoft.com/office/drawing/2014/main" id="{92109BA3-F87C-8A6F-230D-E3BF741FC70A}"/>
              </a:ext>
            </a:extLst>
          </p:cNvPr>
          <p:cNvSpPr/>
          <p:nvPr/>
        </p:nvSpPr>
        <p:spPr>
          <a:xfrm>
            <a:off x="1621594"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Reminder NLT &amp; SH installation​</a:t>
            </a:r>
          </a:p>
        </p:txBody>
      </p:sp>
      <p:sp>
        <p:nvSpPr>
          <p:cNvPr id="25" name="Pentagon 24">
            <a:extLst>
              <a:ext uri="{FF2B5EF4-FFF2-40B4-BE49-F238E27FC236}">
                <a16:creationId xmlns:a16="http://schemas.microsoft.com/office/drawing/2014/main" id="{069A4473-557B-FEB7-4F55-4959C74DB003}"/>
              </a:ext>
            </a:extLst>
          </p:cNvPr>
          <p:cNvSpPr/>
          <p:nvPr/>
        </p:nvSpPr>
        <p:spPr>
          <a:xfrm>
            <a:off x="518373"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Confirmation</a:t>
            </a:r>
          </a:p>
        </p:txBody>
      </p:sp>
      <p:sp>
        <p:nvSpPr>
          <p:cNvPr id="2" name="Text Placeholder 7">
            <a:extLst>
              <a:ext uri="{FF2B5EF4-FFF2-40B4-BE49-F238E27FC236}">
                <a16:creationId xmlns:a16="http://schemas.microsoft.com/office/drawing/2014/main" id="{BE6F14F3-606D-0E8B-116B-6336C4B43C89}"/>
              </a:ext>
            </a:extLst>
          </p:cNvPr>
          <p:cNvSpPr txBox="1">
            <a:spLocks/>
          </p:cNvSpPr>
          <p:nvPr/>
        </p:nvSpPr>
        <p:spPr>
          <a:xfrm>
            <a:off x="6423196" y="4421872"/>
            <a:ext cx="4960602" cy="261609"/>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TOP 3 PAIN-POINTS  FROM VOICE OF CUSTOMER</a:t>
            </a:r>
          </a:p>
        </p:txBody>
      </p:sp>
      <p:sp>
        <p:nvSpPr>
          <p:cNvPr id="3" name="Text Placeholder 7">
            <a:extLst>
              <a:ext uri="{FF2B5EF4-FFF2-40B4-BE49-F238E27FC236}">
                <a16:creationId xmlns:a16="http://schemas.microsoft.com/office/drawing/2014/main" id="{3C80C2BF-E0D8-DA11-A065-101174BD0DC6}"/>
              </a:ext>
            </a:extLst>
          </p:cNvPr>
          <p:cNvSpPr txBox="1">
            <a:spLocks/>
          </p:cNvSpPr>
          <p:nvPr/>
        </p:nvSpPr>
        <p:spPr>
          <a:xfrm>
            <a:off x="6645720" y="2216570"/>
            <a:ext cx="4960602" cy="26161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USER CENTRICITY</a:t>
            </a:r>
          </a:p>
        </p:txBody>
      </p:sp>
      <p:sp>
        <p:nvSpPr>
          <p:cNvPr id="4" name="Text Placeholder 7">
            <a:extLst>
              <a:ext uri="{FF2B5EF4-FFF2-40B4-BE49-F238E27FC236}">
                <a16:creationId xmlns:a16="http://schemas.microsoft.com/office/drawing/2014/main" id="{FD5EBCF1-F548-8F68-2D3D-3D095AF93257}"/>
              </a:ext>
            </a:extLst>
          </p:cNvPr>
          <p:cNvSpPr txBox="1">
            <a:spLocks/>
          </p:cNvSpPr>
          <p:nvPr/>
        </p:nvSpPr>
        <p:spPr>
          <a:xfrm>
            <a:off x="752529" y="2239631"/>
            <a:ext cx="4960602" cy="26161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DELIGHT</a:t>
            </a:r>
          </a:p>
        </p:txBody>
      </p:sp>
      <p:sp>
        <p:nvSpPr>
          <p:cNvPr id="5" name="Text Placeholder 7">
            <a:extLst>
              <a:ext uri="{FF2B5EF4-FFF2-40B4-BE49-F238E27FC236}">
                <a16:creationId xmlns:a16="http://schemas.microsoft.com/office/drawing/2014/main" id="{CF3B2054-6A36-B2B1-3AB2-97CCFF6F05F3}"/>
              </a:ext>
            </a:extLst>
          </p:cNvPr>
          <p:cNvSpPr txBox="1">
            <a:spLocks/>
          </p:cNvSpPr>
          <p:nvPr/>
        </p:nvSpPr>
        <p:spPr>
          <a:xfrm>
            <a:off x="707848" y="4445062"/>
            <a:ext cx="2286874" cy="26161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CONSISTENCY</a:t>
            </a:r>
          </a:p>
        </p:txBody>
      </p:sp>
      <p:sp>
        <p:nvSpPr>
          <p:cNvPr id="6" name="Text Placeholder 7">
            <a:extLst>
              <a:ext uri="{FF2B5EF4-FFF2-40B4-BE49-F238E27FC236}">
                <a16:creationId xmlns:a16="http://schemas.microsoft.com/office/drawing/2014/main" id="{6B34433E-6B6E-59F4-0ACE-118C2EF20028}"/>
              </a:ext>
            </a:extLst>
          </p:cNvPr>
          <p:cNvSpPr txBox="1">
            <a:spLocks/>
          </p:cNvSpPr>
          <p:nvPr/>
        </p:nvSpPr>
        <p:spPr>
          <a:xfrm>
            <a:off x="3426257" y="4421871"/>
            <a:ext cx="2286874" cy="26161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EFFICIENCY</a:t>
            </a:r>
          </a:p>
        </p:txBody>
      </p:sp>
      <p:sp>
        <p:nvSpPr>
          <p:cNvPr id="7" name="Oval 6">
            <a:extLst>
              <a:ext uri="{FF2B5EF4-FFF2-40B4-BE49-F238E27FC236}">
                <a16:creationId xmlns:a16="http://schemas.microsoft.com/office/drawing/2014/main" id="{64B90AF1-9485-5B3E-9D32-6FCACF240670}"/>
              </a:ext>
            </a:extLst>
          </p:cNvPr>
          <p:cNvSpPr/>
          <p:nvPr/>
        </p:nvSpPr>
        <p:spPr>
          <a:xfrm>
            <a:off x="547533" y="2244956"/>
            <a:ext cx="194346" cy="194346"/>
          </a:xfrm>
          <a:prstGeom prst="ellipse">
            <a:avLst/>
          </a:prstGeom>
          <a:solidFill>
            <a:srgbClr val="1B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1E23739B-1098-A108-4B71-AF5C6E56E153}"/>
              </a:ext>
            </a:extLst>
          </p:cNvPr>
          <p:cNvSpPr/>
          <p:nvPr/>
        </p:nvSpPr>
        <p:spPr>
          <a:xfrm>
            <a:off x="6440849" y="2250339"/>
            <a:ext cx="194346" cy="194346"/>
          </a:xfrm>
          <a:prstGeom prst="ellipse">
            <a:avLst/>
          </a:prstGeom>
          <a:solidFill>
            <a:srgbClr val="1B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97C6F26B-74E8-AD10-81F3-381CB2A36F74}"/>
              </a:ext>
            </a:extLst>
          </p:cNvPr>
          <p:cNvSpPr/>
          <p:nvPr/>
        </p:nvSpPr>
        <p:spPr>
          <a:xfrm>
            <a:off x="3265587" y="4447486"/>
            <a:ext cx="194346" cy="194346"/>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7FC91D0D-8B48-1643-202D-11BE2973407A}"/>
              </a:ext>
            </a:extLst>
          </p:cNvPr>
          <p:cNvSpPr/>
          <p:nvPr/>
        </p:nvSpPr>
        <p:spPr>
          <a:xfrm>
            <a:off x="529043" y="4448983"/>
            <a:ext cx="194346" cy="194346"/>
          </a:xfrm>
          <a:prstGeom prst="ellipse">
            <a:avLst/>
          </a:prstGeom>
          <a:solidFill>
            <a:srgbClr val="1B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4723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91C6B-6BCD-F9A5-11E4-AB50263DF415}"/>
            </a:ext>
          </a:extLst>
        </p:cNvPr>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612C2FE1-6EAD-67C2-7748-AA81A34B1EA0}"/>
              </a:ext>
            </a:extLst>
          </p:cNvPr>
          <p:cNvGraphicFramePr>
            <a:graphicFrameLocks noGrp="1"/>
          </p:cNvGraphicFramePr>
          <p:nvPr>
            <p:extLst>
              <p:ext uri="{D42A27DB-BD31-4B8C-83A1-F6EECF244321}">
                <p14:modId xmlns:p14="http://schemas.microsoft.com/office/powerpoint/2010/main" val="1041116336"/>
              </p:ext>
            </p:extLst>
          </p:nvPr>
        </p:nvGraphicFramePr>
        <p:xfrm>
          <a:off x="6441286" y="4735162"/>
          <a:ext cx="5322909" cy="213360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4251781972"/>
                    </a:ext>
                  </a:extLst>
                </a:gridCol>
                <a:gridCol w="2542997">
                  <a:extLst>
                    <a:ext uri="{9D8B030D-6E8A-4147-A177-3AD203B41FA5}">
                      <a16:colId xmlns:a16="http://schemas.microsoft.com/office/drawing/2014/main" val="708272898"/>
                    </a:ext>
                  </a:extLst>
                </a:gridCol>
                <a:gridCol w="1034716">
                  <a:extLst>
                    <a:ext uri="{9D8B030D-6E8A-4147-A177-3AD203B41FA5}">
                      <a16:colId xmlns:a16="http://schemas.microsoft.com/office/drawing/2014/main" val="2745892351"/>
                    </a:ext>
                  </a:extLst>
                </a:gridCol>
                <a:gridCol w="603860">
                  <a:extLst>
                    <a:ext uri="{9D8B030D-6E8A-4147-A177-3AD203B41FA5}">
                      <a16:colId xmlns:a16="http://schemas.microsoft.com/office/drawing/2014/main" val="458589996"/>
                    </a:ext>
                  </a:extLst>
                </a:gridCol>
                <a:gridCol w="933056">
                  <a:extLst>
                    <a:ext uri="{9D8B030D-6E8A-4147-A177-3AD203B41FA5}">
                      <a16:colId xmlns:a16="http://schemas.microsoft.com/office/drawing/2014/main" val="3779340425"/>
                    </a:ext>
                  </a:extLst>
                </a:gridCol>
              </a:tblGrid>
              <a:tr h="231683">
                <a:tc gridSpan="2">
                  <a:txBody>
                    <a:bodyPr/>
                    <a:lstStyle/>
                    <a:p>
                      <a:r>
                        <a:rPr lang="en-US" sz="1100" b="1">
                          <a:solidFill>
                            <a:schemeClr val="tx1">
                              <a:lumMod val="75000"/>
                              <a:lumOff val="25000"/>
                            </a:schemeClr>
                          </a:solidFill>
                        </a:rPr>
                        <a:t>Top customer Pain-point</a:t>
                      </a:r>
                      <a:endParaRPr lang="en-US" sz="1100" b="0">
                        <a:solidFill>
                          <a:schemeClr val="bg1">
                            <a:lumMod val="65000"/>
                          </a:schemeClr>
                        </a:solidFill>
                      </a:endParaRPr>
                    </a:p>
                  </a:txBody>
                  <a:tcPr anchor="ctr">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nchor="b">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b="1">
                          <a:solidFill>
                            <a:schemeClr val="tx1">
                              <a:lumMod val="75000"/>
                              <a:lumOff val="25000"/>
                            </a:schemeClr>
                          </a:solidFill>
                        </a:rPr>
                        <a:t>Call vol. p/m</a:t>
                      </a:r>
                    </a:p>
                  </a:txBody>
                  <a:tcPr anchor="b">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b="1">
                          <a:solidFill>
                            <a:schemeClr val="tx1">
                              <a:lumMod val="75000"/>
                              <a:lumOff val="25000"/>
                            </a:schemeClr>
                          </a:solidFill>
                        </a:rPr>
                        <a:t>Churn</a:t>
                      </a:r>
                    </a:p>
                  </a:txBody>
                  <a:tcPr anchor="b">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b="1">
                          <a:solidFill>
                            <a:schemeClr val="tx1">
                              <a:lumMod val="75000"/>
                              <a:lumOff val="25000"/>
                            </a:schemeClr>
                          </a:solidFill>
                        </a:rPr>
                        <a:t>Actions</a:t>
                      </a:r>
                    </a:p>
                  </a:txBody>
                  <a:tcPr anchor="b">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62683023"/>
                  </a:ext>
                </a:extLst>
              </a:tr>
              <a:tr h="5915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b="1">
                          <a:solidFill>
                            <a:schemeClr val="tx1"/>
                          </a:solidFill>
                        </a:rPr>
                        <a:t>1</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b="0">
                          <a:solidFill>
                            <a:schemeClr val="tx1"/>
                          </a:solidFill>
                        </a:rPr>
                        <a:t>Router overheating or showing red light | Router not working</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US" sz="1200" b="0" i="0" u="none" strike="noStrike">
                          <a:solidFill>
                            <a:schemeClr val="tx1"/>
                          </a:solidFill>
                          <a:effectLst/>
                          <a:latin typeface="+mn-lt"/>
                        </a:rPr>
                        <a:t>1,178</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US" sz="1100" b="0" i="0" u="none" strike="noStrike">
                          <a:solidFill>
                            <a:srgbClr val="000000"/>
                          </a:solidFill>
                          <a:effectLst/>
                          <a:latin typeface="+mn-lt"/>
                        </a:rPr>
                        <a:t>0.70%</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a:solidFill>
                            <a:schemeClr val="tx1"/>
                          </a:solidFill>
                        </a:rPr>
                        <a:t>Network improvements</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1BD760"/>
                    </a:solidFill>
                  </a:tcPr>
                </a:tc>
                <a:extLst>
                  <a:ext uri="{0D108BD9-81ED-4DB2-BD59-A6C34878D82A}">
                    <a16:rowId xmlns:a16="http://schemas.microsoft.com/office/drawing/2014/main" val="4226392352"/>
                  </a:ext>
                </a:extLst>
              </a:tr>
              <a:tr h="572392">
                <a:tc>
                  <a:txBody>
                    <a:bodyPr/>
                    <a:lstStyle/>
                    <a:p>
                      <a:r>
                        <a:rPr lang="en-US" sz="1200" b="1">
                          <a:solidFill>
                            <a:schemeClr val="tx1"/>
                          </a:solidFill>
                        </a:rPr>
                        <a:t>2</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SG" sz="1200" b="0">
                          <a:solidFill>
                            <a:schemeClr val="tx1"/>
                          </a:solidFill>
                        </a:rPr>
                        <a:t>Wi-Fi not working despite full signal | Poor Wi-Fi coverage</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a:solidFill>
                            <a:schemeClr val="tx1"/>
                          </a:solidFill>
                        </a:rPr>
                        <a:t>1,050</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mn-lt"/>
                        </a:rPr>
                        <a:t>0.58%</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a:solidFill>
                            <a:schemeClr val="tx1"/>
                          </a:solidFill>
                        </a:rPr>
                        <a:t>Improvements ongoing</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1BD760"/>
                    </a:solidFill>
                  </a:tcPr>
                </a:tc>
                <a:extLst>
                  <a:ext uri="{0D108BD9-81ED-4DB2-BD59-A6C34878D82A}">
                    <a16:rowId xmlns:a16="http://schemas.microsoft.com/office/drawing/2014/main" val="702406190"/>
                  </a:ext>
                </a:extLst>
              </a:tr>
              <a:tr h="531507">
                <a:tc>
                  <a:txBody>
                    <a:bodyPr/>
                    <a:lstStyle/>
                    <a:p>
                      <a:r>
                        <a:rPr lang="en-US" sz="1200" b="1">
                          <a:solidFill>
                            <a:schemeClr val="tx1"/>
                          </a:solidFill>
                        </a:rPr>
                        <a:t>3</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b="0">
                          <a:solidFill>
                            <a:schemeClr val="tx1"/>
                          </a:solidFill>
                        </a:rPr>
                        <a:t>No internet connectivity / Service down</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Aptos" panose="02110004020202020204"/>
                          <a:ea typeface="+mn-ea"/>
                          <a:cs typeface="+mn-cs"/>
                        </a:rPr>
                        <a:t>914</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mn-lt"/>
                        </a:rPr>
                        <a:t>0.70%</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100" b="0">
                          <a:solidFill>
                            <a:schemeClr val="tx1"/>
                          </a:solidFill>
                        </a:rPr>
                        <a:t>Network improvements</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1BD760"/>
                    </a:solidFill>
                  </a:tcPr>
                </a:tc>
                <a:extLst>
                  <a:ext uri="{0D108BD9-81ED-4DB2-BD59-A6C34878D82A}">
                    <a16:rowId xmlns:a16="http://schemas.microsoft.com/office/drawing/2014/main" val="3769760863"/>
                  </a:ext>
                </a:extLst>
              </a:tr>
            </a:tbl>
          </a:graphicData>
        </a:graphic>
      </p:graphicFrame>
      <p:sp>
        <p:nvSpPr>
          <p:cNvPr id="33" name="Text Placeholder 6">
            <a:extLst>
              <a:ext uri="{FF2B5EF4-FFF2-40B4-BE49-F238E27FC236}">
                <a16:creationId xmlns:a16="http://schemas.microsoft.com/office/drawing/2014/main" id="{E0EA991A-1E35-AA2B-7308-7F3E75FA16BA}"/>
              </a:ext>
            </a:extLst>
          </p:cNvPr>
          <p:cNvSpPr txBox="1">
            <a:spLocks/>
          </p:cNvSpPr>
          <p:nvPr/>
        </p:nvSpPr>
        <p:spPr>
          <a:xfrm>
            <a:off x="758078" y="134098"/>
            <a:ext cx="10804728" cy="58578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None/>
              <a:defRPr sz="3200" b="1" i="0" kern="1200" baseline="0">
                <a:solidFill>
                  <a:srgbClr val="1ED760"/>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a:latin typeface="Segoe UI"/>
              </a:rPr>
              <a:t>USE Journey Performance Report</a:t>
            </a:r>
            <a:endParaRPr kumimoji="0" lang="en-US" sz="3200" b="1" i="0" u="none" strike="noStrike" kern="1200" cap="none" spc="0" normalizeH="0" baseline="0" noProof="0">
              <a:ln>
                <a:noFill/>
              </a:ln>
              <a:solidFill>
                <a:srgbClr val="1ED760"/>
              </a:solidFill>
              <a:effectLst/>
              <a:uLnTx/>
              <a:uFillTx/>
              <a:latin typeface="Segoe UI"/>
              <a:ea typeface="+mn-ea"/>
              <a:cs typeface="+mn-cs"/>
            </a:endParaRPr>
          </a:p>
        </p:txBody>
      </p:sp>
      <p:sp>
        <p:nvSpPr>
          <p:cNvPr id="34" name="Text Placeholder 2">
            <a:extLst>
              <a:ext uri="{FF2B5EF4-FFF2-40B4-BE49-F238E27FC236}">
                <a16:creationId xmlns:a16="http://schemas.microsoft.com/office/drawing/2014/main" id="{2E00789D-CB21-F990-19E3-B6447B3B2E8E}"/>
              </a:ext>
            </a:extLst>
          </p:cNvPr>
          <p:cNvSpPr txBox="1">
            <a:spLocks/>
          </p:cNvSpPr>
          <p:nvPr/>
        </p:nvSpPr>
        <p:spPr>
          <a:xfrm>
            <a:off x="758077" y="622456"/>
            <a:ext cx="10985219" cy="502188"/>
          </a:xfrm>
          <a:prstGeom prst="rect">
            <a:avLst/>
          </a:prstGeom>
        </p:spPr>
        <p:txBody>
          <a:bodyPr>
            <a:no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en-US" sz="1600">
                <a:solidFill>
                  <a:srgbClr val="1BD760"/>
                </a:solidFill>
                <a:latin typeface="Segoe UI"/>
              </a:rPr>
              <a:t>NPS and Customer effort scores show that the USE journey is steadily performing at a level that meets basic expectations. By improving the network experience there is an opportunity to delight more customers.</a:t>
            </a:r>
          </a:p>
        </p:txBody>
      </p:sp>
      <p:sp>
        <p:nvSpPr>
          <p:cNvPr id="35" name="Slide Number Placeholder 4">
            <a:extLst>
              <a:ext uri="{FF2B5EF4-FFF2-40B4-BE49-F238E27FC236}">
                <a16:creationId xmlns:a16="http://schemas.microsoft.com/office/drawing/2014/main" id="{E3248226-45E6-30E1-5F4B-F066154554CD}"/>
              </a:ext>
            </a:extLst>
          </p:cNvPr>
          <p:cNvSpPr txBox="1">
            <a:spLocks/>
          </p:cNvSpPr>
          <p:nvPr/>
        </p:nvSpPr>
        <p:spPr>
          <a:xfrm>
            <a:off x="9383174" y="6492873"/>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D8FB45C0-4B32-43DE-93B9-6E575D49CD52}" type="slidenum">
              <a:rPr lang="en-IN" sz="1000" smtClean="0">
                <a:solidFill>
                  <a:prstClr val="black">
                    <a:tint val="75000"/>
                  </a:prstClr>
                </a:solidFill>
                <a:latin typeface="Segoe UI"/>
              </a:rPr>
              <a:pPr algn="r">
                <a:defRPr/>
              </a:pPr>
              <a:t>11</a:t>
            </a:fld>
            <a:endParaRPr lang="en-IN" sz="1000">
              <a:solidFill>
                <a:prstClr val="black">
                  <a:tint val="75000"/>
                </a:prstClr>
              </a:solidFill>
              <a:latin typeface="Segoe UI"/>
            </a:endParaRPr>
          </a:p>
        </p:txBody>
      </p:sp>
      <p:graphicFrame>
        <p:nvGraphicFramePr>
          <p:cNvPr id="38" name="Chart 37">
            <a:extLst>
              <a:ext uri="{FF2B5EF4-FFF2-40B4-BE49-F238E27FC236}">
                <a16:creationId xmlns:a16="http://schemas.microsoft.com/office/drawing/2014/main" id="{ED1AF639-7228-3299-B5D6-32AD37CA3E30}"/>
              </a:ext>
            </a:extLst>
          </p:cNvPr>
          <p:cNvGraphicFramePr/>
          <p:nvPr>
            <p:extLst>
              <p:ext uri="{D42A27DB-BD31-4B8C-83A1-F6EECF244321}">
                <p14:modId xmlns:p14="http://schemas.microsoft.com/office/powerpoint/2010/main" val="2733629066"/>
              </p:ext>
            </p:extLst>
          </p:nvPr>
        </p:nvGraphicFramePr>
        <p:xfrm>
          <a:off x="529479" y="2541012"/>
          <a:ext cx="2588626" cy="1828800"/>
        </p:xfrm>
        <a:graphic>
          <a:graphicData uri="http://schemas.openxmlformats.org/drawingml/2006/chart">
            <c:chart xmlns:c="http://schemas.openxmlformats.org/drawingml/2006/chart" xmlns:r="http://schemas.openxmlformats.org/officeDocument/2006/relationships" r:id="rId2"/>
          </a:graphicData>
        </a:graphic>
      </p:graphicFrame>
      <p:cxnSp>
        <p:nvCxnSpPr>
          <p:cNvPr id="40" name="Straight Connector 39">
            <a:extLst>
              <a:ext uri="{FF2B5EF4-FFF2-40B4-BE49-F238E27FC236}">
                <a16:creationId xmlns:a16="http://schemas.microsoft.com/office/drawing/2014/main" id="{4FF45BD3-411B-8FE6-D340-F2843ECECECF}"/>
              </a:ext>
            </a:extLst>
          </p:cNvPr>
          <p:cNvCxnSpPr>
            <a:cxnSpLocks/>
          </p:cNvCxnSpPr>
          <p:nvPr/>
        </p:nvCxnSpPr>
        <p:spPr>
          <a:xfrm>
            <a:off x="6441288" y="2480933"/>
            <a:ext cx="5320101"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0A8EFD3F-554F-FFD0-7773-7113CCD90971}"/>
              </a:ext>
            </a:extLst>
          </p:cNvPr>
          <p:cNvCxnSpPr>
            <a:cxnSpLocks/>
          </p:cNvCxnSpPr>
          <p:nvPr/>
        </p:nvCxnSpPr>
        <p:spPr>
          <a:xfrm>
            <a:off x="529481" y="2480933"/>
            <a:ext cx="5320101"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945E2C9E-C44C-588C-0EC1-2EF833B80DD1}"/>
              </a:ext>
            </a:extLst>
          </p:cNvPr>
          <p:cNvCxnSpPr>
            <a:cxnSpLocks/>
          </p:cNvCxnSpPr>
          <p:nvPr/>
        </p:nvCxnSpPr>
        <p:spPr>
          <a:xfrm>
            <a:off x="529045" y="4683481"/>
            <a:ext cx="2506328"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27FC023-D64C-7271-1336-0AFC261F7786}"/>
              </a:ext>
            </a:extLst>
          </p:cNvPr>
          <p:cNvCxnSpPr>
            <a:cxnSpLocks/>
          </p:cNvCxnSpPr>
          <p:nvPr/>
        </p:nvCxnSpPr>
        <p:spPr>
          <a:xfrm>
            <a:off x="6423196" y="4683481"/>
            <a:ext cx="5320101"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E5D94180-2B27-A099-A03E-76430377B344}"/>
              </a:ext>
            </a:extLst>
          </p:cNvPr>
          <p:cNvCxnSpPr>
            <a:cxnSpLocks/>
          </p:cNvCxnSpPr>
          <p:nvPr/>
        </p:nvCxnSpPr>
        <p:spPr>
          <a:xfrm>
            <a:off x="3278341" y="4674144"/>
            <a:ext cx="2506328"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graphicFrame>
        <p:nvGraphicFramePr>
          <p:cNvPr id="48" name="Chart 47">
            <a:extLst>
              <a:ext uri="{FF2B5EF4-FFF2-40B4-BE49-F238E27FC236}">
                <a16:creationId xmlns:a16="http://schemas.microsoft.com/office/drawing/2014/main" id="{93F4E653-BECD-F07C-9D8A-41BB88A90317}"/>
              </a:ext>
            </a:extLst>
          </p:cNvPr>
          <p:cNvGraphicFramePr/>
          <p:nvPr>
            <p:extLst>
              <p:ext uri="{D42A27DB-BD31-4B8C-83A1-F6EECF244321}">
                <p14:modId xmlns:p14="http://schemas.microsoft.com/office/powerpoint/2010/main" val="284620916"/>
              </p:ext>
            </p:extLst>
          </p:nvPr>
        </p:nvGraphicFramePr>
        <p:xfrm>
          <a:off x="3278775" y="2541012"/>
          <a:ext cx="2588626" cy="18288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9" name="Chart 48">
            <a:extLst>
              <a:ext uri="{FF2B5EF4-FFF2-40B4-BE49-F238E27FC236}">
                <a16:creationId xmlns:a16="http://schemas.microsoft.com/office/drawing/2014/main" id="{1B0B0A9D-C545-F960-15A6-DE803A887093}"/>
              </a:ext>
            </a:extLst>
          </p:cNvPr>
          <p:cNvGraphicFramePr/>
          <p:nvPr>
            <p:extLst>
              <p:ext uri="{D42A27DB-BD31-4B8C-83A1-F6EECF244321}">
                <p14:modId xmlns:p14="http://schemas.microsoft.com/office/powerpoint/2010/main" val="1183995635"/>
              </p:ext>
            </p:extLst>
          </p:nvPr>
        </p:nvGraphicFramePr>
        <p:xfrm>
          <a:off x="6423467" y="2541012"/>
          <a:ext cx="2588625" cy="18288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2" name="Chart 51">
            <a:extLst>
              <a:ext uri="{FF2B5EF4-FFF2-40B4-BE49-F238E27FC236}">
                <a16:creationId xmlns:a16="http://schemas.microsoft.com/office/drawing/2014/main" id="{8F226A25-9B53-A62E-B15A-CA00846DEB8E}"/>
              </a:ext>
            </a:extLst>
          </p:cNvPr>
          <p:cNvGraphicFramePr/>
          <p:nvPr/>
        </p:nvGraphicFramePr>
        <p:xfrm>
          <a:off x="3278339" y="4785192"/>
          <a:ext cx="2588626" cy="1828800"/>
        </p:xfrm>
        <a:graphic>
          <a:graphicData uri="http://schemas.openxmlformats.org/drawingml/2006/chart">
            <c:chart xmlns:c="http://schemas.openxmlformats.org/drawingml/2006/chart" xmlns:r="http://schemas.openxmlformats.org/officeDocument/2006/relationships" r:id="rId5"/>
          </a:graphicData>
        </a:graphic>
      </p:graphicFrame>
      <p:sp>
        <p:nvSpPr>
          <p:cNvPr id="54" name="Rectangle 53">
            <a:extLst>
              <a:ext uri="{FF2B5EF4-FFF2-40B4-BE49-F238E27FC236}">
                <a16:creationId xmlns:a16="http://schemas.microsoft.com/office/drawing/2014/main" id="{A8180391-80C5-2067-35F2-86C572DDE5E3}"/>
              </a:ext>
            </a:extLst>
          </p:cNvPr>
          <p:cNvSpPr/>
          <p:nvPr/>
        </p:nvSpPr>
        <p:spPr>
          <a:xfrm>
            <a:off x="3983301" y="5255409"/>
            <a:ext cx="1801368" cy="650524"/>
          </a:xfrm>
          <a:prstGeom prst="rect">
            <a:avLst/>
          </a:prstGeom>
          <a:solidFill>
            <a:schemeClr val="tx1">
              <a:lumMod val="50000"/>
              <a:lumOff val="5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Pending calculation</a:t>
            </a:r>
          </a:p>
        </p:txBody>
      </p:sp>
      <p:graphicFrame>
        <p:nvGraphicFramePr>
          <p:cNvPr id="56" name="Table 55">
            <a:extLst>
              <a:ext uri="{FF2B5EF4-FFF2-40B4-BE49-F238E27FC236}">
                <a16:creationId xmlns:a16="http://schemas.microsoft.com/office/drawing/2014/main" id="{C06684F2-9F15-70CC-5204-BEF53F01F99F}"/>
              </a:ext>
            </a:extLst>
          </p:cNvPr>
          <p:cNvGraphicFramePr>
            <a:graphicFrameLocks noGrp="1"/>
          </p:cNvGraphicFramePr>
          <p:nvPr>
            <p:extLst>
              <p:ext uri="{D42A27DB-BD31-4B8C-83A1-F6EECF244321}">
                <p14:modId xmlns:p14="http://schemas.microsoft.com/office/powerpoint/2010/main" val="2256508367"/>
              </p:ext>
            </p:extLst>
          </p:nvPr>
        </p:nvGraphicFramePr>
        <p:xfrm>
          <a:off x="518372" y="1184722"/>
          <a:ext cx="11273578" cy="335280"/>
        </p:xfrm>
        <a:graphic>
          <a:graphicData uri="http://schemas.openxmlformats.org/drawingml/2006/table">
            <a:tbl>
              <a:tblPr firstRow="1" bandRow="1">
                <a:tableStyleId>{5C22544A-7EE6-4342-B048-85BDC9FD1C3A}</a:tableStyleId>
              </a:tblPr>
              <a:tblGrid>
                <a:gridCol w="11273578">
                  <a:extLst>
                    <a:ext uri="{9D8B030D-6E8A-4147-A177-3AD203B41FA5}">
                      <a16:colId xmlns:a16="http://schemas.microsoft.com/office/drawing/2014/main" val="1142102005"/>
                    </a:ext>
                  </a:extLst>
                </a:gridCol>
              </a:tblGrid>
              <a:tr h="257776">
                <a:tc>
                  <a:txBody>
                    <a:bodyPr/>
                    <a:lstStyle/>
                    <a:p>
                      <a:pPr marL="91440" algn="l"/>
                      <a:r>
                        <a:rPr lang="en-US" sz="1600" b="1" i="0">
                          <a:solidFill>
                            <a:schemeClr val="bg1"/>
                          </a:solidFill>
                          <a:latin typeface="+mn-lt"/>
                        </a:rPr>
                        <a:t>USE Journey</a:t>
                      </a: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BD760"/>
                    </a:solidFill>
                  </a:tcPr>
                </a:tc>
                <a:extLst>
                  <a:ext uri="{0D108BD9-81ED-4DB2-BD59-A6C34878D82A}">
                    <a16:rowId xmlns:a16="http://schemas.microsoft.com/office/drawing/2014/main" val="1669449696"/>
                  </a:ext>
                </a:extLst>
              </a:tr>
            </a:tbl>
          </a:graphicData>
        </a:graphic>
      </p:graphicFrame>
      <p:pic>
        <p:nvPicPr>
          <p:cNvPr id="58" name="Picture 57" descr="A green and white star&#10;&#10;AI-generated content may be incorrect.">
            <a:extLst>
              <a:ext uri="{FF2B5EF4-FFF2-40B4-BE49-F238E27FC236}">
                <a16:creationId xmlns:a16="http://schemas.microsoft.com/office/drawing/2014/main" id="{BFA9DAA7-6F67-7DDF-D333-233EFA966333}"/>
              </a:ext>
            </a:extLst>
          </p:cNvPr>
          <p:cNvPicPr>
            <a:picLocks noChangeAspect="1"/>
          </p:cNvPicPr>
          <p:nvPr/>
        </p:nvPicPr>
        <p:blipFill>
          <a:blip r:embed="rId6"/>
          <a:stretch>
            <a:fillRect/>
          </a:stretch>
        </p:blipFill>
        <p:spPr>
          <a:xfrm>
            <a:off x="256428" y="94285"/>
            <a:ext cx="546100" cy="736600"/>
          </a:xfrm>
          <a:prstGeom prst="rect">
            <a:avLst/>
          </a:prstGeom>
        </p:spPr>
      </p:pic>
      <p:graphicFrame>
        <p:nvGraphicFramePr>
          <p:cNvPr id="6" name="Chart 5">
            <a:extLst>
              <a:ext uri="{FF2B5EF4-FFF2-40B4-BE49-F238E27FC236}">
                <a16:creationId xmlns:a16="http://schemas.microsoft.com/office/drawing/2014/main" id="{493F113E-6650-8D8C-9E5A-B800B813A6D1}"/>
              </a:ext>
            </a:extLst>
          </p:cNvPr>
          <p:cNvGraphicFramePr/>
          <p:nvPr>
            <p:extLst>
              <p:ext uri="{D42A27DB-BD31-4B8C-83A1-F6EECF244321}">
                <p14:modId xmlns:p14="http://schemas.microsoft.com/office/powerpoint/2010/main" val="2753015804"/>
              </p:ext>
            </p:extLst>
          </p:nvPr>
        </p:nvGraphicFramePr>
        <p:xfrm>
          <a:off x="529479" y="4785191"/>
          <a:ext cx="2588626" cy="2072807"/>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3" name="Chart 2">
            <a:extLst>
              <a:ext uri="{FF2B5EF4-FFF2-40B4-BE49-F238E27FC236}">
                <a16:creationId xmlns:a16="http://schemas.microsoft.com/office/drawing/2014/main" id="{ED3D28CB-8BBA-1317-51B1-F85FC8EA86B5}"/>
              </a:ext>
            </a:extLst>
          </p:cNvPr>
          <p:cNvGraphicFramePr/>
          <p:nvPr>
            <p:extLst>
              <p:ext uri="{D42A27DB-BD31-4B8C-83A1-F6EECF244321}">
                <p14:modId xmlns:p14="http://schemas.microsoft.com/office/powerpoint/2010/main" val="3590380858"/>
              </p:ext>
            </p:extLst>
          </p:nvPr>
        </p:nvGraphicFramePr>
        <p:xfrm>
          <a:off x="9171068" y="2558397"/>
          <a:ext cx="2588626" cy="1828800"/>
        </p:xfrm>
        <a:graphic>
          <a:graphicData uri="http://schemas.openxmlformats.org/drawingml/2006/chart">
            <c:chart xmlns:c="http://schemas.openxmlformats.org/drawingml/2006/chart" xmlns:r="http://schemas.openxmlformats.org/officeDocument/2006/relationships" r:id="rId8"/>
          </a:graphicData>
        </a:graphic>
      </p:graphicFrame>
      <p:sp>
        <p:nvSpPr>
          <p:cNvPr id="4" name="Text Placeholder 7">
            <a:extLst>
              <a:ext uri="{FF2B5EF4-FFF2-40B4-BE49-F238E27FC236}">
                <a16:creationId xmlns:a16="http://schemas.microsoft.com/office/drawing/2014/main" id="{3F7E1AAD-5487-6B0F-3B97-CCBBE4920EFE}"/>
              </a:ext>
            </a:extLst>
          </p:cNvPr>
          <p:cNvSpPr txBox="1">
            <a:spLocks/>
          </p:cNvSpPr>
          <p:nvPr/>
        </p:nvSpPr>
        <p:spPr>
          <a:xfrm>
            <a:off x="8065627" y="1255069"/>
            <a:ext cx="3677669" cy="21342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SG" sz="1100" b="1" i="0" u="none" strike="noStrike" kern="1200" cap="none" spc="0" normalizeH="0" baseline="0" noProof="0">
                <a:ln>
                  <a:noFill/>
                </a:ln>
                <a:solidFill>
                  <a:schemeClr val="bg1"/>
                </a:solidFill>
                <a:effectLst/>
                <a:uLnTx/>
                <a:uFillTx/>
                <a:latin typeface="Aptos" panose="02110004020202020204"/>
                <a:ea typeface="+mn-ea"/>
                <a:cs typeface="+mn-cs"/>
              </a:rPr>
              <a:t>Journey Owner: Heng Fai Lee, Yi Han Eng, Yi Feng Fong</a:t>
            </a:r>
          </a:p>
        </p:txBody>
      </p:sp>
      <p:sp>
        <p:nvSpPr>
          <p:cNvPr id="16" name="Pentagon 15">
            <a:extLst>
              <a:ext uri="{FF2B5EF4-FFF2-40B4-BE49-F238E27FC236}">
                <a16:creationId xmlns:a16="http://schemas.microsoft.com/office/drawing/2014/main" id="{E62A0119-7EFE-AE34-915D-CBF0A4968B23}"/>
              </a:ext>
            </a:extLst>
          </p:cNvPr>
          <p:cNvSpPr/>
          <p:nvPr/>
        </p:nvSpPr>
        <p:spPr>
          <a:xfrm>
            <a:off x="10613233"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Celebrate</a:t>
            </a:r>
          </a:p>
        </p:txBody>
      </p:sp>
      <p:sp>
        <p:nvSpPr>
          <p:cNvPr id="17" name="Pentagon 16">
            <a:extLst>
              <a:ext uri="{FF2B5EF4-FFF2-40B4-BE49-F238E27FC236}">
                <a16:creationId xmlns:a16="http://schemas.microsoft.com/office/drawing/2014/main" id="{12B11F7E-9141-7A18-0907-1A9C5D226540}"/>
              </a:ext>
            </a:extLst>
          </p:cNvPr>
          <p:cNvSpPr/>
          <p:nvPr/>
        </p:nvSpPr>
        <p:spPr>
          <a:xfrm>
            <a:off x="9494059"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 Update login details</a:t>
            </a:r>
          </a:p>
        </p:txBody>
      </p:sp>
      <p:sp>
        <p:nvSpPr>
          <p:cNvPr id="18" name="Pentagon 17">
            <a:extLst>
              <a:ext uri="{FF2B5EF4-FFF2-40B4-BE49-F238E27FC236}">
                <a16:creationId xmlns:a16="http://schemas.microsoft.com/office/drawing/2014/main" id="{E9D361D2-AE6A-683C-B631-FA997192EBF4}"/>
              </a:ext>
            </a:extLst>
          </p:cNvPr>
          <p:cNvSpPr/>
          <p:nvPr/>
        </p:nvSpPr>
        <p:spPr>
          <a:xfrm>
            <a:off x="8373173"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Update my details</a:t>
            </a:r>
          </a:p>
        </p:txBody>
      </p:sp>
      <p:sp>
        <p:nvSpPr>
          <p:cNvPr id="19" name="Pentagon 18">
            <a:extLst>
              <a:ext uri="{FF2B5EF4-FFF2-40B4-BE49-F238E27FC236}">
                <a16:creationId xmlns:a16="http://schemas.microsoft.com/office/drawing/2014/main" id="{187BB0E4-EF4E-E34C-ED97-F9AEA3700DF0}"/>
              </a:ext>
            </a:extLst>
          </p:cNvPr>
          <p:cNvSpPr/>
          <p:nvPr/>
        </p:nvSpPr>
        <p:spPr>
          <a:xfrm>
            <a:off x="7253999"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Manage communications</a:t>
            </a:r>
          </a:p>
        </p:txBody>
      </p:sp>
      <p:sp>
        <p:nvSpPr>
          <p:cNvPr id="20" name="Pentagon 19">
            <a:extLst>
              <a:ext uri="{FF2B5EF4-FFF2-40B4-BE49-F238E27FC236}">
                <a16:creationId xmlns:a16="http://schemas.microsoft.com/office/drawing/2014/main" id="{6F0ED7EF-69A2-4FF0-C4D9-E0666561CB15}"/>
              </a:ext>
            </a:extLst>
          </p:cNvPr>
          <p:cNvSpPr/>
          <p:nvPr/>
        </p:nvSpPr>
        <p:spPr>
          <a:xfrm>
            <a:off x="6101714"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Get insights &amp; Recommendations</a:t>
            </a:r>
          </a:p>
        </p:txBody>
      </p:sp>
      <p:sp>
        <p:nvSpPr>
          <p:cNvPr id="21" name="Pentagon 20">
            <a:extLst>
              <a:ext uri="{FF2B5EF4-FFF2-40B4-BE49-F238E27FC236}">
                <a16:creationId xmlns:a16="http://schemas.microsoft.com/office/drawing/2014/main" id="{76C2B75C-C5FB-B4E4-21BF-46749FDB20A9}"/>
              </a:ext>
            </a:extLst>
          </p:cNvPr>
          <p:cNvSpPr/>
          <p:nvPr/>
        </p:nvSpPr>
        <p:spPr>
          <a:xfrm>
            <a:off x="4982539"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Redeem rewards</a:t>
            </a:r>
          </a:p>
        </p:txBody>
      </p:sp>
      <p:sp>
        <p:nvSpPr>
          <p:cNvPr id="22" name="Pentagon 21">
            <a:extLst>
              <a:ext uri="{FF2B5EF4-FFF2-40B4-BE49-F238E27FC236}">
                <a16:creationId xmlns:a16="http://schemas.microsoft.com/office/drawing/2014/main" id="{C7E0C77A-00DA-E59B-33F0-1E57F6A1CCA0}"/>
              </a:ext>
            </a:extLst>
          </p:cNvPr>
          <p:cNvSpPr/>
          <p:nvPr/>
        </p:nvSpPr>
        <p:spPr>
          <a:xfrm>
            <a:off x="3861654"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View &amp; track benefits​</a:t>
            </a:r>
          </a:p>
        </p:txBody>
      </p:sp>
      <p:sp>
        <p:nvSpPr>
          <p:cNvPr id="23" name="Pentagon 22">
            <a:extLst>
              <a:ext uri="{FF2B5EF4-FFF2-40B4-BE49-F238E27FC236}">
                <a16:creationId xmlns:a16="http://schemas.microsoft.com/office/drawing/2014/main" id="{4D944C63-D9E8-54E5-8FA5-72AB912BC649}"/>
              </a:ext>
            </a:extLst>
          </p:cNvPr>
          <p:cNvSpPr/>
          <p:nvPr/>
        </p:nvSpPr>
        <p:spPr>
          <a:xfrm>
            <a:off x="2742479"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Earn benefits</a:t>
            </a:r>
          </a:p>
        </p:txBody>
      </p:sp>
      <p:sp>
        <p:nvSpPr>
          <p:cNvPr id="24" name="Pentagon 23">
            <a:extLst>
              <a:ext uri="{FF2B5EF4-FFF2-40B4-BE49-F238E27FC236}">
                <a16:creationId xmlns:a16="http://schemas.microsoft.com/office/drawing/2014/main" id="{C1BE8437-3F2E-C450-A340-92B85637B8E4}"/>
              </a:ext>
            </a:extLst>
          </p:cNvPr>
          <p:cNvSpPr/>
          <p:nvPr/>
        </p:nvSpPr>
        <p:spPr>
          <a:xfrm>
            <a:off x="1621594"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Pause or stop plans</a:t>
            </a:r>
          </a:p>
        </p:txBody>
      </p:sp>
      <p:sp>
        <p:nvSpPr>
          <p:cNvPr id="25" name="Pentagon 24">
            <a:extLst>
              <a:ext uri="{FF2B5EF4-FFF2-40B4-BE49-F238E27FC236}">
                <a16:creationId xmlns:a16="http://schemas.microsoft.com/office/drawing/2014/main" id="{77656434-715D-260D-A826-ACF943A4D1F2}"/>
              </a:ext>
            </a:extLst>
          </p:cNvPr>
          <p:cNvSpPr/>
          <p:nvPr/>
        </p:nvSpPr>
        <p:spPr>
          <a:xfrm>
            <a:off x="518373"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View, upgrade and manage plans</a:t>
            </a:r>
          </a:p>
        </p:txBody>
      </p:sp>
      <p:sp>
        <p:nvSpPr>
          <p:cNvPr id="2" name="Text Placeholder 7">
            <a:extLst>
              <a:ext uri="{FF2B5EF4-FFF2-40B4-BE49-F238E27FC236}">
                <a16:creationId xmlns:a16="http://schemas.microsoft.com/office/drawing/2014/main" id="{0B2A70B8-E848-740C-DFC0-C8E6DF017F65}"/>
              </a:ext>
            </a:extLst>
          </p:cNvPr>
          <p:cNvSpPr txBox="1">
            <a:spLocks/>
          </p:cNvSpPr>
          <p:nvPr/>
        </p:nvSpPr>
        <p:spPr>
          <a:xfrm>
            <a:off x="6423196" y="4421872"/>
            <a:ext cx="4960602" cy="261609"/>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TOP 3 PAIN-POINTS  FROM VOICE OF CUSTOMER</a:t>
            </a:r>
          </a:p>
        </p:txBody>
      </p:sp>
      <p:sp>
        <p:nvSpPr>
          <p:cNvPr id="5" name="Text Placeholder 7">
            <a:extLst>
              <a:ext uri="{FF2B5EF4-FFF2-40B4-BE49-F238E27FC236}">
                <a16:creationId xmlns:a16="http://schemas.microsoft.com/office/drawing/2014/main" id="{46690822-8596-5F70-95BC-1C198711AA11}"/>
              </a:ext>
            </a:extLst>
          </p:cNvPr>
          <p:cNvSpPr txBox="1">
            <a:spLocks/>
          </p:cNvSpPr>
          <p:nvPr/>
        </p:nvSpPr>
        <p:spPr>
          <a:xfrm>
            <a:off x="6645720" y="2216570"/>
            <a:ext cx="4960602" cy="26161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USER CENTRICITY</a:t>
            </a:r>
          </a:p>
        </p:txBody>
      </p:sp>
      <p:sp>
        <p:nvSpPr>
          <p:cNvPr id="7" name="Text Placeholder 7">
            <a:extLst>
              <a:ext uri="{FF2B5EF4-FFF2-40B4-BE49-F238E27FC236}">
                <a16:creationId xmlns:a16="http://schemas.microsoft.com/office/drawing/2014/main" id="{A1F72C3E-245C-C5A1-62C1-C3319940A7FD}"/>
              </a:ext>
            </a:extLst>
          </p:cNvPr>
          <p:cNvSpPr txBox="1">
            <a:spLocks/>
          </p:cNvSpPr>
          <p:nvPr/>
        </p:nvSpPr>
        <p:spPr>
          <a:xfrm>
            <a:off x="752529" y="2239631"/>
            <a:ext cx="4960602" cy="26161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DELIGHT</a:t>
            </a:r>
          </a:p>
        </p:txBody>
      </p:sp>
      <p:sp>
        <p:nvSpPr>
          <p:cNvPr id="8" name="Text Placeholder 7">
            <a:extLst>
              <a:ext uri="{FF2B5EF4-FFF2-40B4-BE49-F238E27FC236}">
                <a16:creationId xmlns:a16="http://schemas.microsoft.com/office/drawing/2014/main" id="{72C3D0F2-AC38-63C2-1D96-82E11555D427}"/>
              </a:ext>
            </a:extLst>
          </p:cNvPr>
          <p:cNvSpPr txBox="1">
            <a:spLocks/>
          </p:cNvSpPr>
          <p:nvPr/>
        </p:nvSpPr>
        <p:spPr>
          <a:xfrm>
            <a:off x="707848" y="4445062"/>
            <a:ext cx="2286874" cy="26161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CONSISTENCY</a:t>
            </a:r>
          </a:p>
        </p:txBody>
      </p:sp>
      <p:sp>
        <p:nvSpPr>
          <p:cNvPr id="26" name="Text Placeholder 7">
            <a:extLst>
              <a:ext uri="{FF2B5EF4-FFF2-40B4-BE49-F238E27FC236}">
                <a16:creationId xmlns:a16="http://schemas.microsoft.com/office/drawing/2014/main" id="{50809BAC-B801-ADA3-A04B-5DC52A0F1439}"/>
              </a:ext>
            </a:extLst>
          </p:cNvPr>
          <p:cNvSpPr txBox="1">
            <a:spLocks/>
          </p:cNvSpPr>
          <p:nvPr/>
        </p:nvSpPr>
        <p:spPr>
          <a:xfrm>
            <a:off x="3426257" y="4421871"/>
            <a:ext cx="2286874" cy="26161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EFFICIENCY</a:t>
            </a:r>
          </a:p>
        </p:txBody>
      </p:sp>
      <p:sp>
        <p:nvSpPr>
          <p:cNvPr id="27" name="Oval 26">
            <a:extLst>
              <a:ext uri="{FF2B5EF4-FFF2-40B4-BE49-F238E27FC236}">
                <a16:creationId xmlns:a16="http://schemas.microsoft.com/office/drawing/2014/main" id="{616BC712-74A3-D25B-2FEF-2567487DC43D}"/>
              </a:ext>
            </a:extLst>
          </p:cNvPr>
          <p:cNvSpPr/>
          <p:nvPr/>
        </p:nvSpPr>
        <p:spPr>
          <a:xfrm>
            <a:off x="547533" y="2244956"/>
            <a:ext cx="194346" cy="19434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3D527AF5-5DFD-6378-5DE9-BDDB314184EE}"/>
              </a:ext>
            </a:extLst>
          </p:cNvPr>
          <p:cNvSpPr/>
          <p:nvPr/>
        </p:nvSpPr>
        <p:spPr>
          <a:xfrm>
            <a:off x="6440849" y="2250339"/>
            <a:ext cx="194346" cy="19434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61FD4B0B-D32A-E92E-836A-5A764F1E1F16}"/>
              </a:ext>
            </a:extLst>
          </p:cNvPr>
          <p:cNvSpPr/>
          <p:nvPr/>
        </p:nvSpPr>
        <p:spPr>
          <a:xfrm>
            <a:off x="3265587" y="4447486"/>
            <a:ext cx="194346" cy="194346"/>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ADE16524-EC7E-C320-B742-DB9E4E957DA0}"/>
              </a:ext>
            </a:extLst>
          </p:cNvPr>
          <p:cNvSpPr/>
          <p:nvPr/>
        </p:nvSpPr>
        <p:spPr>
          <a:xfrm>
            <a:off x="529043" y="4448983"/>
            <a:ext cx="194346" cy="194346"/>
          </a:xfrm>
          <a:prstGeom prst="ellipse">
            <a:avLst/>
          </a:prstGeom>
          <a:solidFill>
            <a:srgbClr val="1B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6208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483C8-732D-E5F0-ED5F-2B4D38F7ADE0}"/>
            </a:ext>
          </a:extLst>
        </p:cNvPr>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3304C4CC-A732-1D5C-7137-63A72F68E735}"/>
              </a:ext>
            </a:extLst>
          </p:cNvPr>
          <p:cNvGraphicFramePr>
            <a:graphicFrameLocks noGrp="1"/>
          </p:cNvGraphicFramePr>
          <p:nvPr>
            <p:extLst>
              <p:ext uri="{D42A27DB-BD31-4B8C-83A1-F6EECF244321}">
                <p14:modId xmlns:p14="http://schemas.microsoft.com/office/powerpoint/2010/main" val="3397625659"/>
              </p:ext>
            </p:extLst>
          </p:nvPr>
        </p:nvGraphicFramePr>
        <p:xfrm>
          <a:off x="6441286" y="4731827"/>
          <a:ext cx="5322909" cy="1996637"/>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4251781972"/>
                    </a:ext>
                  </a:extLst>
                </a:gridCol>
                <a:gridCol w="2542997">
                  <a:extLst>
                    <a:ext uri="{9D8B030D-6E8A-4147-A177-3AD203B41FA5}">
                      <a16:colId xmlns:a16="http://schemas.microsoft.com/office/drawing/2014/main" val="708272898"/>
                    </a:ext>
                  </a:extLst>
                </a:gridCol>
                <a:gridCol w="1034716">
                  <a:extLst>
                    <a:ext uri="{9D8B030D-6E8A-4147-A177-3AD203B41FA5}">
                      <a16:colId xmlns:a16="http://schemas.microsoft.com/office/drawing/2014/main" val="2745892351"/>
                    </a:ext>
                  </a:extLst>
                </a:gridCol>
                <a:gridCol w="603860">
                  <a:extLst>
                    <a:ext uri="{9D8B030D-6E8A-4147-A177-3AD203B41FA5}">
                      <a16:colId xmlns:a16="http://schemas.microsoft.com/office/drawing/2014/main" val="458589996"/>
                    </a:ext>
                  </a:extLst>
                </a:gridCol>
                <a:gridCol w="933056">
                  <a:extLst>
                    <a:ext uri="{9D8B030D-6E8A-4147-A177-3AD203B41FA5}">
                      <a16:colId xmlns:a16="http://schemas.microsoft.com/office/drawing/2014/main" val="3779340425"/>
                    </a:ext>
                  </a:extLst>
                </a:gridCol>
              </a:tblGrid>
              <a:tr h="236905">
                <a:tc gridSpan="2">
                  <a:txBody>
                    <a:bodyPr/>
                    <a:lstStyle/>
                    <a:p>
                      <a:r>
                        <a:rPr lang="en-US" sz="1100" b="1">
                          <a:solidFill>
                            <a:schemeClr val="tx1">
                              <a:lumMod val="75000"/>
                              <a:lumOff val="25000"/>
                            </a:schemeClr>
                          </a:solidFill>
                        </a:rPr>
                        <a:t>Top customer Pain-point</a:t>
                      </a:r>
                      <a:endParaRPr lang="en-US" sz="1100" b="0">
                        <a:solidFill>
                          <a:schemeClr val="bg1">
                            <a:lumMod val="65000"/>
                          </a:schemeClr>
                        </a:solidFill>
                      </a:endParaRPr>
                    </a:p>
                  </a:txBody>
                  <a:tcPr anchor="ctr">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nchor="b">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b="1">
                          <a:solidFill>
                            <a:schemeClr val="tx1">
                              <a:lumMod val="75000"/>
                              <a:lumOff val="25000"/>
                            </a:schemeClr>
                          </a:solidFill>
                        </a:rPr>
                        <a:t>Call vol. p/m</a:t>
                      </a:r>
                    </a:p>
                  </a:txBody>
                  <a:tcPr anchor="b">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b="1">
                          <a:solidFill>
                            <a:schemeClr val="tx1">
                              <a:lumMod val="75000"/>
                              <a:lumOff val="25000"/>
                            </a:schemeClr>
                          </a:solidFill>
                        </a:rPr>
                        <a:t>Churn</a:t>
                      </a:r>
                    </a:p>
                  </a:txBody>
                  <a:tcPr anchor="b">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b="1">
                          <a:solidFill>
                            <a:schemeClr val="tx1">
                              <a:lumMod val="75000"/>
                              <a:lumOff val="25000"/>
                            </a:schemeClr>
                          </a:solidFill>
                        </a:rPr>
                        <a:t>Actions</a:t>
                      </a:r>
                    </a:p>
                  </a:txBody>
                  <a:tcPr anchor="b">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62683023"/>
                  </a:ext>
                </a:extLst>
              </a:tr>
              <a:tr h="457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b="1">
                          <a:solidFill>
                            <a:schemeClr val="tx1"/>
                          </a:solidFill>
                        </a:rPr>
                        <a:t>1</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b="0">
                          <a:solidFill>
                            <a:schemeClr val="tx1"/>
                          </a:solidFill>
                        </a:rPr>
                        <a:t>Exchange faulty equipment | Request new device</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US" sz="1200" b="0" i="0" u="none" strike="noStrike">
                          <a:solidFill>
                            <a:schemeClr val="tx1"/>
                          </a:solidFill>
                          <a:effectLst/>
                          <a:latin typeface="+mn-lt"/>
                        </a:rPr>
                        <a:t>805</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US" sz="1100" b="0" i="0" u="none" strike="noStrike">
                          <a:solidFill>
                            <a:srgbClr val="000000"/>
                          </a:solidFill>
                          <a:effectLst/>
                          <a:latin typeface="+mn-lt"/>
                        </a:rPr>
                        <a:t>1.70%</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a:solidFill>
                            <a:schemeClr val="tx1"/>
                          </a:solidFill>
                        </a:rPr>
                        <a:t>Table in VOC</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4226392352"/>
                  </a:ext>
                </a:extLst>
              </a:tr>
              <a:tr h="549205">
                <a:tc>
                  <a:txBody>
                    <a:bodyPr/>
                    <a:lstStyle/>
                    <a:p>
                      <a:r>
                        <a:rPr lang="en-US" sz="1200" b="1">
                          <a:solidFill>
                            <a:schemeClr val="tx1"/>
                          </a:solidFill>
                        </a:rPr>
                        <a:t>2</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b="0">
                          <a:solidFill>
                            <a:schemeClr val="tx1"/>
                          </a:solidFill>
                        </a:rPr>
                        <a:t>Customer chasing unresolved cases repeatedly | Multiple calls no resolution | Still waiting for fix</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US" sz="1200" b="0" i="0" u="none" strike="noStrike">
                          <a:solidFill>
                            <a:schemeClr val="tx1"/>
                          </a:solidFill>
                          <a:effectLst/>
                          <a:latin typeface="+mn-lt"/>
                        </a:rPr>
                        <a:t>565</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US" sz="1100" b="0" i="0" u="none" strike="noStrike">
                          <a:solidFill>
                            <a:srgbClr val="000000"/>
                          </a:solidFill>
                          <a:effectLst/>
                          <a:latin typeface="+mn-lt"/>
                        </a:rPr>
                        <a:t>2.76%</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a:solidFill>
                            <a:schemeClr val="tx1"/>
                          </a:solidFill>
                        </a:rPr>
                        <a:t>KIV, across journeys</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1BD760"/>
                    </a:solidFill>
                  </a:tcPr>
                </a:tc>
                <a:extLst>
                  <a:ext uri="{0D108BD9-81ED-4DB2-BD59-A6C34878D82A}">
                    <a16:rowId xmlns:a16="http://schemas.microsoft.com/office/drawing/2014/main" val="702406190"/>
                  </a:ext>
                </a:extLst>
              </a:tr>
              <a:tr h="417326">
                <a:tc>
                  <a:txBody>
                    <a:bodyPr/>
                    <a:lstStyle/>
                    <a:p>
                      <a:r>
                        <a:rPr lang="en-US" sz="1200" b="1">
                          <a:solidFill>
                            <a:schemeClr val="tx1"/>
                          </a:solidFill>
                        </a:rPr>
                        <a:t>3</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SG" sz="1200" b="0">
                          <a:solidFill>
                            <a:schemeClr val="tx1"/>
                          </a:solidFill>
                        </a:rPr>
                        <a:t>Technician no-shows or late arrivals | Appointment missed / Checkin on arrival time</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a:solidFill>
                            <a:schemeClr val="tx1"/>
                          </a:solidFill>
                        </a:rPr>
                        <a:t>484</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mn-lt"/>
                        </a:rPr>
                        <a:t>2.00%</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a:solidFill>
                            <a:schemeClr val="tx1"/>
                          </a:solidFill>
                        </a:rPr>
                        <a:t>Digital enhancement</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1BD760"/>
                    </a:solidFill>
                  </a:tcPr>
                </a:tc>
                <a:extLst>
                  <a:ext uri="{0D108BD9-81ED-4DB2-BD59-A6C34878D82A}">
                    <a16:rowId xmlns:a16="http://schemas.microsoft.com/office/drawing/2014/main" val="3769760863"/>
                  </a:ext>
                </a:extLst>
              </a:tr>
            </a:tbl>
          </a:graphicData>
        </a:graphic>
      </p:graphicFrame>
      <p:sp>
        <p:nvSpPr>
          <p:cNvPr id="33" name="Text Placeholder 6">
            <a:extLst>
              <a:ext uri="{FF2B5EF4-FFF2-40B4-BE49-F238E27FC236}">
                <a16:creationId xmlns:a16="http://schemas.microsoft.com/office/drawing/2014/main" id="{7617F72B-3F8D-4573-5012-C7C430523E1A}"/>
              </a:ext>
            </a:extLst>
          </p:cNvPr>
          <p:cNvSpPr txBox="1">
            <a:spLocks/>
          </p:cNvSpPr>
          <p:nvPr/>
        </p:nvSpPr>
        <p:spPr>
          <a:xfrm>
            <a:off x="758078" y="134098"/>
            <a:ext cx="10804728" cy="58578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None/>
              <a:defRPr sz="3200" b="1" i="0" kern="1200" baseline="0">
                <a:solidFill>
                  <a:srgbClr val="1ED760"/>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a:latin typeface="Segoe UI"/>
              </a:rPr>
              <a:t>GET HELP Journey Performance Report</a:t>
            </a:r>
            <a:endParaRPr kumimoji="0" lang="en-US" sz="3200" b="1" i="0" u="none" strike="noStrike" kern="1200" cap="none" spc="0" normalizeH="0" baseline="0" noProof="0">
              <a:ln>
                <a:noFill/>
              </a:ln>
              <a:solidFill>
                <a:srgbClr val="1ED760"/>
              </a:solidFill>
              <a:effectLst/>
              <a:uLnTx/>
              <a:uFillTx/>
              <a:latin typeface="Segoe UI"/>
              <a:ea typeface="+mn-ea"/>
              <a:cs typeface="+mn-cs"/>
            </a:endParaRPr>
          </a:p>
        </p:txBody>
      </p:sp>
      <p:sp>
        <p:nvSpPr>
          <p:cNvPr id="34" name="Text Placeholder 2">
            <a:extLst>
              <a:ext uri="{FF2B5EF4-FFF2-40B4-BE49-F238E27FC236}">
                <a16:creationId xmlns:a16="http://schemas.microsoft.com/office/drawing/2014/main" id="{4FEEF466-EBDE-94FD-A2EB-5BA5B7AEE49D}"/>
              </a:ext>
            </a:extLst>
          </p:cNvPr>
          <p:cNvSpPr txBox="1">
            <a:spLocks/>
          </p:cNvSpPr>
          <p:nvPr/>
        </p:nvSpPr>
        <p:spPr>
          <a:xfrm>
            <a:off x="758077" y="622456"/>
            <a:ext cx="10985219" cy="502188"/>
          </a:xfrm>
          <a:prstGeom prst="rect">
            <a:avLst/>
          </a:prstGeom>
        </p:spPr>
        <p:txBody>
          <a:bodyPr>
            <a:no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en-US" sz="1600">
                <a:solidFill>
                  <a:srgbClr val="1BD760"/>
                </a:solidFill>
                <a:latin typeface="Segoe UI"/>
              </a:rPr>
              <a:t>Experience metrics show that the service quality of getting help is performing well. Eliminating issues upstream in the journeys would reduce the traffic into this journeys, reduce Cost to Get Help, reduce churn and boost promoters.</a:t>
            </a:r>
          </a:p>
        </p:txBody>
      </p:sp>
      <p:sp>
        <p:nvSpPr>
          <p:cNvPr id="35" name="Slide Number Placeholder 4">
            <a:extLst>
              <a:ext uri="{FF2B5EF4-FFF2-40B4-BE49-F238E27FC236}">
                <a16:creationId xmlns:a16="http://schemas.microsoft.com/office/drawing/2014/main" id="{D39AAA12-1DF6-B7E5-60BD-351B063914B2}"/>
              </a:ext>
            </a:extLst>
          </p:cNvPr>
          <p:cNvSpPr txBox="1">
            <a:spLocks/>
          </p:cNvSpPr>
          <p:nvPr/>
        </p:nvSpPr>
        <p:spPr>
          <a:xfrm>
            <a:off x="9448800" y="649287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D8FB45C0-4B32-43DE-93B9-6E575D49CD52}" type="slidenum">
              <a:rPr lang="en-IN" sz="1000" smtClean="0">
                <a:solidFill>
                  <a:prstClr val="black">
                    <a:tint val="75000"/>
                  </a:prstClr>
                </a:solidFill>
                <a:latin typeface="Segoe UI"/>
              </a:rPr>
              <a:pPr algn="r">
                <a:defRPr/>
              </a:pPr>
              <a:t>12</a:t>
            </a:fld>
            <a:endParaRPr lang="en-IN" sz="1000">
              <a:solidFill>
                <a:prstClr val="black">
                  <a:tint val="75000"/>
                </a:prstClr>
              </a:solidFill>
              <a:latin typeface="Segoe UI"/>
            </a:endParaRPr>
          </a:p>
        </p:txBody>
      </p:sp>
      <p:sp>
        <p:nvSpPr>
          <p:cNvPr id="36" name="Text Placeholder 7">
            <a:extLst>
              <a:ext uri="{FF2B5EF4-FFF2-40B4-BE49-F238E27FC236}">
                <a16:creationId xmlns:a16="http://schemas.microsoft.com/office/drawing/2014/main" id="{3990C615-70A0-BC5E-0809-E4128A9F0FD5}"/>
              </a:ext>
            </a:extLst>
          </p:cNvPr>
          <p:cNvSpPr txBox="1">
            <a:spLocks/>
          </p:cNvSpPr>
          <p:nvPr/>
        </p:nvSpPr>
        <p:spPr>
          <a:xfrm>
            <a:off x="6423196" y="4421872"/>
            <a:ext cx="4960602" cy="261609"/>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rgbClr val="1BD760"/>
                </a:solidFill>
              </a:rPr>
              <a:t>TOP 3 PAIN-POINTS  FROM VOICE OF CUSTOMER</a:t>
            </a:r>
          </a:p>
        </p:txBody>
      </p:sp>
      <p:graphicFrame>
        <p:nvGraphicFramePr>
          <p:cNvPr id="38" name="Chart 37">
            <a:extLst>
              <a:ext uri="{FF2B5EF4-FFF2-40B4-BE49-F238E27FC236}">
                <a16:creationId xmlns:a16="http://schemas.microsoft.com/office/drawing/2014/main" id="{AFB37398-A5CC-6ED6-003C-45017C23D2A0}"/>
              </a:ext>
            </a:extLst>
          </p:cNvPr>
          <p:cNvGraphicFramePr/>
          <p:nvPr>
            <p:extLst>
              <p:ext uri="{D42A27DB-BD31-4B8C-83A1-F6EECF244321}">
                <p14:modId xmlns:p14="http://schemas.microsoft.com/office/powerpoint/2010/main" val="1613540614"/>
              </p:ext>
            </p:extLst>
          </p:nvPr>
        </p:nvGraphicFramePr>
        <p:xfrm>
          <a:off x="529479" y="2541012"/>
          <a:ext cx="2588626" cy="1828800"/>
        </p:xfrm>
        <a:graphic>
          <a:graphicData uri="http://schemas.openxmlformats.org/drawingml/2006/chart">
            <c:chart xmlns:c="http://schemas.openxmlformats.org/drawingml/2006/chart" xmlns:r="http://schemas.openxmlformats.org/officeDocument/2006/relationships" r:id="rId2"/>
          </a:graphicData>
        </a:graphic>
      </p:graphicFrame>
      <p:cxnSp>
        <p:nvCxnSpPr>
          <p:cNvPr id="40" name="Straight Connector 39">
            <a:extLst>
              <a:ext uri="{FF2B5EF4-FFF2-40B4-BE49-F238E27FC236}">
                <a16:creationId xmlns:a16="http://schemas.microsoft.com/office/drawing/2014/main" id="{BFA9E966-DEDC-40D3-32B4-EF7E4484FE51}"/>
              </a:ext>
            </a:extLst>
          </p:cNvPr>
          <p:cNvCxnSpPr>
            <a:cxnSpLocks/>
          </p:cNvCxnSpPr>
          <p:nvPr/>
        </p:nvCxnSpPr>
        <p:spPr>
          <a:xfrm>
            <a:off x="6441288" y="2480933"/>
            <a:ext cx="5320101"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0563D2AA-8E8A-37E1-B002-F17DBE80C179}"/>
              </a:ext>
            </a:extLst>
          </p:cNvPr>
          <p:cNvCxnSpPr>
            <a:cxnSpLocks/>
          </p:cNvCxnSpPr>
          <p:nvPr/>
        </p:nvCxnSpPr>
        <p:spPr>
          <a:xfrm>
            <a:off x="529481" y="2480933"/>
            <a:ext cx="5320101"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BB8F8F32-1FE7-F6AE-E691-55AE678B9C06}"/>
              </a:ext>
            </a:extLst>
          </p:cNvPr>
          <p:cNvCxnSpPr>
            <a:cxnSpLocks/>
          </p:cNvCxnSpPr>
          <p:nvPr/>
        </p:nvCxnSpPr>
        <p:spPr>
          <a:xfrm>
            <a:off x="529045" y="4683481"/>
            <a:ext cx="2506328"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CF14F230-81DD-998F-5F79-800E4F7CB804}"/>
              </a:ext>
            </a:extLst>
          </p:cNvPr>
          <p:cNvCxnSpPr>
            <a:cxnSpLocks/>
          </p:cNvCxnSpPr>
          <p:nvPr/>
        </p:nvCxnSpPr>
        <p:spPr>
          <a:xfrm>
            <a:off x="6423196" y="4683481"/>
            <a:ext cx="5320101"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B4E05A91-8E90-0366-FDC0-A13B877DE8CE}"/>
              </a:ext>
            </a:extLst>
          </p:cNvPr>
          <p:cNvCxnSpPr>
            <a:cxnSpLocks/>
          </p:cNvCxnSpPr>
          <p:nvPr/>
        </p:nvCxnSpPr>
        <p:spPr>
          <a:xfrm>
            <a:off x="3278341" y="4674144"/>
            <a:ext cx="2506328"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graphicFrame>
        <p:nvGraphicFramePr>
          <p:cNvPr id="48" name="Chart 47">
            <a:extLst>
              <a:ext uri="{FF2B5EF4-FFF2-40B4-BE49-F238E27FC236}">
                <a16:creationId xmlns:a16="http://schemas.microsoft.com/office/drawing/2014/main" id="{FC19719D-2A63-9C60-C282-F4C2592A28BE}"/>
              </a:ext>
            </a:extLst>
          </p:cNvPr>
          <p:cNvGraphicFramePr/>
          <p:nvPr>
            <p:extLst>
              <p:ext uri="{D42A27DB-BD31-4B8C-83A1-F6EECF244321}">
                <p14:modId xmlns:p14="http://schemas.microsoft.com/office/powerpoint/2010/main" val="422104137"/>
              </p:ext>
            </p:extLst>
          </p:nvPr>
        </p:nvGraphicFramePr>
        <p:xfrm>
          <a:off x="3278775" y="2541012"/>
          <a:ext cx="2588626" cy="18288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9" name="Chart 48">
            <a:extLst>
              <a:ext uri="{FF2B5EF4-FFF2-40B4-BE49-F238E27FC236}">
                <a16:creationId xmlns:a16="http://schemas.microsoft.com/office/drawing/2014/main" id="{432449AB-F86C-3988-CE88-54B8E4E2CC4F}"/>
              </a:ext>
            </a:extLst>
          </p:cNvPr>
          <p:cNvGraphicFramePr/>
          <p:nvPr>
            <p:extLst>
              <p:ext uri="{D42A27DB-BD31-4B8C-83A1-F6EECF244321}">
                <p14:modId xmlns:p14="http://schemas.microsoft.com/office/powerpoint/2010/main" val="1616532564"/>
              </p:ext>
            </p:extLst>
          </p:nvPr>
        </p:nvGraphicFramePr>
        <p:xfrm>
          <a:off x="9165339" y="2541012"/>
          <a:ext cx="2588626" cy="18288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2" name="Chart 51">
            <a:extLst>
              <a:ext uri="{FF2B5EF4-FFF2-40B4-BE49-F238E27FC236}">
                <a16:creationId xmlns:a16="http://schemas.microsoft.com/office/drawing/2014/main" id="{E1976099-A0D8-8C34-D629-88504E6CE54D}"/>
              </a:ext>
            </a:extLst>
          </p:cNvPr>
          <p:cNvGraphicFramePr/>
          <p:nvPr>
            <p:extLst>
              <p:ext uri="{D42A27DB-BD31-4B8C-83A1-F6EECF244321}">
                <p14:modId xmlns:p14="http://schemas.microsoft.com/office/powerpoint/2010/main" val="771522704"/>
              </p:ext>
            </p:extLst>
          </p:nvPr>
        </p:nvGraphicFramePr>
        <p:xfrm>
          <a:off x="3278339" y="4785192"/>
          <a:ext cx="2588626" cy="1828800"/>
        </p:xfrm>
        <a:graphic>
          <a:graphicData uri="http://schemas.openxmlformats.org/drawingml/2006/chart">
            <c:chart xmlns:c="http://schemas.openxmlformats.org/drawingml/2006/chart" xmlns:r="http://schemas.openxmlformats.org/officeDocument/2006/relationships" r:id="rId5"/>
          </a:graphicData>
        </a:graphic>
      </p:graphicFrame>
      <p:sp>
        <p:nvSpPr>
          <p:cNvPr id="54" name="Rectangle 53">
            <a:extLst>
              <a:ext uri="{FF2B5EF4-FFF2-40B4-BE49-F238E27FC236}">
                <a16:creationId xmlns:a16="http://schemas.microsoft.com/office/drawing/2014/main" id="{2DBAE316-D84D-C068-0D7A-1FD026D24BD3}"/>
              </a:ext>
            </a:extLst>
          </p:cNvPr>
          <p:cNvSpPr/>
          <p:nvPr/>
        </p:nvSpPr>
        <p:spPr>
          <a:xfrm>
            <a:off x="3983301" y="5255409"/>
            <a:ext cx="1801368" cy="650524"/>
          </a:xfrm>
          <a:prstGeom prst="rect">
            <a:avLst/>
          </a:prstGeom>
          <a:solidFill>
            <a:schemeClr val="tx1">
              <a:lumMod val="50000"/>
              <a:lumOff val="5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Pending calculation</a:t>
            </a:r>
          </a:p>
        </p:txBody>
      </p:sp>
      <p:graphicFrame>
        <p:nvGraphicFramePr>
          <p:cNvPr id="56" name="Table 55">
            <a:extLst>
              <a:ext uri="{FF2B5EF4-FFF2-40B4-BE49-F238E27FC236}">
                <a16:creationId xmlns:a16="http://schemas.microsoft.com/office/drawing/2014/main" id="{119E8956-F091-B3E4-8F73-91838F553D79}"/>
              </a:ext>
            </a:extLst>
          </p:cNvPr>
          <p:cNvGraphicFramePr>
            <a:graphicFrameLocks noGrp="1"/>
          </p:cNvGraphicFramePr>
          <p:nvPr>
            <p:extLst>
              <p:ext uri="{D42A27DB-BD31-4B8C-83A1-F6EECF244321}">
                <p14:modId xmlns:p14="http://schemas.microsoft.com/office/powerpoint/2010/main" val="2853903344"/>
              </p:ext>
            </p:extLst>
          </p:nvPr>
        </p:nvGraphicFramePr>
        <p:xfrm>
          <a:off x="518372" y="1184722"/>
          <a:ext cx="11273577" cy="335280"/>
        </p:xfrm>
        <a:graphic>
          <a:graphicData uri="http://schemas.openxmlformats.org/drawingml/2006/table">
            <a:tbl>
              <a:tblPr firstRow="1" bandRow="1">
                <a:tableStyleId>{5C22544A-7EE6-4342-B048-85BDC9FD1C3A}</a:tableStyleId>
              </a:tblPr>
              <a:tblGrid>
                <a:gridCol w="11273577">
                  <a:extLst>
                    <a:ext uri="{9D8B030D-6E8A-4147-A177-3AD203B41FA5}">
                      <a16:colId xmlns:a16="http://schemas.microsoft.com/office/drawing/2014/main" val="1142102005"/>
                    </a:ext>
                  </a:extLst>
                </a:gridCol>
              </a:tblGrid>
              <a:tr h="257776">
                <a:tc>
                  <a:txBody>
                    <a:bodyPr/>
                    <a:lstStyle/>
                    <a:p>
                      <a:pPr marL="91440" algn="l"/>
                      <a:r>
                        <a:rPr lang="en-US" sz="1600" b="1" i="0">
                          <a:solidFill>
                            <a:schemeClr val="bg1"/>
                          </a:solidFill>
                          <a:latin typeface="+mn-lt"/>
                        </a:rPr>
                        <a:t>GET HELP Journey</a:t>
                      </a: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BD760"/>
                    </a:solidFill>
                  </a:tcPr>
                </a:tc>
                <a:extLst>
                  <a:ext uri="{0D108BD9-81ED-4DB2-BD59-A6C34878D82A}">
                    <a16:rowId xmlns:a16="http://schemas.microsoft.com/office/drawing/2014/main" val="1669449696"/>
                  </a:ext>
                </a:extLst>
              </a:tr>
            </a:tbl>
          </a:graphicData>
        </a:graphic>
      </p:graphicFrame>
      <p:pic>
        <p:nvPicPr>
          <p:cNvPr id="58" name="Picture 57" descr="A green and white star&#10;&#10;AI-generated content may be incorrect.">
            <a:extLst>
              <a:ext uri="{FF2B5EF4-FFF2-40B4-BE49-F238E27FC236}">
                <a16:creationId xmlns:a16="http://schemas.microsoft.com/office/drawing/2014/main" id="{F94C436B-2716-3709-22D5-35DA20EF06DD}"/>
              </a:ext>
            </a:extLst>
          </p:cNvPr>
          <p:cNvPicPr>
            <a:picLocks noChangeAspect="1"/>
          </p:cNvPicPr>
          <p:nvPr/>
        </p:nvPicPr>
        <p:blipFill>
          <a:blip r:embed="rId6"/>
          <a:stretch>
            <a:fillRect/>
          </a:stretch>
        </p:blipFill>
        <p:spPr>
          <a:xfrm>
            <a:off x="256428" y="94285"/>
            <a:ext cx="546100" cy="736600"/>
          </a:xfrm>
          <a:prstGeom prst="rect">
            <a:avLst/>
          </a:prstGeom>
        </p:spPr>
      </p:pic>
      <p:graphicFrame>
        <p:nvGraphicFramePr>
          <p:cNvPr id="6" name="Chart 5">
            <a:extLst>
              <a:ext uri="{FF2B5EF4-FFF2-40B4-BE49-F238E27FC236}">
                <a16:creationId xmlns:a16="http://schemas.microsoft.com/office/drawing/2014/main" id="{3E6B90DF-B821-7C96-0C57-807414F08D4B}"/>
              </a:ext>
            </a:extLst>
          </p:cNvPr>
          <p:cNvGraphicFramePr/>
          <p:nvPr>
            <p:extLst>
              <p:ext uri="{D42A27DB-BD31-4B8C-83A1-F6EECF244321}">
                <p14:modId xmlns:p14="http://schemas.microsoft.com/office/powerpoint/2010/main" val="3584977116"/>
              </p:ext>
            </p:extLst>
          </p:nvPr>
        </p:nvGraphicFramePr>
        <p:xfrm>
          <a:off x="529479" y="4785192"/>
          <a:ext cx="2588626" cy="18288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3" name="Chart 12">
            <a:extLst>
              <a:ext uri="{FF2B5EF4-FFF2-40B4-BE49-F238E27FC236}">
                <a16:creationId xmlns:a16="http://schemas.microsoft.com/office/drawing/2014/main" id="{8B812F28-29AA-7852-272B-BA4415EE2A43}"/>
              </a:ext>
            </a:extLst>
          </p:cNvPr>
          <p:cNvGraphicFramePr/>
          <p:nvPr>
            <p:extLst>
              <p:ext uri="{D42A27DB-BD31-4B8C-83A1-F6EECF244321}">
                <p14:modId xmlns:p14="http://schemas.microsoft.com/office/powerpoint/2010/main" val="3682935038"/>
              </p:ext>
            </p:extLst>
          </p:nvPr>
        </p:nvGraphicFramePr>
        <p:xfrm>
          <a:off x="6423467" y="2541012"/>
          <a:ext cx="2588626" cy="1828800"/>
        </p:xfrm>
        <a:graphic>
          <a:graphicData uri="http://schemas.openxmlformats.org/drawingml/2006/chart">
            <c:chart xmlns:c="http://schemas.openxmlformats.org/drawingml/2006/chart" xmlns:r="http://schemas.openxmlformats.org/officeDocument/2006/relationships" r:id="rId8"/>
          </a:graphicData>
        </a:graphic>
      </p:graphicFrame>
      <p:sp>
        <p:nvSpPr>
          <p:cNvPr id="14" name="Text Placeholder 7">
            <a:extLst>
              <a:ext uri="{FF2B5EF4-FFF2-40B4-BE49-F238E27FC236}">
                <a16:creationId xmlns:a16="http://schemas.microsoft.com/office/drawing/2014/main" id="{1AE31ADC-7628-D27D-DFA5-AF70C8B77570}"/>
              </a:ext>
            </a:extLst>
          </p:cNvPr>
          <p:cNvSpPr txBox="1">
            <a:spLocks/>
          </p:cNvSpPr>
          <p:nvPr/>
        </p:nvSpPr>
        <p:spPr>
          <a:xfrm>
            <a:off x="9224629" y="1263993"/>
            <a:ext cx="2470046" cy="21342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SG" sz="1100" b="1" i="0" u="none" strike="noStrike" kern="1200" cap="none" spc="0" normalizeH="0" baseline="0" noProof="0">
                <a:ln>
                  <a:noFill/>
                </a:ln>
                <a:solidFill>
                  <a:schemeClr val="bg1"/>
                </a:solidFill>
                <a:effectLst/>
                <a:uLnTx/>
                <a:uFillTx/>
                <a:latin typeface="Aptos" panose="02110004020202020204"/>
                <a:ea typeface="+mn-ea"/>
                <a:cs typeface="+mn-cs"/>
              </a:rPr>
              <a:t>Journey Owner: Roy Looi</a:t>
            </a:r>
          </a:p>
        </p:txBody>
      </p:sp>
      <p:sp>
        <p:nvSpPr>
          <p:cNvPr id="16" name="Pentagon 15">
            <a:extLst>
              <a:ext uri="{FF2B5EF4-FFF2-40B4-BE49-F238E27FC236}">
                <a16:creationId xmlns:a16="http://schemas.microsoft.com/office/drawing/2014/main" id="{ECC18CE2-35D3-2149-7FC5-97A9FBBE68C9}"/>
              </a:ext>
            </a:extLst>
          </p:cNvPr>
          <p:cNvSpPr/>
          <p:nvPr/>
        </p:nvSpPr>
        <p:spPr>
          <a:xfrm>
            <a:off x="10613233"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Resolution &amp; follow-up</a:t>
            </a:r>
          </a:p>
        </p:txBody>
      </p:sp>
      <p:sp>
        <p:nvSpPr>
          <p:cNvPr id="17" name="Pentagon 16">
            <a:extLst>
              <a:ext uri="{FF2B5EF4-FFF2-40B4-BE49-F238E27FC236}">
                <a16:creationId xmlns:a16="http://schemas.microsoft.com/office/drawing/2014/main" id="{420CC314-B2DA-1018-1512-06E4CD4340B1}"/>
              </a:ext>
            </a:extLst>
          </p:cNvPr>
          <p:cNvSpPr/>
          <p:nvPr/>
        </p:nvSpPr>
        <p:spPr>
          <a:xfrm>
            <a:off x="9494059"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Transfer of ownership</a:t>
            </a:r>
          </a:p>
        </p:txBody>
      </p:sp>
      <p:sp>
        <p:nvSpPr>
          <p:cNvPr id="18" name="Pentagon 17">
            <a:extLst>
              <a:ext uri="{FF2B5EF4-FFF2-40B4-BE49-F238E27FC236}">
                <a16:creationId xmlns:a16="http://schemas.microsoft.com/office/drawing/2014/main" id="{3BBE48E7-3A80-4D46-FC23-2DCB8DCE28EA}"/>
              </a:ext>
            </a:extLst>
          </p:cNvPr>
          <p:cNvSpPr/>
          <p:nvPr/>
        </p:nvSpPr>
        <p:spPr>
          <a:xfrm>
            <a:off x="8373173"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Submit claim</a:t>
            </a:r>
          </a:p>
        </p:txBody>
      </p:sp>
      <p:sp>
        <p:nvSpPr>
          <p:cNvPr id="19" name="Pentagon 18">
            <a:extLst>
              <a:ext uri="{FF2B5EF4-FFF2-40B4-BE49-F238E27FC236}">
                <a16:creationId xmlns:a16="http://schemas.microsoft.com/office/drawing/2014/main" id="{6932DC09-952B-5A16-A05C-961BC28FF9B8}"/>
              </a:ext>
            </a:extLst>
          </p:cNvPr>
          <p:cNvSpPr/>
          <p:nvPr/>
        </p:nvSpPr>
        <p:spPr>
          <a:xfrm>
            <a:off x="7253999"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Schedule service visit</a:t>
            </a:r>
          </a:p>
        </p:txBody>
      </p:sp>
      <p:sp>
        <p:nvSpPr>
          <p:cNvPr id="20" name="Pentagon 19">
            <a:extLst>
              <a:ext uri="{FF2B5EF4-FFF2-40B4-BE49-F238E27FC236}">
                <a16:creationId xmlns:a16="http://schemas.microsoft.com/office/drawing/2014/main" id="{DA1ECC52-1EBD-13F5-1AFE-EAFC70DAC32B}"/>
              </a:ext>
            </a:extLst>
          </p:cNvPr>
          <p:cNvSpPr/>
          <p:nvPr/>
        </p:nvSpPr>
        <p:spPr>
          <a:xfrm>
            <a:off x="6101714"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Get case ID and track status</a:t>
            </a:r>
          </a:p>
        </p:txBody>
      </p:sp>
      <p:sp>
        <p:nvSpPr>
          <p:cNvPr id="21" name="Pentagon 20">
            <a:extLst>
              <a:ext uri="{FF2B5EF4-FFF2-40B4-BE49-F238E27FC236}">
                <a16:creationId xmlns:a16="http://schemas.microsoft.com/office/drawing/2014/main" id="{AB600CA9-5773-9F91-4FDC-2352807B6152}"/>
              </a:ext>
            </a:extLst>
          </p:cNvPr>
          <p:cNvSpPr/>
          <p:nvPr/>
        </p:nvSpPr>
        <p:spPr>
          <a:xfrm>
            <a:off x="4982539"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Escalate</a:t>
            </a:r>
          </a:p>
        </p:txBody>
      </p:sp>
      <p:sp>
        <p:nvSpPr>
          <p:cNvPr id="22" name="Pentagon 21">
            <a:extLst>
              <a:ext uri="{FF2B5EF4-FFF2-40B4-BE49-F238E27FC236}">
                <a16:creationId xmlns:a16="http://schemas.microsoft.com/office/drawing/2014/main" id="{C24142CB-9276-9367-A4C3-120CC9FCF9E8}"/>
              </a:ext>
            </a:extLst>
          </p:cNvPr>
          <p:cNvSpPr/>
          <p:nvPr/>
        </p:nvSpPr>
        <p:spPr>
          <a:xfrm>
            <a:off x="3861654"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Get instructions</a:t>
            </a:r>
          </a:p>
        </p:txBody>
      </p:sp>
      <p:sp>
        <p:nvSpPr>
          <p:cNvPr id="23" name="Pentagon 22">
            <a:extLst>
              <a:ext uri="{FF2B5EF4-FFF2-40B4-BE49-F238E27FC236}">
                <a16:creationId xmlns:a16="http://schemas.microsoft.com/office/drawing/2014/main" id="{00CB639A-C1A3-CA24-23EA-D71E3E696EF3}"/>
              </a:ext>
            </a:extLst>
          </p:cNvPr>
          <p:cNvSpPr/>
          <p:nvPr/>
        </p:nvSpPr>
        <p:spPr>
          <a:xfrm>
            <a:off x="2742479"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Visit shop for assistance</a:t>
            </a:r>
          </a:p>
        </p:txBody>
      </p:sp>
      <p:sp>
        <p:nvSpPr>
          <p:cNvPr id="24" name="Pentagon 23">
            <a:extLst>
              <a:ext uri="{FF2B5EF4-FFF2-40B4-BE49-F238E27FC236}">
                <a16:creationId xmlns:a16="http://schemas.microsoft.com/office/drawing/2014/main" id="{9275FC56-75CC-ABB4-6FCD-8B95436F6E0E}"/>
              </a:ext>
            </a:extLst>
          </p:cNvPr>
          <p:cNvSpPr/>
          <p:nvPr/>
        </p:nvSpPr>
        <p:spPr>
          <a:xfrm>
            <a:off x="1621594"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Request service change</a:t>
            </a:r>
          </a:p>
        </p:txBody>
      </p:sp>
      <p:sp>
        <p:nvSpPr>
          <p:cNvPr id="25" name="Pentagon 24">
            <a:extLst>
              <a:ext uri="{FF2B5EF4-FFF2-40B4-BE49-F238E27FC236}">
                <a16:creationId xmlns:a16="http://schemas.microsoft.com/office/drawing/2014/main" id="{200538D8-83AE-4157-993A-DF98DB8A6BA1}"/>
              </a:ext>
            </a:extLst>
          </p:cNvPr>
          <p:cNvSpPr/>
          <p:nvPr/>
        </p:nvSpPr>
        <p:spPr>
          <a:xfrm>
            <a:off x="518373"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Choose help channel &amp; raise an issue</a:t>
            </a:r>
          </a:p>
        </p:txBody>
      </p:sp>
      <p:sp>
        <p:nvSpPr>
          <p:cNvPr id="2" name="Text Placeholder 7">
            <a:extLst>
              <a:ext uri="{FF2B5EF4-FFF2-40B4-BE49-F238E27FC236}">
                <a16:creationId xmlns:a16="http://schemas.microsoft.com/office/drawing/2014/main" id="{BFAAE2E0-3A55-2A07-BDD1-B865524B3245}"/>
              </a:ext>
            </a:extLst>
          </p:cNvPr>
          <p:cNvSpPr txBox="1">
            <a:spLocks/>
          </p:cNvSpPr>
          <p:nvPr/>
        </p:nvSpPr>
        <p:spPr>
          <a:xfrm>
            <a:off x="6423196" y="4421872"/>
            <a:ext cx="4960602" cy="261609"/>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TOP 3 PAIN-POINTS  FROM VOICE OF CUSTOMER</a:t>
            </a:r>
          </a:p>
        </p:txBody>
      </p:sp>
      <p:sp>
        <p:nvSpPr>
          <p:cNvPr id="3" name="Text Placeholder 7">
            <a:extLst>
              <a:ext uri="{FF2B5EF4-FFF2-40B4-BE49-F238E27FC236}">
                <a16:creationId xmlns:a16="http://schemas.microsoft.com/office/drawing/2014/main" id="{2AA97A9B-1D5F-827F-C675-E12E4CEEE0F1}"/>
              </a:ext>
            </a:extLst>
          </p:cNvPr>
          <p:cNvSpPr txBox="1">
            <a:spLocks/>
          </p:cNvSpPr>
          <p:nvPr/>
        </p:nvSpPr>
        <p:spPr>
          <a:xfrm>
            <a:off x="6645720" y="2216570"/>
            <a:ext cx="4960602" cy="26161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USER CENTRICITY</a:t>
            </a:r>
          </a:p>
        </p:txBody>
      </p:sp>
      <p:sp>
        <p:nvSpPr>
          <p:cNvPr id="4" name="Text Placeholder 7">
            <a:extLst>
              <a:ext uri="{FF2B5EF4-FFF2-40B4-BE49-F238E27FC236}">
                <a16:creationId xmlns:a16="http://schemas.microsoft.com/office/drawing/2014/main" id="{C1D2547A-739E-DB07-BF6F-0AFDD9DEE52D}"/>
              </a:ext>
            </a:extLst>
          </p:cNvPr>
          <p:cNvSpPr txBox="1">
            <a:spLocks/>
          </p:cNvSpPr>
          <p:nvPr/>
        </p:nvSpPr>
        <p:spPr>
          <a:xfrm>
            <a:off x="752529" y="2239631"/>
            <a:ext cx="4960602" cy="26161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DELIGHT</a:t>
            </a:r>
          </a:p>
        </p:txBody>
      </p:sp>
      <p:sp>
        <p:nvSpPr>
          <p:cNvPr id="5" name="Text Placeholder 7">
            <a:extLst>
              <a:ext uri="{FF2B5EF4-FFF2-40B4-BE49-F238E27FC236}">
                <a16:creationId xmlns:a16="http://schemas.microsoft.com/office/drawing/2014/main" id="{D5C878EA-2251-8AF3-7F59-BC9866BC99ED}"/>
              </a:ext>
            </a:extLst>
          </p:cNvPr>
          <p:cNvSpPr txBox="1">
            <a:spLocks/>
          </p:cNvSpPr>
          <p:nvPr/>
        </p:nvSpPr>
        <p:spPr>
          <a:xfrm>
            <a:off x="707848" y="4445062"/>
            <a:ext cx="2286874" cy="26161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CONSISTENCY</a:t>
            </a:r>
          </a:p>
        </p:txBody>
      </p:sp>
      <p:sp>
        <p:nvSpPr>
          <p:cNvPr id="7" name="Text Placeholder 7">
            <a:extLst>
              <a:ext uri="{FF2B5EF4-FFF2-40B4-BE49-F238E27FC236}">
                <a16:creationId xmlns:a16="http://schemas.microsoft.com/office/drawing/2014/main" id="{F889AF78-4668-8D6A-FA2A-DAD31B699336}"/>
              </a:ext>
            </a:extLst>
          </p:cNvPr>
          <p:cNvSpPr txBox="1">
            <a:spLocks/>
          </p:cNvSpPr>
          <p:nvPr/>
        </p:nvSpPr>
        <p:spPr>
          <a:xfrm>
            <a:off x="3426257" y="4421871"/>
            <a:ext cx="2286874" cy="26161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EFFICIENCY</a:t>
            </a:r>
          </a:p>
        </p:txBody>
      </p:sp>
      <p:sp>
        <p:nvSpPr>
          <p:cNvPr id="26" name="Oval 25">
            <a:extLst>
              <a:ext uri="{FF2B5EF4-FFF2-40B4-BE49-F238E27FC236}">
                <a16:creationId xmlns:a16="http://schemas.microsoft.com/office/drawing/2014/main" id="{8BE897E9-4B5A-7967-E1F0-F610BAF772BB}"/>
              </a:ext>
            </a:extLst>
          </p:cNvPr>
          <p:cNvSpPr/>
          <p:nvPr/>
        </p:nvSpPr>
        <p:spPr>
          <a:xfrm>
            <a:off x="547533" y="2244956"/>
            <a:ext cx="194346" cy="194346"/>
          </a:xfrm>
          <a:prstGeom prst="ellipse">
            <a:avLst/>
          </a:prstGeom>
          <a:solidFill>
            <a:srgbClr val="1B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7A7DB3A7-7A61-9132-C4C5-A3588AB96E4E}"/>
              </a:ext>
            </a:extLst>
          </p:cNvPr>
          <p:cNvSpPr/>
          <p:nvPr/>
        </p:nvSpPr>
        <p:spPr>
          <a:xfrm>
            <a:off x="6440849" y="2250339"/>
            <a:ext cx="194346" cy="194346"/>
          </a:xfrm>
          <a:prstGeom prst="ellipse">
            <a:avLst/>
          </a:prstGeom>
          <a:solidFill>
            <a:srgbClr val="1B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4FF6AD74-50B4-543A-B1BA-32CDE04DECAA}"/>
              </a:ext>
            </a:extLst>
          </p:cNvPr>
          <p:cNvSpPr/>
          <p:nvPr/>
        </p:nvSpPr>
        <p:spPr>
          <a:xfrm>
            <a:off x="3265587" y="4447486"/>
            <a:ext cx="194346" cy="194346"/>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07E084A7-20D8-4F67-5F15-03B7434B565E}"/>
              </a:ext>
            </a:extLst>
          </p:cNvPr>
          <p:cNvSpPr/>
          <p:nvPr/>
        </p:nvSpPr>
        <p:spPr>
          <a:xfrm>
            <a:off x="529043" y="4448983"/>
            <a:ext cx="194346" cy="194346"/>
          </a:xfrm>
          <a:prstGeom prst="ellipse">
            <a:avLst/>
          </a:prstGeom>
          <a:solidFill>
            <a:srgbClr val="1B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9873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042C9-A9CA-50D0-5019-B60DEEE581C2}"/>
            </a:ext>
          </a:extLst>
        </p:cNvPr>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CBD3BD72-B6F9-48FD-EF58-189DD5D6353C}"/>
              </a:ext>
            </a:extLst>
          </p:cNvPr>
          <p:cNvGraphicFramePr>
            <a:graphicFrameLocks noGrp="1"/>
          </p:cNvGraphicFramePr>
          <p:nvPr>
            <p:extLst>
              <p:ext uri="{D42A27DB-BD31-4B8C-83A1-F6EECF244321}">
                <p14:modId xmlns:p14="http://schemas.microsoft.com/office/powerpoint/2010/main" val="2319936121"/>
              </p:ext>
            </p:extLst>
          </p:nvPr>
        </p:nvGraphicFramePr>
        <p:xfrm>
          <a:off x="6424336" y="4706487"/>
          <a:ext cx="5322909" cy="217932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4251781972"/>
                    </a:ext>
                  </a:extLst>
                </a:gridCol>
                <a:gridCol w="2542997">
                  <a:extLst>
                    <a:ext uri="{9D8B030D-6E8A-4147-A177-3AD203B41FA5}">
                      <a16:colId xmlns:a16="http://schemas.microsoft.com/office/drawing/2014/main" val="708272898"/>
                    </a:ext>
                  </a:extLst>
                </a:gridCol>
                <a:gridCol w="1034716">
                  <a:extLst>
                    <a:ext uri="{9D8B030D-6E8A-4147-A177-3AD203B41FA5}">
                      <a16:colId xmlns:a16="http://schemas.microsoft.com/office/drawing/2014/main" val="2745892351"/>
                    </a:ext>
                  </a:extLst>
                </a:gridCol>
                <a:gridCol w="603860">
                  <a:extLst>
                    <a:ext uri="{9D8B030D-6E8A-4147-A177-3AD203B41FA5}">
                      <a16:colId xmlns:a16="http://schemas.microsoft.com/office/drawing/2014/main" val="458589996"/>
                    </a:ext>
                  </a:extLst>
                </a:gridCol>
                <a:gridCol w="933056">
                  <a:extLst>
                    <a:ext uri="{9D8B030D-6E8A-4147-A177-3AD203B41FA5}">
                      <a16:colId xmlns:a16="http://schemas.microsoft.com/office/drawing/2014/main" val="3779340425"/>
                    </a:ext>
                  </a:extLst>
                </a:gridCol>
              </a:tblGrid>
              <a:tr h="236905">
                <a:tc gridSpan="2">
                  <a:txBody>
                    <a:bodyPr/>
                    <a:lstStyle/>
                    <a:p>
                      <a:r>
                        <a:rPr lang="en-US" sz="1100" b="1">
                          <a:solidFill>
                            <a:schemeClr val="tx1">
                              <a:lumMod val="75000"/>
                              <a:lumOff val="25000"/>
                            </a:schemeClr>
                          </a:solidFill>
                        </a:rPr>
                        <a:t>Top customer Pain-point </a:t>
                      </a:r>
                      <a:endParaRPr lang="en-US" sz="1100" b="0">
                        <a:solidFill>
                          <a:schemeClr val="bg1">
                            <a:lumMod val="65000"/>
                          </a:schemeClr>
                        </a:solidFill>
                      </a:endParaRPr>
                    </a:p>
                  </a:txBody>
                  <a:tcPr anchor="ctr">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nchor="b">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b="1">
                          <a:solidFill>
                            <a:schemeClr val="tx1">
                              <a:lumMod val="75000"/>
                              <a:lumOff val="25000"/>
                            </a:schemeClr>
                          </a:solidFill>
                        </a:rPr>
                        <a:t>Call vol. p/m</a:t>
                      </a:r>
                    </a:p>
                  </a:txBody>
                  <a:tcPr anchor="b">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b="1">
                          <a:solidFill>
                            <a:schemeClr val="tx1">
                              <a:lumMod val="75000"/>
                              <a:lumOff val="25000"/>
                            </a:schemeClr>
                          </a:solidFill>
                        </a:rPr>
                        <a:t>Churn</a:t>
                      </a:r>
                    </a:p>
                  </a:txBody>
                  <a:tcPr anchor="b">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b="1">
                          <a:solidFill>
                            <a:schemeClr val="tx1">
                              <a:lumMod val="75000"/>
                              <a:lumOff val="25000"/>
                            </a:schemeClr>
                          </a:solidFill>
                        </a:rPr>
                        <a:t>Actions</a:t>
                      </a:r>
                    </a:p>
                  </a:txBody>
                  <a:tcPr anchor="b">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62683023"/>
                  </a:ext>
                </a:extLst>
              </a:tr>
              <a:tr h="457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b="1">
                          <a:solidFill>
                            <a:schemeClr val="tx1"/>
                          </a:solidFill>
                        </a:rPr>
                        <a:t>1</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b="0">
                          <a:solidFill>
                            <a:schemeClr val="tx1"/>
                          </a:solidFill>
                        </a:rPr>
                        <a:t>Understanding bill breakdown | What are these charges | Explain billing statement</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US" sz="1200" b="0" i="0" u="none" strike="noStrike">
                          <a:solidFill>
                            <a:schemeClr val="tx1"/>
                          </a:solidFill>
                          <a:effectLst/>
                          <a:latin typeface="+mn-lt"/>
                        </a:rPr>
                        <a:t>2,451</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US" sz="1100" b="0" i="0" u="none" strike="noStrike">
                          <a:solidFill>
                            <a:srgbClr val="000000"/>
                          </a:solidFill>
                          <a:effectLst/>
                          <a:latin typeface="+mn-lt"/>
                        </a:rPr>
                        <a:t>2.10%</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a:solidFill>
                            <a:schemeClr val="tx1"/>
                          </a:solidFill>
                        </a:rPr>
                        <a:t>Statement as part of </a:t>
                      </a:r>
                      <a:r>
                        <a:rPr lang="en-US" sz="1200" b="0" err="1">
                          <a:solidFill>
                            <a:schemeClr val="tx1"/>
                          </a:solidFill>
                        </a:rPr>
                        <a:t>Hubbing</a:t>
                      </a:r>
                      <a:endParaRPr lang="en-US" sz="1200" b="0">
                        <a:solidFill>
                          <a:schemeClr val="tx1"/>
                        </a:solidFill>
                      </a:endParaRP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1BD760"/>
                    </a:solidFill>
                  </a:tcPr>
                </a:tc>
                <a:extLst>
                  <a:ext uri="{0D108BD9-81ED-4DB2-BD59-A6C34878D82A}">
                    <a16:rowId xmlns:a16="http://schemas.microsoft.com/office/drawing/2014/main" val="4226392352"/>
                  </a:ext>
                </a:extLst>
              </a:tr>
              <a:tr h="549205">
                <a:tc>
                  <a:txBody>
                    <a:bodyPr/>
                    <a:lstStyle/>
                    <a:p>
                      <a:r>
                        <a:rPr lang="en-US" sz="1200" b="1">
                          <a:solidFill>
                            <a:schemeClr val="tx1"/>
                          </a:solidFill>
                        </a:rPr>
                        <a:t>2</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b="0">
                          <a:solidFill>
                            <a:schemeClr val="tx1"/>
                          </a:solidFill>
                        </a:rPr>
                        <a:t>Verify payment received | Check payment status | Confirm payment processed</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a:solidFill>
                            <a:schemeClr val="tx1"/>
                          </a:solidFill>
                        </a:rPr>
                        <a:t>2,025</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mn-lt"/>
                        </a:rPr>
                        <a:t>2.17%</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a:solidFill>
                            <a:schemeClr val="tx1"/>
                          </a:solidFill>
                        </a:rPr>
                        <a:t>Supernova Mobile migration</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1BD760"/>
                    </a:solidFill>
                  </a:tcPr>
                </a:tc>
                <a:extLst>
                  <a:ext uri="{0D108BD9-81ED-4DB2-BD59-A6C34878D82A}">
                    <a16:rowId xmlns:a16="http://schemas.microsoft.com/office/drawing/2014/main" val="702406190"/>
                  </a:ext>
                </a:extLst>
              </a:tr>
              <a:tr h="417326">
                <a:tc>
                  <a:txBody>
                    <a:bodyPr/>
                    <a:lstStyle/>
                    <a:p>
                      <a:r>
                        <a:rPr lang="en-US" sz="1200" b="1">
                          <a:solidFill>
                            <a:schemeClr val="tx1"/>
                          </a:solidFill>
                        </a:rPr>
                        <a:t>3</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b="0">
                          <a:solidFill>
                            <a:schemeClr val="tx1"/>
                          </a:solidFill>
                        </a:rPr>
                        <a:t>Unable to track which bills are paid/unpaid | Payment status unclear | Payment history check</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Aptos" panose="02110004020202020204"/>
                          <a:ea typeface="+mn-ea"/>
                          <a:cs typeface="+mn-cs"/>
                        </a:rPr>
                        <a:t>1,937</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mn-lt"/>
                        </a:rPr>
                        <a:t>2.07%</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100" b="0">
                          <a:solidFill>
                            <a:schemeClr val="tx1"/>
                          </a:solidFill>
                        </a:rPr>
                        <a:t>Table in VOC</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769760863"/>
                  </a:ext>
                </a:extLst>
              </a:tr>
            </a:tbl>
          </a:graphicData>
        </a:graphic>
      </p:graphicFrame>
      <p:graphicFrame>
        <p:nvGraphicFramePr>
          <p:cNvPr id="11" name="Chart 10">
            <a:extLst>
              <a:ext uri="{FF2B5EF4-FFF2-40B4-BE49-F238E27FC236}">
                <a16:creationId xmlns:a16="http://schemas.microsoft.com/office/drawing/2014/main" id="{41F6A980-0B5A-0337-A206-7C7FA6F9B348}"/>
              </a:ext>
            </a:extLst>
          </p:cNvPr>
          <p:cNvGraphicFramePr/>
          <p:nvPr>
            <p:extLst>
              <p:ext uri="{D42A27DB-BD31-4B8C-83A1-F6EECF244321}">
                <p14:modId xmlns:p14="http://schemas.microsoft.com/office/powerpoint/2010/main" val="2500428739"/>
              </p:ext>
            </p:extLst>
          </p:nvPr>
        </p:nvGraphicFramePr>
        <p:xfrm>
          <a:off x="529479" y="2541012"/>
          <a:ext cx="2588626" cy="1828800"/>
        </p:xfrm>
        <a:graphic>
          <a:graphicData uri="http://schemas.openxmlformats.org/drawingml/2006/chart">
            <c:chart xmlns:c="http://schemas.openxmlformats.org/drawingml/2006/chart" xmlns:r="http://schemas.openxmlformats.org/officeDocument/2006/relationships" r:id="rId2"/>
          </a:graphicData>
        </a:graphic>
      </p:graphicFrame>
      <p:sp>
        <p:nvSpPr>
          <p:cNvPr id="33" name="Text Placeholder 6">
            <a:extLst>
              <a:ext uri="{FF2B5EF4-FFF2-40B4-BE49-F238E27FC236}">
                <a16:creationId xmlns:a16="http://schemas.microsoft.com/office/drawing/2014/main" id="{0895520D-1FC9-F514-3565-928D0ACD655F}"/>
              </a:ext>
            </a:extLst>
          </p:cNvPr>
          <p:cNvSpPr txBox="1">
            <a:spLocks/>
          </p:cNvSpPr>
          <p:nvPr/>
        </p:nvSpPr>
        <p:spPr>
          <a:xfrm>
            <a:off x="755673" y="158012"/>
            <a:ext cx="10804728" cy="58578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None/>
              <a:defRPr sz="3200" b="1" i="0" kern="1200" baseline="0">
                <a:solidFill>
                  <a:srgbClr val="1ED760"/>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a:latin typeface="Segoe UI"/>
              </a:rPr>
              <a:t>PAY Journey Performance Report</a:t>
            </a:r>
            <a:endParaRPr kumimoji="0" lang="en-US" sz="3200" b="1" i="0" u="none" strike="noStrike" kern="1200" cap="none" spc="0" normalizeH="0" baseline="0" noProof="0">
              <a:ln>
                <a:noFill/>
              </a:ln>
              <a:solidFill>
                <a:srgbClr val="1ED760"/>
              </a:solidFill>
              <a:effectLst/>
              <a:uLnTx/>
              <a:uFillTx/>
              <a:latin typeface="Segoe UI"/>
              <a:ea typeface="+mn-ea"/>
              <a:cs typeface="+mn-cs"/>
            </a:endParaRPr>
          </a:p>
        </p:txBody>
      </p:sp>
      <p:sp>
        <p:nvSpPr>
          <p:cNvPr id="34" name="Text Placeholder 2">
            <a:extLst>
              <a:ext uri="{FF2B5EF4-FFF2-40B4-BE49-F238E27FC236}">
                <a16:creationId xmlns:a16="http://schemas.microsoft.com/office/drawing/2014/main" id="{F3113A51-7180-5399-1099-52FD3C4F36C5}"/>
              </a:ext>
            </a:extLst>
          </p:cNvPr>
          <p:cNvSpPr txBox="1">
            <a:spLocks/>
          </p:cNvSpPr>
          <p:nvPr/>
        </p:nvSpPr>
        <p:spPr>
          <a:xfrm>
            <a:off x="758077" y="575330"/>
            <a:ext cx="9996697" cy="549314"/>
          </a:xfrm>
          <a:prstGeom prst="rect">
            <a:avLst/>
          </a:prstGeom>
        </p:spPr>
        <p:txBody>
          <a:bodyPr>
            <a:no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en-US" sz="1600">
                <a:solidFill>
                  <a:srgbClr val="1BD760"/>
                </a:solidFill>
                <a:latin typeface="Segoe UI"/>
              </a:rPr>
              <a:t>Inbound calls are trending up for Pay Journey related topics. A key driver are bill clarifications and unexpected costs call-intends.</a:t>
            </a:r>
          </a:p>
        </p:txBody>
      </p:sp>
      <p:sp>
        <p:nvSpPr>
          <p:cNvPr id="35" name="Slide Number Placeholder 4">
            <a:extLst>
              <a:ext uri="{FF2B5EF4-FFF2-40B4-BE49-F238E27FC236}">
                <a16:creationId xmlns:a16="http://schemas.microsoft.com/office/drawing/2014/main" id="{2912CD96-4415-7362-02A4-731E28069AC3}"/>
              </a:ext>
            </a:extLst>
          </p:cNvPr>
          <p:cNvSpPr txBox="1">
            <a:spLocks/>
          </p:cNvSpPr>
          <p:nvPr/>
        </p:nvSpPr>
        <p:spPr>
          <a:xfrm>
            <a:off x="9448800" y="649287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D8FB45C0-4B32-43DE-93B9-6E575D49CD52}" type="slidenum">
              <a:rPr lang="en-IN" sz="1000" smtClean="0">
                <a:solidFill>
                  <a:prstClr val="black">
                    <a:tint val="75000"/>
                  </a:prstClr>
                </a:solidFill>
                <a:latin typeface="Segoe UI"/>
              </a:rPr>
              <a:pPr algn="r">
                <a:defRPr/>
              </a:pPr>
              <a:t>13</a:t>
            </a:fld>
            <a:endParaRPr lang="en-IN" sz="1000">
              <a:solidFill>
                <a:prstClr val="black">
                  <a:tint val="75000"/>
                </a:prstClr>
              </a:solidFill>
              <a:latin typeface="Segoe UI"/>
            </a:endParaRPr>
          </a:p>
        </p:txBody>
      </p:sp>
      <p:cxnSp>
        <p:nvCxnSpPr>
          <p:cNvPr id="40" name="Straight Connector 39">
            <a:extLst>
              <a:ext uri="{FF2B5EF4-FFF2-40B4-BE49-F238E27FC236}">
                <a16:creationId xmlns:a16="http://schemas.microsoft.com/office/drawing/2014/main" id="{A77E830B-CB89-239F-356A-B8A505754C0A}"/>
              </a:ext>
            </a:extLst>
          </p:cNvPr>
          <p:cNvCxnSpPr>
            <a:cxnSpLocks/>
          </p:cNvCxnSpPr>
          <p:nvPr/>
        </p:nvCxnSpPr>
        <p:spPr>
          <a:xfrm>
            <a:off x="6441288" y="2480933"/>
            <a:ext cx="5320101"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853AB5FC-1A65-A5EF-0E74-0D51727284D2}"/>
              </a:ext>
            </a:extLst>
          </p:cNvPr>
          <p:cNvCxnSpPr>
            <a:cxnSpLocks/>
          </p:cNvCxnSpPr>
          <p:nvPr/>
        </p:nvCxnSpPr>
        <p:spPr>
          <a:xfrm>
            <a:off x="529481" y="2480933"/>
            <a:ext cx="5320101"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99883239-BDC3-AA7F-39B8-B10693D4D5B9}"/>
              </a:ext>
            </a:extLst>
          </p:cNvPr>
          <p:cNvCxnSpPr>
            <a:cxnSpLocks/>
          </p:cNvCxnSpPr>
          <p:nvPr/>
        </p:nvCxnSpPr>
        <p:spPr>
          <a:xfrm>
            <a:off x="529045" y="4683481"/>
            <a:ext cx="2506328"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B381D2A7-CD7B-67F0-EFFA-19AC5EDD741A}"/>
              </a:ext>
            </a:extLst>
          </p:cNvPr>
          <p:cNvCxnSpPr>
            <a:cxnSpLocks/>
          </p:cNvCxnSpPr>
          <p:nvPr/>
        </p:nvCxnSpPr>
        <p:spPr>
          <a:xfrm>
            <a:off x="6423196" y="4683481"/>
            <a:ext cx="5320101"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9F600D5B-D5C9-7B22-1041-4FB66469F1BB}"/>
              </a:ext>
            </a:extLst>
          </p:cNvPr>
          <p:cNvCxnSpPr>
            <a:cxnSpLocks/>
          </p:cNvCxnSpPr>
          <p:nvPr/>
        </p:nvCxnSpPr>
        <p:spPr>
          <a:xfrm>
            <a:off x="3278341" y="4674144"/>
            <a:ext cx="2506328"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graphicFrame>
        <p:nvGraphicFramePr>
          <p:cNvPr id="48" name="Chart 47">
            <a:extLst>
              <a:ext uri="{FF2B5EF4-FFF2-40B4-BE49-F238E27FC236}">
                <a16:creationId xmlns:a16="http://schemas.microsoft.com/office/drawing/2014/main" id="{0416EEE8-8511-894D-B788-D29AB28B5364}"/>
              </a:ext>
            </a:extLst>
          </p:cNvPr>
          <p:cNvGraphicFramePr/>
          <p:nvPr>
            <p:extLst>
              <p:ext uri="{D42A27DB-BD31-4B8C-83A1-F6EECF244321}">
                <p14:modId xmlns:p14="http://schemas.microsoft.com/office/powerpoint/2010/main" val="1975695386"/>
              </p:ext>
            </p:extLst>
          </p:nvPr>
        </p:nvGraphicFramePr>
        <p:xfrm>
          <a:off x="3278775" y="2541012"/>
          <a:ext cx="2588626" cy="18288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0" name="Chart 49">
            <a:extLst>
              <a:ext uri="{FF2B5EF4-FFF2-40B4-BE49-F238E27FC236}">
                <a16:creationId xmlns:a16="http://schemas.microsoft.com/office/drawing/2014/main" id="{BE5FEC50-514A-D092-4E11-B3A0F886A3CE}"/>
              </a:ext>
            </a:extLst>
          </p:cNvPr>
          <p:cNvGraphicFramePr/>
          <p:nvPr>
            <p:extLst>
              <p:ext uri="{D42A27DB-BD31-4B8C-83A1-F6EECF244321}">
                <p14:modId xmlns:p14="http://schemas.microsoft.com/office/powerpoint/2010/main" val="3508419656"/>
              </p:ext>
            </p:extLst>
          </p:nvPr>
        </p:nvGraphicFramePr>
        <p:xfrm>
          <a:off x="9172763" y="2541012"/>
          <a:ext cx="2588626" cy="18288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2" name="Chart 51">
            <a:extLst>
              <a:ext uri="{FF2B5EF4-FFF2-40B4-BE49-F238E27FC236}">
                <a16:creationId xmlns:a16="http://schemas.microsoft.com/office/drawing/2014/main" id="{BAF71714-68CE-8D8A-4921-2CB6F213E432}"/>
              </a:ext>
            </a:extLst>
          </p:cNvPr>
          <p:cNvGraphicFramePr/>
          <p:nvPr>
            <p:extLst>
              <p:ext uri="{D42A27DB-BD31-4B8C-83A1-F6EECF244321}">
                <p14:modId xmlns:p14="http://schemas.microsoft.com/office/powerpoint/2010/main" val="2344702567"/>
              </p:ext>
            </p:extLst>
          </p:nvPr>
        </p:nvGraphicFramePr>
        <p:xfrm>
          <a:off x="3278339" y="4785192"/>
          <a:ext cx="2588626" cy="1828800"/>
        </p:xfrm>
        <a:graphic>
          <a:graphicData uri="http://schemas.openxmlformats.org/drawingml/2006/chart">
            <c:chart xmlns:c="http://schemas.openxmlformats.org/drawingml/2006/chart" xmlns:r="http://schemas.openxmlformats.org/officeDocument/2006/relationships" r:id="rId5"/>
          </a:graphicData>
        </a:graphic>
      </p:graphicFrame>
      <p:sp>
        <p:nvSpPr>
          <p:cNvPr id="54" name="Rectangle 53">
            <a:extLst>
              <a:ext uri="{FF2B5EF4-FFF2-40B4-BE49-F238E27FC236}">
                <a16:creationId xmlns:a16="http://schemas.microsoft.com/office/drawing/2014/main" id="{26EE8253-AB71-CAF7-6F6B-B1EF8C2F4AD6}"/>
              </a:ext>
            </a:extLst>
          </p:cNvPr>
          <p:cNvSpPr/>
          <p:nvPr/>
        </p:nvSpPr>
        <p:spPr>
          <a:xfrm>
            <a:off x="3983301" y="5255409"/>
            <a:ext cx="1801368" cy="650524"/>
          </a:xfrm>
          <a:prstGeom prst="rect">
            <a:avLst/>
          </a:prstGeom>
          <a:solidFill>
            <a:schemeClr val="tx1">
              <a:lumMod val="50000"/>
              <a:lumOff val="5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Pending calculation</a:t>
            </a:r>
          </a:p>
        </p:txBody>
      </p:sp>
      <p:graphicFrame>
        <p:nvGraphicFramePr>
          <p:cNvPr id="56" name="Table 55">
            <a:extLst>
              <a:ext uri="{FF2B5EF4-FFF2-40B4-BE49-F238E27FC236}">
                <a16:creationId xmlns:a16="http://schemas.microsoft.com/office/drawing/2014/main" id="{C985E01C-2474-AEFB-B729-5021430FCB7A}"/>
              </a:ext>
            </a:extLst>
          </p:cNvPr>
          <p:cNvGraphicFramePr>
            <a:graphicFrameLocks noGrp="1"/>
          </p:cNvGraphicFramePr>
          <p:nvPr>
            <p:extLst>
              <p:ext uri="{D42A27DB-BD31-4B8C-83A1-F6EECF244321}">
                <p14:modId xmlns:p14="http://schemas.microsoft.com/office/powerpoint/2010/main" val="3321261491"/>
              </p:ext>
            </p:extLst>
          </p:nvPr>
        </p:nvGraphicFramePr>
        <p:xfrm>
          <a:off x="518373" y="1184722"/>
          <a:ext cx="11224924" cy="335280"/>
        </p:xfrm>
        <a:graphic>
          <a:graphicData uri="http://schemas.openxmlformats.org/drawingml/2006/table">
            <a:tbl>
              <a:tblPr firstRow="1" bandRow="1">
                <a:tableStyleId>{5C22544A-7EE6-4342-B048-85BDC9FD1C3A}</a:tableStyleId>
              </a:tblPr>
              <a:tblGrid>
                <a:gridCol w="11224924">
                  <a:extLst>
                    <a:ext uri="{9D8B030D-6E8A-4147-A177-3AD203B41FA5}">
                      <a16:colId xmlns:a16="http://schemas.microsoft.com/office/drawing/2014/main" val="1142102005"/>
                    </a:ext>
                  </a:extLst>
                </a:gridCol>
              </a:tblGrid>
              <a:tr h="257776">
                <a:tc>
                  <a:txBody>
                    <a:bodyPr/>
                    <a:lstStyle/>
                    <a:p>
                      <a:pPr marL="91440" algn="l"/>
                      <a:r>
                        <a:rPr lang="en-US" sz="1600" b="1" i="0">
                          <a:solidFill>
                            <a:schemeClr val="bg1"/>
                          </a:solidFill>
                          <a:latin typeface="+mn-lt"/>
                        </a:rPr>
                        <a:t>PAY Journey</a:t>
                      </a: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BD760"/>
                    </a:solidFill>
                  </a:tcPr>
                </a:tc>
                <a:extLst>
                  <a:ext uri="{0D108BD9-81ED-4DB2-BD59-A6C34878D82A}">
                    <a16:rowId xmlns:a16="http://schemas.microsoft.com/office/drawing/2014/main" val="1669449696"/>
                  </a:ext>
                </a:extLst>
              </a:tr>
            </a:tbl>
          </a:graphicData>
        </a:graphic>
      </p:graphicFrame>
      <p:pic>
        <p:nvPicPr>
          <p:cNvPr id="58" name="Picture 57" descr="A green and white star&#10;&#10;AI-generated content may be incorrect.">
            <a:extLst>
              <a:ext uri="{FF2B5EF4-FFF2-40B4-BE49-F238E27FC236}">
                <a16:creationId xmlns:a16="http://schemas.microsoft.com/office/drawing/2014/main" id="{7A6AC932-F539-D916-D684-3E29B372085A}"/>
              </a:ext>
            </a:extLst>
          </p:cNvPr>
          <p:cNvPicPr>
            <a:picLocks noChangeAspect="1"/>
          </p:cNvPicPr>
          <p:nvPr/>
        </p:nvPicPr>
        <p:blipFill>
          <a:blip r:embed="rId6"/>
          <a:stretch>
            <a:fillRect/>
          </a:stretch>
        </p:blipFill>
        <p:spPr>
          <a:xfrm>
            <a:off x="256428" y="94285"/>
            <a:ext cx="546100" cy="736600"/>
          </a:xfrm>
          <a:prstGeom prst="rect">
            <a:avLst/>
          </a:prstGeom>
        </p:spPr>
      </p:pic>
      <p:graphicFrame>
        <p:nvGraphicFramePr>
          <p:cNvPr id="12" name="Chart 11">
            <a:extLst>
              <a:ext uri="{FF2B5EF4-FFF2-40B4-BE49-F238E27FC236}">
                <a16:creationId xmlns:a16="http://schemas.microsoft.com/office/drawing/2014/main" id="{FDB58C29-F3E6-1AC9-3FBB-E6B204925CCF}"/>
              </a:ext>
            </a:extLst>
          </p:cNvPr>
          <p:cNvGraphicFramePr/>
          <p:nvPr>
            <p:extLst>
              <p:ext uri="{D42A27DB-BD31-4B8C-83A1-F6EECF244321}">
                <p14:modId xmlns:p14="http://schemas.microsoft.com/office/powerpoint/2010/main" val="1844399644"/>
              </p:ext>
            </p:extLst>
          </p:nvPr>
        </p:nvGraphicFramePr>
        <p:xfrm>
          <a:off x="6440849" y="2548267"/>
          <a:ext cx="2588626" cy="1828800"/>
        </p:xfrm>
        <a:graphic>
          <a:graphicData uri="http://schemas.openxmlformats.org/drawingml/2006/chart">
            <c:chart xmlns:c="http://schemas.openxmlformats.org/drawingml/2006/chart" xmlns:r="http://schemas.openxmlformats.org/officeDocument/2006/relationships" r:id="rId7"/>
          </a:graphicData>
        </a:graphic>
      </p:graphicFrame>
      <p:sp>
        <p:nvSpPr>
          <p:cNvPr id="18" name="Text Placeholder 7">
            <a:extLst>
              <a:ext uri="{FF2B5EF4-FFF2-40B4-BE49-F238E27FC236}">
                <a16:creationId xmlns:a16="http://schemas.microsoft.com/office/drawing/2014/main" id="{A9343DED-5616-7226-E39E-DC8E2C783747}"/>
              </a:ext>
            </a:extLst>
          </p:cNvPr>
          <p:cNvSpPr txBox="1">
            <a:spLocks/>
          </p:cNvSpPr>
          <p:nvPr/>
        </p:nvSpPr>
        <p:spPr>
          <a:xfrm>
            <a:off x="9232053" y="1239586"/>
            <a:ext cx="2470046" cy="21342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SG" sz="1100" b="1" i="0" u="none" strike="noStrike" kern="1200" cap="none" spc="0" normalizeH="0" baseline="0" noProof="0">
                <a:ln>
                  <a:noFill/>
                </a:ln>
                <a:solidFill>
                  <a:schemeClr val="bg1"/>
                </a:solidFill>
                <a:effectLst/>
                <a:uLnTx/>
                <a:uFillTx/>
                <a:latin typeface="Aptos" panose="02110004020202020204"/>
                <a:ea typeface="+mn-ea"/>
                <a:cs typeface="+mn-cs"/>
              </a:rPr>
              <a:t>Journey Owner: Claire Stern</a:t>
            </a:r>
          </a:p>
        </p:txBody>
      </p:sp>
      <p:sp>
        <p:nvSpPr>
          <p:cNvPr id="20" name="Pentagon 19">
            <a:extLst>
              <a:ext uri="{FF2B5EF4-FFF2-40B4-BE49-F238E27FC236}">
                <a16:creationId xmlns:a16="http://schemas.microsoft.com/office/drawing/2014/main" id="{D619FAF3-1041-6762-CFF5-0193F503746B}"/>
              </a:ext>
            </a:extLst>
          </p:cNvPr>
          <p:cNvSpPr/>
          <p:nvPr/>
        </p:nvSpPr>
        <p:spPr>
          <a:xfrm>
            <a:off x="10613233"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Payment confirmation</a:t>
            </a:r>
          </a:p>
        </p:txBody>
      </p:sp>
      <p:sp>
        <p:nvSpPr>
          <p:cNvPr id="21" name="Pentagon 20">
            <a:extLst>
              <a:ext uri="{FF2B5EF4-FFF2-40B4-BE49-F238E27FC236}">
                <a16:creationId xmlns:a16="http://schemas.microsoft.com/office/drawing/2014/main" id="{5193E61A-BE71-E928-2F93-A434F87D6167}"/>
              </a:ext>
            </a:extLst>
          </p:cNvPr>
          <p:cNvSpPr/>
          <p:nvPr/>
        </p:nvSpPr>
        <p:spPr>
          <a:xfrm>
            <a:off x="9494059"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Apply fee waiver</a:t>
            </a:r>
          </a:p>
        </p:txBody>
      </p:sp>
      <p:sp>
        <p:nvSpPr>
          <p:cNvPr id="22" name="Pentagon 21">
            <a:extLst>
              <a:ext uri="{FF2B5EF4-FFF2-40B4-BE49-F238E27FC236}">
                <a16:creationId xmlns:a16="http://schemas.microsoft.com/office/drawing/2014/main" id="{8088925B-C04B-5BD4-9B40-A3D8CC96E6C2}"/>
              </a:ext>
            </a:extLst>
          </p:cNvPr>
          <p:cNvSpPr/>
          <p:nvPr/>
        </p:nvSpPr>
        <p:spPr>
          <a:xfrm>
            <a:off x="8373173"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Make payment</a:t>
            </a:r>
          </a:p>
        </p:txBody>
      </p:sp>
      <p:sp>
        <p:nvSpPr>
          <p:cNvPr id="23" name="Pentagon 22">
            <a:extLst>
              <a:ext uri="{FF2B5EF4-FFF2-40B4-BE49-F238E27FC236}">
                <a16:creationId xmlns:a16="http://schemas.microsoft.com/office/drawing/2014/main" id="{CC79EF90-6E19-D402-8221-0ECC52C8B682}"/>
              </a:ext>
            </a:extLst>
          </p:cNvPr>
          <p:cNvSpPr/>
          <p:nvPr/>
        </p:nvSpPr>
        <p:spPr>
          <a:xfrm>
            <a:off x="7253999"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Manage or set payment methods</a:t>
            </a:r>
          </a:p>
        </p:txBody>
      </p:sp>
      <p:sp>
        <p:nvSpPr>
          <p:cNvPr id="24" name="Pentagon 23">
            <a:extLst>
              <a:ext uri="{FF2B5EF4-FFF2-40B4-BE49-F238E27FC236}">
                <a16:creationId xmlns:a16="http://schemas.microsoft.com/office/drawing/2014/main" id="{8F1B43AE-72AF-83B8-076B-90E5CB7E4EB0}"/>
              </a:ext>
            </a:extLst>
          </p:cNvPr>
          <p:cNvSpPr/>
          <p:nvPr/>
        </p:nvSpPr>
        <p:spPr>
          <a:xfrm>
            <a:off x="6101714"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Raise and resolve billing issues</a:t>
            </a:r>
          </a:p>
        </p:txBody>
      </p:sp>
      <p:sp>
        <p:nvSpPr>
          <p:cNvPr id="25" name="Pentagon 24">
            <a:extLst>
              <a:ext uri="{FF2B5EF4-FFF2-40B4-BE49-F238E27FC236}">
                <a16:creationId xmlns:a16="http://schemas.microsoft.com/office/drawing/2014/main" id="{5B7A3CB8-9B89-79F8-74F0-3DBF35ED2E0E}"/>
              </a:ext>
            </a:extLst>
          </p:cNvPr>
          <p:cNvSpPr/>
          <p:nvPr/>
        </p:nvSpPr>
        <p:spPr>
          <a:xfrm>
            <a:off x="4982539"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Payment failure notifications</a:t>
            </a:r>
          </a:p>
        </p:txBody>
      </p:sp>
      <p:sp>
        <p:nvSpPr>
          <p:cNvPr id="26" name="Pentagon 25">
            <a:extLst>
              <a:ext uri="{FF2B5EF4-FFF2-40B4-BE49-F238E27FC236}">
                <a16:creationId xmlns:a16="http://schemas.microsoft.com/office/drawing/2014/main" id="{E76F3203-F60A-37C8-5ECC-41704DE103B4}"/>
              </a:ext>
            </a:extLst>
          </p:cNvPr>
          <p:cNvSpPr/>
          <p:nvPr/>
        </p:nvSpPr>
        <p:spPr>
          <a:xfrm>
            <a:off x="3861654"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Make monthly or ad-hoc payments</a:t>
            </a:r>
          </a:p>
        </p:txBody>
      </p:sp>
      <p:sp>
        <p:nvSpPr>
          <p:cNvPr id="27" name="Pentagon 26">
            <a:extLst>
              <a:ext uri="{FF2B5EF4-FFF2-40B4-BE49-F238E27FC236}">
                <a16:creationId xmlns:a16="http://schemas.microsoft.com/office/drawing/2014/main" id="{0F0A77EF-8276-38E7-7315-B84C74883093}"/>
              </a:ext>
            </a:extLst>
          </p:cNvPr>
          <p:cNvSpPr/>
          <p:nvPr/>
        </p:nvSpPr>
        <p:spPr>
          <a:xfrm>
            <a:off x="2742479"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Send alerts</a:t>
            </a:r>
          </a:p>
        </p:txBody>
      </p:sp>
      <p:sp>
        <p:nvSpPr>
          <p:cNvPr id="28" name="Pentagon 27">
            <a:extLst>
              <a:ext uri="{FF2B5EF4-FFF2-40B4-BE49-F238E27FC236}">
                <a16:creationId xmlns:a16="http://schemas.microsoft.com/office/drawing/2014/main" id="{090863C6-E111-6974-C941-D1C19869357A}"/>
              </a:ext>
            </a:extLst>
          </p:cNvPr>
          <p:cNvSpPr/>
          <p:nvPr/>
        </p:nvSpPr>
        <p:spPr>
          <a:xfrm>
            <a:off x="1621594"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Review bill​</a:t>
            </a:r>
          </a:p>
        </p:txBody>
      </p:sp>
      <p:sp>
        <p:nvSpPr>
          <p:cNvPr id="29" name="Pentagon 28">
            <a:extLst>
              <a:ext uri="{FF2B5EF4-FFF2-40B4-BE49-F238E27FC236}">
                <a16:creationId xmlns:a16="http://schemas.microsoft.com/office/drawing/2014/main" id="{4CB5E7AC-CB01-33F6-2412-AFCBAE109403}"/>
              </a:ext>
            </a:extLst>
          </p:cNvPr>
          <p:cNvSpPr/>
          <p:nvPr/>
        </p:nvSpPr>
        <p:spPr>
          <a:xfrm>
            <a:off x="518373"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Send bill notice</a:t>
            </a:r>
          </a:p>
        </p:txBody>
      </p:sp>
      <p:sp>
        <p:nvSpPr>
          <p:cNvPr id="2" name="Text Placeholder 7">
            <a:extLst>
              <a:ext uri="{FF2B5EF4-FFF2-40B4-BE49-F238E27FC236}">
                <a16:creationId xmlns:a16="http://schemas.microsoft.com/office/drawing/2014/main" id="{B7EDE0AC-B22A-7E96-EF75-C1934B77AC1F}"/>
              </a:ext>
            </a:extLst>
          </p:cNvPr>
          <p:cNvSpPr txBox="1">
            <a:spLocks/>
          </p:cNvSpPr>
          <p:nvPr/>
        </p:nvSpPr>
        <p:spPr>
          <a:xfrm>
            <a:off x="6423196" y="4421872"/>
            <a:ext cx="4960602" cy="261609"/>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TOP 3 PAIN-POINTS  FROM VOICE OF CUSTOMER</a:t>
            </a:r>
          </a:p>
        </p:txBody>
      </p:sp>
      <p:sp>
        <p:nvSpPr>
          <p:cNvPr id="3" name="Text Placeholder 7">
            <a:extLst>
              <a:ext uri="{FF2B5EF4-FFF2-40B4-BE49-F238E27FC236}">
                <a16:creationId xmlns:a16="http://schemas.microsoft.com/office/drawing/2014/main" id="{80875818-0CA1-1209-C2FD-6A1C2129E02B}"/>
              </a:ext>
            </a:extLst>
          </p:cNvPr>
          <p:cNvSpPr txBox="1">
            <a:spLocks/>
          </p:cNvSpPr>
          <p:nvPr/>
        </p:nvSpPr>
        <p:spPr>
          <a:xfrm>
            <a:off x="6645720" y="2216570"/>
            <a:ext cx="4960602" cy="26161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USER CENTRICITY</a:t>
            </a:r>
          </a:p>
        </p:txBody>
      </p:sp>
      <p:sp>
        <p:nvSpPr>
          <p:cNvPr id="4" name="Text Placeholder 7">
            <a:extLst>
              <a:ext uri="{FF2B5EF4-FFF2-40B4-BE49-F238E27FC236}">
                <a16:creationId xmlns:a16="http://schemas.microsoft.com/office/drawing/2014/main" id="{55622734-E5B3-07D2-0FEC-8C13E56C8129}"/>
              </a:ext>
            </a:extLst>
          </p:cNvPr>
          <p:cNvSpPr txBox="1">
            <a:spLocks/>
          </p:cNvSpPr>
          <p:nvPr/>
        </p:nvSpPr>
        <p:spPr>
          <a:xfrm>
            <a:off x="752529" y="2239631"/>
            <a:ext cx="4960602" cy="26161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DELIGHT</a:t>
            </a:r>
          </a:p>
        </p:txBody>
      </p:sp>
      <p:sp>
        <p:nvSpPr>
          <p:cNvPr id="5" name="Text Placeholder 7">
            <a:extLst>
              <a:ext uri="{FF2B5EF4-FFF2-40B4-BE49-F238E27FC236}">
                <a16:creationId xmlns:a16="http://schemas.microsoft.com/office/drawing/2014/main" id="{108F9CD1-3213-5983-9713-D7A5941B12AB}"/>
              </a:ext>
            </a:extLst>
          </p:cNvPr>
          <p:cNvSpPr txBox="1">
            <a:spLocks/>
          </p:cNvSpPr>
          <p:nvPr/>
        </p:nvSpPr>
        <p:spPr>
          <a:xfrm>
            <a:off x="707848" y="4445062"/>
            <a:ext cx="2286874" cy="26161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CONSISTENCY</a:t>
            </a:r>
          </a:p>
        </p:txBody>
      </p:sp>
      <p:sp>
        <p:nvSpPr>
          <p:cNvPr id="8" name="Text Placeholder 7">
            <a:extLst>
              <a:ext uri="{FF2B5EF4-FFF2-40B4-BE49-F238E27FC236}">
                <a16:creationId xmlns:a16="http://schemas.microsoft.com/office/drawing/2014/main" id="{5F198930-4B04-F2AB-E248-71B27ACE5876}"/>
              </a:ext>
            </a:extLst>
          </p:cNvPr>
          <p:cNvSpPr txBox="1">
            <a:spLocks/>
          </p:cNvSpPr>
          <p:nvPr/>
        </p:nvSpPr>
        <p:spPr>
          <a:xfrm>
            <a:off x="3426257" y="4421871"/>
            <a:ext cx="2286874" cy="26161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EFFICIENCY</a:t>
            </a:r>
          </a:p>
        </p:txBody>
      </p:sp>
      <p:sp>
        <p:nvSpPr>
          <p:cNvPr id="9" name="Oval 8">
            <a:extLst>
              <a:ext uri="{FF2B5EF4-FFF2-40B4-BE49-F238E27FC236}">
                <a16:creationId xmlns:a16="http://schemas.microsoft.com/office/drawing/2014/main" id="{9CC1FDC8-41CF-6BBB-6D87-9B1739CB52A8}"/>
              </a:ext>
            </a:extLst>
          </p:cNvPr>
          <p:cNvSpPr/>
          <p:nvPr/>
        </p:nvSpPr>
        <p:spPr>
          <a:xfrm>
            <a:off x="547533" y="2244956"/>
            <a:ext cx="194346" cy="19434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FB2FE2C-D520-AA23-1449-32EA9EB521C8}"/>
              </a:ext>
            </a:extLst>
          </p:cNvPr>
          <p:cNvSpPr/>
          <p:nvPr/>
        </p:nvSpPr>
        <p:spPr>
          <a:xfrm>
            <a:off x="6440849" y="2250339"/>
            <a:ext cx="194346" cy="19434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463BBA17-7E44-92AE-849C-8FC5661FC5D9}"/>
              </a:ext>
            </a:extLst>
          </p:cNvPr>
          <p:cNvSpPr/>
          <p:nvPr/>
        </p:nvSpPr>
        <p:spPr>
          <a:xfrm>
            <a:off x="3265587" y="4447486"/>
            <a:ext cx="194346" cy="194346"/>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1B45EC2-61D9-339E-C46C-59732915F311}"/>
              </a:ext>
            </a:extLst>
          </p:cNvPr>
          <p:cNvSpPr/>
          <p:nvPr/>
        </p:nvSpPr>
        <p:spPr>
          <a:xfrm>
            <a:off x="529043" y="4448983"/>
            <a:ext cx="194346" cy="194346"/>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8" name="Chart 37">
            <a:extLst>
              <a:ext uri="{FF2B5EF4-FFF2-40B4-BE49-F238E27FC236}">
                <a16:creationId xmlns:a16="http://schemas.microsoft.com/office/drawing/2014/main" id="{29AA0A40-5D0D-9179-74D7-26E51E8BA114}"/>
              </a:ext>
            </a:extLst>
          </p:cNvPr>
          <p:cNvGraphicFramePr/>
          <p:nvPr>
            <p:extLst>
              <p:ext uri="{D42A27DB-BD31-4B8C-83A1-F6EECF244321}">
                <p14:modId xmlns:p14="http://schemas.microsoft.com/office/powerpoint/2010/main" val="2297440163"/>
              </p:ext>
            </p:extLst>
          </p:nvPr>
        </p:nvGraphicFramePr>
        <p:xfrm>
          <a:off x="430611" y="4736666"/>
          <a:ext cx="2588626" cy="1828800"/>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3698727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55095-5F1B-8C3A-6F53-B1D19CB25037}"/>
            </a:ext>
          </a:extLst>
        </p:cNvPr>
        <p:cNvGrpSpPr/>
        <p:nvPr/>
      </p:nvGrpSpPr>
      <p:grpSpPr>
        <a:xfrm>
          <a:off x="0" y="0"/>
          <a:ext cx="0" cy="0"/>
          <a:chOff x="0" y="0"/>
          <a:chExt cx="0" cy="0"/>
        </a:xfrm>
      </p:grpSpPr>
      <p:graphicFrame>
        <p:nvGraphicFramePr>
          <p:cNvPr id="17" name="Table 16">
            <a:extLst>
              <a:ext uri="{FF2B5EF4-FFF2-40B4-BE49-F238E27FC236}">
                <a16:creationId xmlns:a16="http://schemas.microsoft.com/office/drawing/2014/main" id="{9AC41DA4-002E-FDEA-CF27-4E3B833ED6B6}"/>
              </a:ext>
            </a:extLst>
          </p:cNvPr>
          <p:cNvGraphicFramePr>
            <a:graphicFrameLocks noGrp="1"/>
          </p:cNvGraphicFramePr>
          <p:nvPr>
            <p:extLst>
              <p:ext uri="{D42A27DB-BD31-4B8C-83A1-F6EECF244321}">
                <p14:modId xmlns:p14="http://schemas.microsoft.com/office/powerpoint/2010/main" val="1215868383"/>
              </p:ext>
            </p:extLst>
          </p:nvPr>
        </p:nvGraphicFramePr>
        <p:xfrm>
          <a:off x="6436785" y="4769872"/>
          <a:ext cx="5322909" cy="181469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4251781972"/>
                    </a:ext>
                  </a:extLst>
                </a:gridCol>
                <a:gridCol w="2542997">
                  <a:extLst>
                    <a:ext uri="{9D8B030D-6E8A-4147-A177-3AD203B41FA5}">
                      <a16:colId xmlns:a16="http://schemas.microsoft.com/office/drawing/2014/main" val="708272898"/>
                    </a:ext>
                  </a:extLst>
                </a:gridCol>
                <a:gridCol w="1034716">
                  <a:extLst>
                    <a:ext uri="{9D8B030D-6E8A-4147-A177-3AD203B41FA5}">
                      <a16:colId xmlns:a16="http://schemas.microsoft.com/office/drawing/2014/main" val="2745892351"/>
                    </a:ext>
                  </a:extLst>
                </a:gridCol>
                <a:gridCol w="603860">
                  <a:extLst>
                    <a:ext uri="{9D8B030D-6E8A-4147-A177-3AD203B41FA5}">
                      <a16:colId xmlns:a16="http://schemas.microsoft.com/office/drawing/2014/main" val="458589996"/>
                    </a:ext>
                  </a:extLst>
                </a:gridCol>
                <a:gridCol w="933056">
                  <a:extLst>
                    <a:ext uri="{9D8B030D-6E8A-4147-A177-3AD203B41FA5}">
                      <a16:colId xmlns:a16="http://schemas.microsoft.com/office/drawing/2014/main" val="3779340425"/>
                    </a:ext>
                  </a:extLst>
                </a:gridCol>
              </a:tblGrid>
              <a:tr h="236905">
                <a:tc gridSpan="2">
                  <a:txBody>
                    <a:bodyPr/>
                    <a:lstStyle/>
                    <a:p>
                      <a:r>
                        <a:rPr lang="en-US" sz="1100" b="1">
                          <a:solidFill>
                            <a:schemeClr val="tx1">
                              <a:lumMod val="75000"/>
                              <a:lumOff val="25000"/>
                            </a:schemeClr>
                          </a:solidFill>
                        </a:rPr>
                        <a:t>Top customer Pain-point </a:t>
                      </a:r>
                      <a:endParaRPr lang="en-US" sz="1100" b="0">
                        <a:solidFill>
                          <a:schemeClr val="bg1">
                            <a:lumMod val="65000"/>
                          </a:schemeClr>
                        </a:solidFill>
                      </a:endParaRPr>
                    </a:p>
                  </a:txBody>
                  <a:tcPr anchor="ctr">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nchor="b">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b="1">
                          <a:solidFill>
                            <a:schemeClr val="tx1">
                              <a:lumMod val="75000"/>
                              <a:lumOff val="25000"/>
                            </a:schemeClr>
                          </a:solidFill>
                        </a:rPr>
                        <a:t>Call vol. p/m</a:t>
                      </a:r>
                    </a:p>
                  </a:txBody>
                  <a:tcPr anchor="b">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b="1">
                          <a:solidFill>
                            <a:schemeClr val="tx1">
                              <a:lumMod val="75000"/>
                              <a:lumOff val="25000"/>
                            </a:schemeClr>
                          </a:solidFill>
                        </a:rPr>
                        <a:t>Churn</a:t>
                      </a:r>
                    </a:p>
                  </a:txBody>
                  <a:tcPr anchor="b">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b="1">
                          <a:solidFill>
                            <a:schemeClr val="tx1">
                              <a:lumMod val="75000"/>
                              <a:lumOff val="25000"/>
                            </a:schemeClr>
                          </a:solidFill>
                        </a:rPr>
                        <a:t>Actions</a:t>
                      </a:r>
                    </a:p>
                  </a:txBody>
                  <a:tcPr anchor="b">
                    <a:lnL w="12700" cmpd="sng">
                      <a:noFill/>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62683023"/>
                  </a:ext>
                </a:extLst>
              </a:tr>
              <a:tr h="549205">
                <a:tc>
                  <a:txBody>
                    <a:bodyPr/>
                    <a:lstStyle/>
                    <a:p>
                      <a:r>
                        <a:rPr lang="en-US" sz="1200" b="1">
                          <a:solidFill>
                            <a:schemeClr val="tx1"/>
                          </a:solidFill>
                        </a:rPr>
                        <a:t>1</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b="0">
                          <a:solidFill>
                            <a:schemeClr val="tx1"/>
                          </a:solidFill>
                        </a:rPr>
                        <a:t>Check broadband cancellation status | Verify service termination </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a:solidFill>
                            <a:schemeClr val="tx1"/>
                          </a:solidFill>
                        </a:rPr>
                        <a:t>2,276</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mn-lt"/>
                        </a:rPr>
                        <a:t>-</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a:solidFill>
                            <a:schemeClr val="tx1"/>
                          </a:solidFill>
                        </a:rPr>
                        <a:t>Table in VOC</a:t>
                      </a:r>
                    </a:p>
                  </a:txBody>
                  <a:tcPr anchor="ctr">
                    <a:lnL w="12700" cmpd="sng">
                      <a:noFill/>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02406190"/>
                  </a:ext>
                </a:extLst>
              </a:tr>
              <a:tr h="5492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b="1">
                          <a:solidFill>
                            <a:schemeClr val="tx1"/>
                          </a:solidFill>
                        </a:rPr>
                        <a:t>2</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b="0">
                          <a:solidFill>
                            <a:schemeClr val="tx1"/>
                          </a:solidFill>
                        </a:rPr>
                        <a:t>Confusion over equipment return process | Where to return router </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US" sz="1200" b="0" i="0" u="none" strike="noStrike">
                          <a:solidFill>
                            <a:schemeClr val="tx1"/>
                          </a:solidFill>
                          <a:effectLst/>
                          <a:latin typeface="+mn-lt"/>
                        </a:rPr>
                        <a:t>1,348</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US" sz="1100" b="0" i="0" u="none" strike="noStrike">
                          <a:solidFill>
                            <a:srgbClr val="000000"/>
                          </a:solidFill>
                          <a:effectLst/>
                          <a:latin typeface="+mn-lt"/>
                        </a:rPr>
                        <a:t>-</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a:solidFill>
                            <a:schemeClr val="tx1"/>
                          </a:solidFill>
                        </a:rPr>
                        <a:t>Table in VOC</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069011666"/>
                  </a:ext>
                </a:extLst>
              </a:tr>
              <a:tr h="417326">
                <a:tc>
                  <a:txBody>
                    <a:bodyPr/>
                    <a:lstStyle/>
                    <a:p>
                      <a:r>
                        <a:rPr lang="en-US" sz="1200" b="1">
                          <a:solidFill>
                            <a:schemeClr val="tx1"/>
                          </a:solidFill>
                        </a:rPr>
                        <a:t>3</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b="0">
                          <a:solidFill>
                            <a:schemeClr val="tx1"/>
                          </a:solidFill>
                        </a:rPr>
                        <a:t>Termination process and penalty clarity | How to cancel </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Aptos" panose="02110004020202020204"/>
                          <a:ea typeface="+mn-ea"/>
                          <a:cs typeface="+mn-cs"/>
                        </a:rPr>
                        <a:t>1,159</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mn-lt"/>
                        </a:rPr>
                        <a:t>-</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100" b="0">
                          <a:solidFill>
                            <a:schemeClr val="tx1"/>
                          </a:solidFill>
                        </a:rPr>
                        <a:t>Table in VOC</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769760863"/>
                  </a:ext>
                </a:extLst>
              </a:tr>
            </a:tbl>
          </a:graphicData>
        </a:graphic>
      </p:graphicFrame>
      <p:sp>
        <p:nvSpPr>
          <p:cNvPr id="33" name="Text Placeholder 6">
            <a:extLst>
              <a:ext uri="{FF2B5EF4-FFF2-40B4-BE49-F238E27FC236}">
                <a16:creationId xmlns:a16="http://schemas.microsoft.com/office/drawing/2014/main" id="{126B4BD6-2063-8969-2C6A-42DBCFAEF6C3}"/>
              </a:ext>
            </a:extLst>
          </p:cNvPr>
          <p:cNvSpPr txBox="1">
            <a:spLocks/>
          </p:cNvSpPr>
          <p:nvPr/>
        </p:nvSpPr>
        <p:spPr>
          <a:xfrm>
            <a:off x="758078" y="134098"/>
            <a:ext cx="10804728" cy="58578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None/>
              <a:defRPr sz="3200" b="1" i="0" kern="1200" baseline="0">
                <a:solidFill>
                  <a:srgbClr val="1ED760"/>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a:latin typeface="Segoe UI"/>
              </a:rPr>
              <a:t>RENEW Journey Performance Report</a:t>
            </a:r>
            <a:endParaRPr kumimoji="0" lang="en-US" sz="3200" b="1" i="0" u="none" strike="noStrike" kern="1200" cap="none" spc="0" normalizeH="0" baseline="0" noProof="0">
              <a:ln>
                <a:noFill/>
              </a:ln>
              <a:solidFill>
                <a:srgbClr val="1ED760"/>
              </a:solidFill>
              <a:effectLst/>
              <a:uLnTx/>
              <a:uFillTx/>
              <a:latin typeface="Segoe UI"/>
              <a:ea typeface="+mn-ea"/>
              <a:cs typeface="+mn-cs"/>
            </a:endParaRPr>
          </a:p>
        </p:txBody>
      </p:sp>
      <p:sp>
        <p:nvSpPr>
          <p:cNvPr id="34" name="Text Placeholder 2">
            <a:extLst>
              <a:ext uri="{FF2B5EF4-FFF2-40B4-BE49-F238E27FC236}">
                <a16:creationId xmlns:a16="http://schemas.microsoft.com/office/drawing/2014/main" id="{33F97306-5160-55A2-2610-6277D013754A}"/>
              </a:ext>
            </a:extLst>
          </p:cNvPr>
          <p:cNvSpPr txBox="1">
            <a:spLocks/>
          </p:cNvSpPr>
          <p:nvPr/>
        </p:nvSpPr>
        <p:spPr>
          <a:xfrm>
            <a:off x="758078" y="668822"/>
            <a:ext cx="10985219" cy="502188"/>
          </a:xfrm>
          <a:prstGeom prst="rect">
            <a:avLst/>
          </a:prstGeom>
        </p:spPr>
        <p:txBody>
          <a:bodyPr>
            <a:no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en-US" sz="1600">
                <a:solidFill>
                  <a:srgbClr val="35DB71"/>
                </a:solidFill>
                <a:latin typeface="Segoe UI"/>
              </a:rPr>
              <a:t>Renew Journey experience is performing well above industry benchmarks. Top customer pain points are pending to be addressed in the upcoming Voice of Customer forum.</a:t>
            </a:r>
          </a:p>
        </p:txBody>
      </p:sp>
      <p:sp>
        <p:nvSpPr>
          <p:cNvPr id="35" name="Slide Number Placeholder 4">
            <a:extLst>
              <a:ext uri="{FF2B5EF4-FFF2-40B4-BE49-F238E27FC236}">
                <a16:creationId xmlns:a16="http://schemas.microsoft.com/office/drawing/2014/main" id="{D10F3DD1-81D6-5026-5024-6CF7E18AF7C5}"/>
              </a:ext>
            </a:extLst>
          </p:cNvPr>
          <p:cNvSpPr txBox="1">
            <a:spLocks/>
          </p:cNvSpPr>
          <p:nvPr/>
        </p:nvSpPr>
        <p:spPr>
          <a:xfrm>
            <a:off x="9416278" y="6509808"/>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D8FB45C0-4B32-43DE-93B9-6E575D49CD52}" type="slidenum">
              <a:rPr lang="en-IN" sz="1000" smtClean="0">
                <a:solidFill>
                  <a:prstClr val="black">
                    <a:tint val="75000"/>
                  </a:prstClr>
                </a:solidFill>
                <a:latin typeface="Segoe UI"/>
              </a:rPr>
              <a:pPr algn="r">
                <a:defRPr/>
              </a:pPr>
              <a:t>14</a:t>
            </a:fld>
            <a:endParaRPr lang="en-IN" sz="1000">
              <a:solidFill>
                <a:prstClr val="black">
                  <a:tint val="75000"/>
                </a:prstClr>
              </a:solidFill>
              <a:latin typeface="Segoe UI"/>
            </a:endParaRPr>
          </a:p>
        </p:txBody>
      </p:sp>
      <p:graphicFrame>
        <p:nvGraphicFramePr>
          <p:cNvPr id="38" name="Chart 37">
            <a:extLst>
              <a:ext uri="{FF2B5EF4-FFF2-40B4-BE49-F238E27FC236}">
                <a16:creationId xmlns:a16="http://schemas.microsoft.com/office/drawing/2014/main" id="{F2051665-EF00-59DE-EE11-3A228F449A40}"/>
              </a:ext>
            </a:extLst>
          </p:cNvPr>
          <p:cNvGraphicFramePr/>
          <p:nvPr>
            <p:extLst>
              <p:ext uri="{D42A27DB-BD31-4B8C-83A1-F6EECF244321}">
                <p14:modId xmlns:p14="http://schemas.microsoft.com/office/powerpoint/2010/main" val="4202393047"/>
              </p:ext>
            </p:extLst>
          </p:nvPr>
        </p:nvGraphicFramePr>
        <p:xfrm>
          <a:off x="529479" y="2541012"/>
          <a:ext cx="2588626" cy="1828800"/>
        </p:xfrm>
        <a:graphic>
          <a:graphicData uri="http://schemas.openxmlformats.org/drawingml/2006/chart">
            <c:chart xmlns:c="http://schemas.openxmlformats.org/drawingml/2006/chart" xmlns:r="http://schemas.openxmlformats.org/officeDocument/2006/relationships" r:id="rId2"/>
          </a:graphicData>
        </a:graphic>
      </p:graphicFrame>
      <p:cxnSp>
        <p:nvCxnSpPr>
          <p:cNvPr id="40" name="Straight Connector 39">
            <a:extLst>
              <a:ext uri="{FF2B5EF4-FFF2-40B4-BE49-F238E27FC236}">
                <a16:creationId xmlns:a16="http://schemas.microsoft.com/office/drawing/2014/main" id="{D6CF3DCE-9996-0BF7-A83D-F888BA6DB72B}"/>
              </a:ext>
            </a:extLst>
          </p:cNvPr>
          <p:cNvCxnSpPr>
            <a:cxnSpLocks/>
          </p:cNvCxnSpPr>
          <p:nvPr/>
        </p:nvCxnSpPr>
        <p:spPr>
          <a:xfrm>
            <a:off x="6441288" y="2480933"/>
            <a:ext cx="5320101"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AE10DE2D-E583-1F95-1F61-C51913A6B1CC}"/>
              </a:ext>
            </a:extLst>
          </p:cNvPr>
          <p:cNvCxnSpPr>
            <a:cxnSpLocks/>
          </p:cNvCxnSpPr>
          <p:nvPr/>
        </p:nvCxnSpPr>
        <p:spPr>
          <a:xfrm>
            <a:off x="529481" y="2480933"/>
            <a:ext cx="5320101"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5B441B4F-7C8C-39FD-F872-463117A6A3F0}"/>
              </a:ext>
            </a:extLst>
          </p:cNvPr>
          <p:cNvCxnSpPr>
            <a:cxnSpLocks/>
          </p:cNvCxnSpPr>
          <p:nvPr/>
        </p:nvCxnSpPr>
        <p:spPr>
          <a:xfrm>
            <a:off x="529045" y="4683481"/>
            <a:ext cx="2506328"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9D2E753C-DC18-23C2-731D-61ACBB26881E}"/>
              </a:ext>
            </a:extLst>
          </p:cNvPr>
          <p:cNvCxnSpPr>
            <a:cxnSpLocks/>
          </p:cNvCxnSpPr>
          <p:nvPr/>
        </p:nvCxnSpPr>
        <p:spPr>
          <a:xfrm>
            <a:off x="6423196" y="4683481"/>
            <a:ext cx="5320101"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89A0642B-9679-3EFF-354E-54BA55989353}"/>
              </a:ext>
            </a:extLst>
          </p:cNvPr>
          <p:cNvCxnSpPr>
            <a:cxnSpLocks/>
          </p:cNvCxnSpPr>
          <p:nvPr/>
        </p:nvCxnSpPr>
        <p:spPr>
          <a:xfrm>
            <a:off x="3278341" y="4674144"/>
            <a:ext cx="2506328"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graphicFrame>
        <p:nvGraphicFramePr>
          <p:cNvPr id="48" name="Chart 47">
            <a:extLst>
              <a:ext uri="{FF2B5EF4-FFF2-40B4-BE49-F238E27FC236}">
                <a16:creationId xmlns:a16="http://schemas.microsoft.com/office/drawing/2014/main" id="{C419186D-4F48-773D-E570-71305D8E73B2}"/>
              </a:ext>
            </a:extLst>
          </p:cNvPr>
          <p:cNvGraphicFramePr/>
          <p:nvPr>
            <p:extLst>
              <p:ext uri="{D42A27DB-BD31-4B8C-83A1-F6EECF244321}">
                <p14:modId xmlns:p14="http://schemas.microsoft.com/office/powerpoint/2010/main" val="3575198973"/>
              </p:ext>
            </p:extLst>
          </p:nvPr>
        </p:nvGraphicFramePr>
        <p:xfrm>
          <a:off x="3278775" y="2541012"/>
          <a:ext cx="2588626" cy="18288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0" name="Chart 49">
            <a:extLst>
              <a:ext uri="{FF2B5EF4-FFF2-40B4-BE49-F238E27FC236}">
                <a16:creationId xmlns:a16="http://schemas.microsoft.com/office/drawing/2014/main" id="{B9F425EE-2DF3-197E-6D2E-50087BC7FCE8}"/>
              </a:ext>
            </a:extLst>
          </p:cNvPr>
          <p:cNvGraphicFramePr/>
          <p:nvPr>
            <p:extLst>
              <p:ext uri="{D42A27DB-BD31-4B8C-83A1-F6EECF244321}">
                <p14:modId xmlns:p14="http://schemas.microsoft.com/office/powerpoint/2010/main" val="2473149476"/>
              </p:ext>
            </p:extLst>
          </p:nvPr>
        </p:nvGraphicFramePr>
        <p:xfrm>
          <a:off x="9172763" y="2541012"/>
          <a:ext cx="2588626" cy="18288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2" name="Chart 51">
            <a:extLst>
              <a:ext uri="{FF2B5EF4-FFF2-40B4-BE49-F238E27FC236}">
                <a16:creationId xmlns:a16="http://schemas.microsoft.com/office/drawing/2014/main" id="{8D576F59-26C9-353F-0A0E-1EC172220040}"/>
              </a:ext>
            </a:extLst>
          </p:cNvPr>
          <p:cNvGraphicFramePr/>
          <p:nvPr>
            <p:extLst>
              <p:ext uri="{D42A27DB-BD31-4B8C-83A1-F6EECF244321}">
                <p14:modId xmlns:p14="http://schemas.microsoft.com/office/powerpoint/2010/main" val="2104845002"/>
              </p:ext>
            </p:extLst>
          </p:nvPr>
        </p:nvGraphicFramePr>
        <p:xfrm>
          <a:off x="3278339" y="4785192"/>
          <a:ext cx="2588626" cy="1828800"/>
        </p:xfrm>
        <a:graphic>
          <a:graphicData uri="http://schemas.openxmlformats.org/drawingml/2006/chart">
            <c:chart xmlns:c="http://schemas.openxmlformats.org/drawingml/2006/chart" xmlns:r="http://schemas.openxmlformats.org/officeDocument/2006/relationships" r:id="rId5"/>
          </a:graphicData>
        </a:graphic>
      </p:graphicFrame>
      <p:sp>
        <p:nvSpPr>
          <p:cNvPr id="54" name="Rectangle 53">
            <a:extLst>
              <a:ext uri="{FF2B5EF4-FFF2-40B4-BE49-F238E27FC236}">
                <a16:creationId xmlns:a16="http://schemas.microsoft.com/office/drawing/2014/main" id="{91E8C84A-8F31-FBD9-B525-895D62C54DBD}"/>
              </a:ext>
            </a:extLst>
          </p:cNvPr>
          <p:cNvSpPr/>
          <p:nvPr/>
        </p:nvSpPr>
        <p:spPr>
          <a:xfrm>
            <a:off x="3983301" y="5255409"/>
            <a:ext cx="1801368" cy="650524"/>
          </a:xfrm>
          <a:prstGeom prst="rect">
            <a:avLst/>
          </a:prstGeom>
          <a:solidFill>
            <a:schemeClr val="tx1">
              <a:lumMod val="50000"/>
              <a:lumOff val="5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Pending calculation</a:t>
            </a:r>
          </a:p>
        </p:txBody>
      </p:sp>
      <p:graphicFrame>
        <p:nvGraphicFramePr>
          <p:cNvPr id="56" name="Table 55">
            <a:extLst>
              <a:ext uri="{FF2B5EF4-FFF2-40B4-BE49-F238E27FC236}">
                <a16:creationId xmlns:a16="http://schemas.microsoft.com/office/drawing/2014/main" id="{8C82E736-8C8C-B641-42F1-B2A170C88F73}"/>
              </a:ext>
            </a:extLst>
          </p:cNvPr>
          <p:cNvGraphicFramePr>
            <a:graphicFrameLocks noGrp="1"/>
          </p:cNvGraphicFramePr>
          <p:nvPr>
            <p:extLst>
              <p:ext uri="{D42A27DB-BD31-4B8C-83A1-F6EECF244321}">
                <p14:modId xmlns:p14="http://schemas.microsoft.com/office/powerpoint/2010/main" val="681242913"/>
              </p:ext>
            </p:extLst>
          </p:nvPr>
        </p:nvGraphicFramePr>
        <p:xfrm>
          <a:off x="518372" y="1184722"/>
          <a:ext cx="11268815" cy="335280"/>
        </p:xfrm>
        <a:graphic>
          <a:graphicData uri="http://schemas.openxmlformats.org/drawingml/2006/table">
            <a:tbl>
              <a:tblPr firstRow="1" bandRow="1">
                <a:tableStyleId>{5C22544A-7EE6-4342-B048-85BDC9FD1C3A}</a:tableStyleId>
              </a:tblPr>
              <a:tblGrid>
                <a:gridCol w="11268815">
                  <a:extLst>
                    <a:ext uri="{9D8B030D-6E8A-4147-A177-3AD203B41FA5}">
                      <a16:colId xmlns:a16="http://schemas.microsoft.com/office/drawing/2014/main" val="1142102005"/>
                    </a:ext>
                  </a:extLst>
                </a:gridCol>
              </a:tblGrid>
              <a:tr h="257776">
                <a:tc>
                  <a:txBody>
                    <a:bodyPr/>
                    <a:lstStyle/>
                    <a:p>
                      <a:pPr marL="91440" algn="l"/>
                      <a:r>
                        <a:rPr lang="en-US" sz="1600" b="1" i="0">
                          <a:solidFill>
                            <a:schemeClr val="bg1"/>
                          </a:solidFill>
                          <a:latin typeface="+mn-lt"/>
                        </a:rPr>
                        <a:t>RENEW Journey</a:t>
                      </a: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BD760"/>
                    </a:solidFill>
                  </a:tcPr>
                </a:tc>
                <a:extLst>
                  <a:ext uri="{0D108BD9-81ED-4DB2-BD59-A6C34878D82A}">
                    <a16:rowId xmlns:a16="http://schemas.microsoft.com/office/drawing/2014/main" val="1669449696"/>
                  </a:ext>
                </a:extLst>
              </a:tr>
            </a:tbl>
          </a:graphicData>
        </a:graphic>
      </p:graphicFrame>
      <p:pic>
        <p:nvPicPr>
          <p:cNvPr id="58" name="Picture 57" descr="A green and white star&#10;&#10;AI-generated content may be incorrect.">
            <a:extLst>
              <a:ext uri="{FF2B5EF4-FFF2-40B4-BE49-F238E27FC236}">
                <a16:creationId xmlns:a16="http://schemas.microsoft.com/office/drawing/2014/main" id="{D71FAFE6-961F-A19F-0DD9-11AF5C72AAA4}"/>
              </a:ext>
            </a:extLst>
          </p:cNvPr>
          <p:cNvPicPr>
            <a:picLocks noChangeAspect="1"/>
          </p:cNvPicPr>
          <p:nvPr/>
        </p:nvPicPr>
        <p:blipFill>
          <a:blip r:embed="rId6"/>
          <a:stretch>
            <a:fillRect/>
          </a:stretch>
        </p:blipFill>
        <p:spPr>
          <a:xfrm>
            <a:off x="256428" y="94285"/>
            <a:ext cx="546100" cy="736600"/>
          </a:xfrm>
          <a:prstGeom prst="rect">
            <a:avLst/>
          </a:prstGeom>
        </p:spPr>
      </p:pic>
      <p:graphicFrame>
        <p:nvGraphicFramePr>
          <p:cNvPr id="6" name="Chart 5">
            <a:extLst>
              <a:ext uri="{FF2B5EF4-FFF2-40B4-BE49-F238E27FC236}">
                <a16:creationId xmlns:a16="http://schemas.microsoft.com/office/drawing/2014/main" id="{BB812F58-AEEF-FF3D-4A6D-E0A2C77E24F7}"/>
              </a:ext>
            </a:extLst>
          </p:cNvPr>
          <p:cNvGraphicFramePr/>
          <p:nvPr>
            <p:extLst>
              <p:ext uri="{D42A27DB-BD31-4B8C-83A1-F6EECF244321}">
                <p14:modId xmlns:p14="http://schemas.microsoft.com/office/powerpoint/2010/main" val="2465602205"/>
              </p:ext>
            </p:extLst>
          </p:nvPr>
        </p:nvGraphicFramePr>
        <p:xfrm>
          <a:off x="529479" y="4785192"/>
          <a:ext cx="2588626" cy="18288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5" name="Chart 14">
            <a:extLst>
              <a:ext uri="{FF2B5EF4-FFF2-40B4-BE49-F238E27FC236}">
                <a16:creationId xmlns:a16="http://schemas.microsoft.com/office/drawing/2014/main" id="{99B1FC79-45D0-4478-A55D-59EEECE716CA}"/>
              </a:ext>
            </a:extLst>
          </p:cNvPr>
          <p:cNvGraphicFramePr/>
          <p:nvPr>
            <p:extLst>
              <p:ext uri="{D42A27DB-BD31-4B8C-83A1-F6EECF244321}">
                <p14:modId xmlns:p14="http://schemas.microsoft.com/office/powerpoint/2010/main" val="2374993584"/>
              </p:ext>
            </p:extLst>
          </p:nvPr>
        </p:nvGraphicFramePr>
        <p:xfrm>
          <a:off x="6423467" y="2541012"/>
          <a:ext cx="2588626" cy="1828800"/>
        </p:xfrm>
        <a:graphic>
          <a:graphicData uri="http://schemas.openxmlformats.org/drawingml/2006/chart">
            <c:chart xmlns:c="http://schemas.openxmlformats.org/drawingml/2006/chart" xmlns:r="http://schemas.openxmlformats.org/officeDocument/2006/relationships" r:id="rId8"/>
          </a:graphicData>
        </a:graphic>
      </p:graphicFrame>
      <p:sp>
        <p:nvSpPr>
          <p:cNvPr id="16" name="Text Placeholder 7">
            <a:extLst>
              <a:ext uri="{FF2B5EF4-FFF2-40B4-BE49-F238E27FC236}">
                <a16:creationId xmlns:a16="http://schemas.microsoft.com/office/drawing/2014/main" id="{D05B4155-FC33-C207-145C-F5C936AB0DE0}"/>
              </a:ext>
            </a:extLst>
          </p:cNvPr>
          <p:cNvSpPr txBox="1">
            <a:spLocks/>
          </p:cNvSpPr>
          <p:nvPr/>
        </p:nvSpPr>
        <p:spPr>
          <a:xfrm>
            <a:off x="9232053" y="1251891"/>
            <a:ext cx="2470046" cy="213428"/>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SG" sz="1100" b="1" i="0" u="none" strike="noStrike" kern="1200" cap="none" spc="0" normalizeH="0" baseline="0" noProof="0">
                <a:ln>
                  <a:noFill/>
                </a:ln>
                <a:solidFill>
                  <a:schemeClr val="bg1"/>
                </a:solidFill>
                <a:effectLst/>
                <a:uLnTx/>
                <a:uFillTx/>
                <a:latin typeface="Aptos" panose="02110004020202020204"/>
                <a:ea typeface="+mn-ea"/>
                <a:cs typeface="+mn-cs"/>
              </a:rPr>
              <a:t>Journey Owner: Natasha Tan</a:t>
            </a:r>
          </a:p>
        </p:txBody>
      </p:sp>
      <p:sp>
        <p:nvSpPr>
          <p:cNvPr id="18" name="Pentagon 17">
            <a:extLst>
              <a:ext uri="{FF2B5EF4-FFF2-40B4-BE49-F238E27FC236}">
                <a16:creationId xmlns:a16="http://schemas.microsoft.com/office/drawing/2014/main" id="{B3D77B7A-5389-DDCC-4170-323AEAF7660E}"/>
              </a:ext>
            </a:extLst>
          </p:cNvPr>
          <p:cNvSpPr/>
          <p:nvPr/>
        </p:nvSpPr>
        <p:spPr>
          <a:xfrm>
            <a:off x="10613233"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Delete account</a:t>
            </a:r>
          </a:p>
        </p:txBody>
      </p:sp>
      <p:sp>
        <p:nvSpPr>
          <p:cNvPr id="19" name="Pentagon 18">
            <a:extLst>
              <a:ext uri="{FF2B5EF4-FFF2-40B4-BE49-F238E27FC236}">
                <a16:creationId xmlns:a16="http://schemas.microsoft.com/office/drawing/2014/main" id="{4ED9B932-D9F0-BACC-EBF4-F86EB527D9D3}"/>
              </a:ext>
            </a:extLst>
          </p:cNvPr>
          <p:cNvSpPr/>
          <p:nvPr/>
        </p:nvSpPr>
        <p:spPr>
          <a:xfrm>
            <a:off x="9494059"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Continuation of relationship</a:t>
            </a:r>
          </a:p>
        </p:txBody>
      </p:sp>
      <p:sp>
        <p:nvSpPr>
          <p:cNvPr id="20" name="Pentagon 19">
            <a:extLst>
              <a:ext uri="{FF2B5EF4-FFF2-40B4-BE49-F238E27FC236}">
                <a16:creationId xmlns:a16="http://schemas.microsoft.com/office/drawing/2014/main" id="{F878B89D-5B9D-B07C-75AE-7776BF445F58}"/>
              </a:ext>
            </a:extLst>
          </p:cNvPr>
          <p:cNvSpPr/>
          <p:nvPr/>
        </p:nvSpPr>
        <p:spPr>
          <a:xfrm>
            <a:off x="8373173"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Thanks and appreciation</a:t>
            </a:r>
          </a:p>
        </p:txBody>
      </p:sp>
      <p:sp>
        <p:nvSpPr>
          <p:cNvPr id="21" name="Pentagon 20">
            <a:extLst>
              <a:ext uri="{FF2B5EF4-FFF2-40B4-BE49-F238E27FC236}">
                <a16:creationId xmlns:a16="http://schemas.microsoft.com/office/drawing/2014/main" id="{22830CE6-7A24-3775-6FE1-2260DB50CBCD}"/>
              </a:ext>
            </a:extLst>
          </p:cNvPr>
          <p:cNvSpPr/>
          <p:nvPr/>
        </p:nvSpPr>
        <p:spPr>
          <a:xfrm>
            <a:off x="7253999"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Settle bill </a:t>
            </a:r>
          </a:p>
        </p:txBody>
      </p:sp>
      <p:sp>
        <p:nvSpPr>
          <p:cNvPr id="22" name="Pentagon 21">
            <a:extLst>
              <a:ext uri="{FF2B5EF4-FFF2-40B4-BE49-F238E27FC236}">
                <a16:creationId xmlns:a16="http://schemas.microsoft.com/office/drawing/2014/main" id="{44CD44D4-0599-0A24-9E46-2361734E1FDC}"/>
              </a:ext>
            </a:extLst>
          </p:cNvPr>
          <p:cNvSpPr/>
          <p:nvPr/>
        </p:nvSpPr>
        <p:spPr>
          <a:xfrm>
            <a:off x="6101714"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Return equipment</a:t>
            </a:r>
          </a:p>
        </p:txBody>
      </p:sp>
      <p:sp>
        <p:nvSpPr>
          <p:cNvPr id="23" name="Pentagon 22">
            <a:extLst>
              <a:ext uri="{FF2B5EF4-FFF2-40B4-BE49-F238E27FC236}">
                <a16:creationId xmlns:a16="http://schemas.microsoft.com/office/drawing/2014/main" id="{5080095F-85CB-CED7-5E11-B1DE5EC8382F}"/>
              </a:ext>
            </a:extLst>
          </p:cNvPr>
          <p:cNvSpPr/>
          <p:nvPr/>
        </p:nvSpPr>
        <p:spPr>
          <a:xfrm>
            <a:off x="4982539"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Provide reasons for stop</a:t>
            </a:r>
          </a:p>
        </p:txBody>
      </p:sp>
      <p:sp>
        <p:nvSpPr>
          <p:cNvPr id="24" name="Pentagon 23">
            <a:extLst>
              <a:ext uri="{FF2B5EF4-FFF2-40B4-BE49-F238E27FC236}">
                <a16:creationId xmlns:a16="http://schemas.microsoft.com/office/drawing/2014/main" id="{5471045A-08ED-F29F-9039-7B6C71F777E8}"/>
              </a:ext>
            </a:extLst>
          </p:cNvPr>
          <p:cNvSpPr/>
          <p:nvPr/>
        </p:nvSpPr>
        <p:spPr>
          <a:xfrm>
            <a:off x="3861654"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Confirm renewal or stop ​</a:t>
            </a:r>
          </a:p>
        </p:txBody>
      </p:sp>
      <p:sp>
        <p:nvSpPr>
          <p:cNvPr id="25" name="Pentagon 24">
            <a:extLst>
              <a:ext uri="{FF2B5EF4-FFF2-40B4-BE49-F238E27FC236}">
                <a16:creationId xmlns:a16="http://schemas.microsoft.com/office/drawing/2014/main" id="{60082078-A0A6-D4B2-766C-9A79750507A2}"/>
              </a:ext>
            </a:extLst>
          </p:cNvPr>
          <p:cNvSpPr/>
          <p:nvPr/>
        </p:nvSpPr>
        <p:spPr>
          <a:xfrm>
            <a:off x="2742479"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Get renewal offer and advice</a:t>
            </a:r>
          </a:p>
        </p:txBody>
      </p:sp>
      <p:sp>
        <p:nvSpPr>
          <p:cNvPr id="26" name="Pentagon 25">
            <a:extLst>
              <a:ext uri="{FF2B5EF4-FFF2-40B4-BE49-F238E27FC236}">
                <a16:creationId xmlns:a16="http://schemas.microsoft.com/office/drawing/2014/main" id="{92413879-47A4-6519-3F90-3BB6F0107416}"/>
              </a:ext>
            </a:extLst>
          </p:cNvPr>
          <p:cNvSpPr/>
          <p:nvPr/>
        </p:nvSpPr>
        <p:spPr>
          <a:xfrm>
            <a:off x="1621594"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View current plan</a:t>
            </a:r>
          </a:p>
        </p:txBody>
      </p:sp>
      <p:sp>
        <p:nvSpPr>
          <p:cNvPr id="27" name="Pentagon 26">
            <a:extLst>
              <a:ext uri="{FF2B5EF4-FFF2-40B4-BE49-F238E27FC236}">
                <a16:creationId xmlns:a16="http://schemas.microsoft.com/office/drawing/2014/main" id="{CEC4ACBD-4254-D994-08EE-EEAD3A367008}"/>
              </a:ext>
            </a:extLst>
          </p:cNvPr>
          <p:cNvSpPr/>
          <p:nvPr/>
        </p:nvSpPr>
        <p:spPr>
          <a:xfrm>
            <a:off x="518373" y="1520002"/>
            <a:ext cx="1260715" cy="609392"/>
          </a:xfrm>
          <a:prstGeom prst="homePlate">
            <a:avLst>
              <a:gd name="adj" fmla="val 144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a:r>
              <a:rPr lang="en-US" sz="1100">
                <a:solidFill>
                  <a:schemeClr val="tx1"/>
                </a:solidFill>
              </a:rPr>
              <a:t>Get renewal notice</a:t>
            </a:r>
          </a:p>
        </p:txBody>
      </p:sp>
      <p:sp>
        <p:nvSpPr>
          <p:cNvPr id="2" name="Text Placeholder 7">
            <a:extLst>
              <a:ext uri="{FF2B5EF4-FFF2-40B4-BE49-F238E27FC236}">
                <a16:creationId xmlns:a16="http://schemas.microsoft.com/office/drawing/2014/main" id="{8C6C1D79-D0CB-E288-5334-582CE72E47DD}"/>
              </a:ext>
            </a:extLst>
          </p:cNvPr>
          <p:cNvSpPr txBox="1">
            <a:spLocks/>
          </p:cNvSpPr>
          <p:nvPr/>
        </p:nvSpPr>
        <p:spPr>
          <a:xfrm>
            <a:off x="6423196" y="4421872"/>
            <a:ext cx="4960602" cy="261609"/>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TOP 3 PAIN-POINTS  FROM VOICE OF CUSTOMER</a:t>
            </a:r>
          </a:p>
        </p:txBody>
      </p:sp>
      <p:sp>
        <p:nvSpPr>
          <p:cNvPr id="3" name="Text Placeholder 7">
            <a:extLst>
              <a:ext uri="{FF2B5EF4-FFF2-40B4-BE49-F238E27FC236}">
                <a16:creationId xmlns:a16="http://schemas.microsoft.com/office/drawing/2014/main" id="{06822F27-3D94-4732-715F-2CE9DDDF8AAC}"/>
              </a:ext>
            </a:extLst>
          </p:cNvPr>
          <p:cNvSpPr txBox="1">
            <a:spLocks/>
          </p:cNvSpPr>
          <p:nvPr/>
        </p:nvSpPr>
        <p:spPr>
          <a:xfrm>
            <a:off x="6645720" y="2216570"/>
            <a:ext cx="4960602" cy="26161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USER CENTRICITY</a:t>
            </a:r>
          </a:p>
        </p:txBody>
      </p:sp>
      <p:sp>
        <p:nvSpPr>
          <p:cNvPr id="4" name="Text Placeholder 7">
            <a:extLst>
              <a:ext uri="{FF2B5EF4-FFF2-40B4-BE49-F238E27FC236}">
                <a16:creationId xmlns:a16="http://schemas.microsoft.com/office/drawing/2014/main" id="{097861E8-1F75-FB90-C1F5-351E12BF762E}"/>
              </a:ext>
            </a:extLst>
          </p:cNvPr>
          <p:cNvSpPr txBox="1">
            <a:spLocks/>
          </p:cNvSpPr>
          <p:nvPr/>
        </p:nvSpPr>
        <p:spPr>
          <a:xfrm>
            <a:off x="752529" y="2239631"/>
            <a:ext cx="4960602" cy="26161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DELIGHT</a:t>
            </a:r>
          </a:p>
        </p:txBody>
      </p:sp>
      <p:sp>
        <p:nvSpPr>
          <p:cNvPr id="5" name="Text Placeholder 7">
            <a:extLst>
              <a:ext uri="{FF2B5EF4-FFF2-40B4-BE49-F238E27FC236}">
                <a16:creationId xmlns:a16="http://schemas.microsoft.com/office/drawing/2014/main" id="{CFA7592A-AFED-F1A2-D583-79B92EB4D1FA}"/>
              </a:ext>
            </a:extLst>
          </p:cNvPr>
          <p:cNvSpPr txBox="1">
            <a:spLocks/>
          </p:cNvSpPr>
          <p:nvPr/>
        </p:nvSpPr>
        <p:spPr>
          <a:xfrm>
            <a:off x="707848" y="4445062"/>
            <a:ext cx="2286874" cy="26161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CONSISTENCY</a:t>
            </a:r>
          </a:p>
        </p:txBody>
      </p:sp>
      <p:sp>
        <p:nvSpPr>
          <p:cNvPr id="7" name="Text Placeholder 7">
            <a:extLst>
              <a:ext uri="{FF2B5EF4-FFF2-40B4-BE49-F238E27FC236}">
                <a16:creationId xmlns:a16="http://schemas.microsoft.com/office/drawing/2014/main" id="{A3E9161F-DC85-92E9-AE2D-7D3C09196B7A}"/>
              </a:ext>
            </a:extLst>
          </p:cNvPr>
          <p:cNvSpPr txBox="1">
            <a:spLocks/>
          </p:cNvSpPr>
          <p:nvPr/>
        </p:nvSpPr>
        <p:spPr>
          <a:xfrm>
            <a:off x="3426257" y="4421871"/>
            <a:ext cx="2286874" cy="26161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400" b="0" i="0" kern="1200" baseline="0">
                <a:solidFill>
                  <a:srgbClr val="1ED7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sz="1200" b="1">
                <a:solidFill>
                  <a:schemeClr val="tx1"/>
                </a:solidFill>
              </a:rPr>
              <a:t>EFFICIENCY</a:t>
            </a:r>
          </a:p>
        </p:txBody>
      </p:sp>
      <p:sp>
        <p:nvSpPr>
          <p:cNvPr id="8" name="Oval 7">
            <a:extLst>
              <a:ext uri="{FF2B5EF4-FFF2-40B4-BE49-F238E27FC236}">
                <a16:creationId xmlns:a16="http://schemas.microsoft.com/office/drawing/2014/main" id="{2FFC88A3-531A-CBE8-8F4A-B10E004BEB85}"/>
              </a:ext>
            </a:extLst>
          </p:cNvPr>
          <p:cNvSpPr/>
          <p:nvPr/>
        </p:nvSpPr>
        <p:spPr>
          <a:xfrm>
            <a:off x="547533" y="2244956"/>
            <a:ext cx="194346" cy="194346"/>
          </a:xfrm>
          <a:prstGeom prst="ellipse">
            <a:avLst/>
          </a:prstGeom>
          <a:solidFill>
            <a:srgbClr val="1B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9655C05-65B5-0E9E-34D4-EB93FC7894FF}"/>
              </a:ext>
            </a:extLst>
          </p:cNvPr>
          <p:cNvSpPr/>
          <p:nvPr/>
        </p:nvSpPr>
        <p:spPr>
          <a:xfrm>
            <a:off x="6440849" y="2250339"/>
            <a:ext cx="194346" cy="194346"/>
          </a:xfrm>
          <a:prstGeom prst="ellipse">
            <a:avLst/>
          </a:prstGeom>
          <a:solidFill>
            <a:srgbClr val="1B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FAB63A06-FFC9-AA4C-9D15-AC15BE39B5F0}"/>
              </a:ext>
            </a:extLst>
          </p:cNvPr>
          <p:cNvSpPr/>
          <p:nvPr/>
        </p:nvSpPr>
        <p:spPr>
          <a:xfrm>
            <a:off x="3265587" y="4447486"/>
            <a:ext cx="194346" cy="194346"/>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712E7BF4-1FD3-2580-0216-15DD4ED2A57D}"/>
              </a:ext>
            </a:extLst>
          </p:cNvPr>
          <p:cNvSpPr/>
          <p:nvPr/>
        </p:nvSpPr>
        <p:spPr>
          <a:xfrm>
            <a:off x="529043" y="4448983"/>
            <a:ext cx="194346" cy="194346"/>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583050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788CC-882D-F096-00AF-CC8B81EA91E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8B4CAF5-A4C4-D792-87C1-BA0F73CA0000}"/>
              </a:ext>
            </a:extLst>
          </p:cNvPr>
          <p:cNvSpPr>
            <a:spLocks noGrp="1"/>
          </p:cNvSpPr>
          <p:nvPr>
            <p:ph type="body" sz="quarter" idx="16"/>
          </p:nvPr>
        </p:nvSpPr>
        <p:spPr>
          <a:xfrm>
            <a:off x="1163171" y="2892212"/>
            <a:ext cx="9865659" cy="1188900"/>
          </a:xfrm>
        </p:spPr>
        <p:txBody>
          <a:bodyPr>
            <a:normAutofit/>
          </a:bodyPr>
          <a:lstStyle/>
          <a:p>
            <a:r>
              <a:rPr lang="en-US" sz="3600"/>
              <a:t>Customer Experience Strategy &amp; Roadmap</a:t>
            </a:r>
          </a:p>
        </p:txBody>
      </p:sp>
    </p:spTree>
    <p:extLst>
      <p:ext uri="{BB962C8B-B14F-4D97-AF65-F5344CB8AC3E}">
        <p14:creationId xmlns:p14="http://schemas.microsoft.com/office/powerpoint/2010/main" val="1950449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701A9-922B-40C0-8163-4476FE8A95EB}"/>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7CD5EB67-648C-7620-AFD2-9D231454580D}"/>
              </a:ext>
            </a:extLst>
          </p:cNvPr>
          <p:cNvSpPr/>
          <p:nvPr/>
        </p:nvSpPr>
        <p:spPr>
          <a:xfrm>
            <a:off x="3943350" y="4067174"/>
            <a:ext cx="514350" cy="1838326"/>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 Placeholder 6">
            <a:extLst>
              <a:ext uri="{FF2B5EF4-FFF2-40B4-BE49-F238E27FC236}">
                <a16:creationId xmlns:a16="http://schemas.microsoft.com/office/drawing/2014/main" id="{168CE217-F76B-BAB2-400A-F2AD6CEB237F}"/>
              </a:ext>
            </a:extLst>
          </p:cNvPr>
          <p:cNvSpPr txBox="1">
            <a:spLocks/>
          </p:cNvSpPr>
          <p:nvPr/>
        </p:nvSpPr>
        <p:spPr>
          <a:xfrm>
            <a:off x="758078" y="134098"/>
            <a:ext cx="10804728" cy="58578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None/>
              <a:defRPr sz="3200" b="1" i="0" kern="1200" baseline="0">
                <a:solidFill>
                  <a:srgbClr val="1ED760"/>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kumimoji="0" lang="en-US" sz="3200" b="1" i="0" u="none" strike="noStrike" kern="1200" cap="none" spc="0" normalizeH="0" baseline="0" noProof="0">
                <a:ln>
                  <a:noFill/>
                </a:ln>
                <a:solidFill>
                  <a:srgbClr val="1ED760"/>
                </a:solidFill>
                <a:effectLst/>
                <a:uLnTx/>
                <a:uFillTx/>
                <a:latin typeface="Segoe UI"/>
                <a:ea typeface="+mn-ea"/>
                <a:cs typeface="+mn-cs"/>
              </a:rPr>
              <a:t>2026 CX strategy and roadmap</a:t>
            </a:r>
          </a:p>
        </p:txBody>
      </p:sp>
      <p:sp>
        <p:nvSpPr>
          <p:cNvPr id="34" name="Text Placeholder 2">
            <a:extLst>
              <a:ext uri="{FF2B5EF4-FFF2-40B4-BE49-F238E27FC236}">
                <a16:creationId xmlns:a16="http://schemas.microsoft.com/office/drawing/2014/main" id="{4B44976F-3A63-42B0-7577-60D4560FB75D}"/>
              </a:ext>
            </a:extLst>
          </p:cNvPr>
          <p:cNvSpPr txBox="1">
            <a:spLocks/>
          </p:cNvSpPr>
          <p:nvPr/>
        </p:nvSpPr>
        <p:spPr>
          <a:xfrm>
            <a:off x="758077" y="622456"/>
            <a:ext cx="10985219" cy="502188"/>
          </a:xfrm>
          <a:prstGeom prst="rect">
            <a:avLst/>
          </a:prstGeom>
        </p:spPr>
        <p:txBody>
          <a:bodyPr>
            <a:no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en-US" sz="1600">
                <a:solidFill>
                  <a:srgbClr val="35DB71"/>
                </a:solidFill>
                <a:latin typeface="Segoe UI"/>
              </a:rPr>
              <a:t>We are on track of our 2026 delivery roadmap to maturing our Voice of Customer and Iconic Journeys program.</a:t>
            </a:r>
          </a:p>
        </p:txBody>
      </p:sp>
      <p:pic>
        <p:nvPicPr>
          <p:cNvPr id="58" name="Picture 57" descr="A green and white star&#10;&#10;AI-generated content may be incorrect.">
            <a:extLst>
              <a:ext uri="{FF2B5EF4-FFF2-40B4-BE49-F238E27FC236}">
                <a16:creationId xmlns:a16="http://schemas.microsoft.com/office/drawing/2014/main" id="{BE108575-AE4A-A0DF-3B58-D91E198C6CD5}"/>
              </a:ext>
            </a:extLst>
          </p:cNvPr>
          <p:cNvPicPr>
            <a:picLocks noChangeAspect="1"/>
          </p:cNvPicPr>
          <p:nvPr/>
        </p:nvPicPr>
        <p:blipFill>
          <a:blip r:embed="rId2"/>
          <a:stretch>
            <a:fillRect/>
          </a:stretch>
        </p:blipFill>
        <p:spPr>
          <a:xfrm>
            <a:off x="256428" y="94285"/>
            <a:ext cx="546100" cy="736600"/>
          </a:xfrm>
          <a:prstGeom prst="rect">
            <a:avLst/>
          </a:prstGeom>
        </p:spPr>
      </p:pic>
      <p:grpSp>
        <p:nvGrpSpPr>
          <p:cNvPr id="3" name="Group 2">
            <a:extLst>
              <a:ext uri="{FF2B5EF4-FFF2-40B4-BE49-F238E27FC236}">
                <a16:creationId xmlns:a16="http://schemas.microsoft.com/office/drawing/2014/main" id="{FE7E3034-DA7F-EF89-2EEA-E5553EA59764}"/>
              </a:ext>
            </a:extLst>
          </p:cNvPr>
          <p:cNvGrpSpPr/>
          <p:nvPr/>
        </p:nvGrpSpPr>
        <p:grpSpPr>
          <a:xfrm>
            <a:off x="6349491" y="1069744"/>
            <a:ext cx="5393806" cy="2352282"/>
            <a:chOff x="6250686" y="1124645"/>
            <a:chExt cx="5393806" cy="2639282"/>
          </a:xfrm>
        </p:grpSpPr>
        <p:graphicFrame>
          <p:nvGraphicFramePr>
            <p:cNvPr id="13" name="Chart 12">
              <a:extLst>
                <a:ext uri="{FF2B5EF4-FFF2-40B4-BE49-F238E27FC236}">
                  <a16:creationId xmlns:a16="http://schemas.microsoft.com/office/drawing/2014/main" id="{BC570D47-1ABA-1177-ACAE-6BEB239E923B}"/>
                </a:ext>
              </a:extLst>
            </p:cNvPr>
            <p:cNvGraphicFramePr/>
            <p:nvPr>
              <p:extLst>
                <p:ext uri="{D42A27DB-BD31-4B8C-83A1-F6EECF244321}">
                  <p14:modId xmlns:p14="http://schemas.microsoft.com/office/powerpoint/2010/main" val="33585764"/>
                </p:ext>
              </p:extLst>
            </p:nvPr>
          </p:nvGraphicFramePr>
          <p:xfrm>
            <a:off x="6250686" y="1124645"/>
            <a:ext cx="5393806" cy="2639282"/>
          </p:xfrm>
          <a:graphic>
            <a:graphicData uri="http://schemas.openxmlformats.org/drawingml/2006/chart">
              <c:chart xmlns:c="http://schemas.openxmlformats.org/drawingml/2006/chart" xmlns:r="http://schemas.openxmlformats.org/officeDocument/2006/relationships" r:id="rId3"/>
            </a:graphicData>
          </a:graphic>
        </p:graphicFrame>
        <p:sp>
          <p:nvSpPr>
            <p:cNvPr id="14" name="Rounded Rectangle 13">
              <a:extLst>
                <a:ext uri="{FF2B5EF4-FFF2-40B4-BE49-F238E27FC236}">
                  <a16:creationId xmlns:a16="http://schemas.microsoft.com/office/drawing/2014/main" id="{E6843CE3-218E-7E52-0E1D-FAEB025762E8}"/>
                </a:ext>
              </a:extLst>
            </p:cNvPr>
            <p:cNvSpPr/>
            <p:nvPr/>
          </p:nvSpPr>
          <p:spPr>
            <a:xfrm>
              <a:off x="10556421" y="1425145"/>
              <a:ext cx="742949" cy="2069169"/>
            </a:xfrm>
            <a:prstGeom prst="roundRect">
              <a:avLst/>
            </a:prstGeom>
            <a:solidFill>
              <a:srgbClr val="1BD760">
                <a:alpha val="2097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4248F7EB-1718-0F08-AB9B-E8B691F829D6}"/>
              </a:ext>
            </a:extLst>
          </p:cNvPr>
          <p:cNvSpPr txBox="1"/>
          <p:nvPr/>
        </p:nvSpPr>
        <p:spPr>
          <a:xfrm>
            <a:off x="608463" y="1153914"/>
            <a:ext cx="5144574" cy="1846659"/>
          </a:xfrm>
          <a:prstGeom prst="rect">
            <a:avLst/>
          </a:prstGeom>
          <a:noFill/>
        </p:spPr>
        <p:txBody>
          <a:bodyPr wrap="square">
            <a:spAutoFit/>
          </a:bodyPr>
          <a:lstStyle/>
          <a:p>
            <a:pPr>
              <a:buNone/>
            </a:pPr>
            <a:r>
              <a:rPr lang="en-US" b="1"/>
              <a:t>Our Objectives</a:t>
            </a:r>
          </a:p>
          <a:p>
            <a:pPr>
              <a:buNone/>
            </a:pPr>
            <a:r>
              <a:rPr lang="en-US" b="1">
                <a:solidFill>
                  <a:srgbClr val="35DB71"/>
                </a:solidFill>
              </a:rPr>
              <a:t>1. Build Voice of Customer Program</a:t>
            </a:r>
            <a:endParaRPr lang="en-US">
              <a:solidFill>
                <a:srgbClr val="35DB71"/>
              </a:solidFill>
            </a:endParaRPr>
          </a:p>
          <a:p>
            <a:pPr marL="285750" indent="-285750">
              <a:buFont typeface="Arial" panose="020B0604020202020204" pitchFamily="34" charset="0"/>
              <a:buChar char="•"/>
            </a:pPr>
            <a:r>
              <a:rPr lang="en-US" sz="1400"/>
              <a:t>Eliminate CX issues</a:t>
            </a:r>
          </a:p>
          <a:p>
            <a:pPr marL="285750" indent="-285750">
              <a:buFont typeface="Arial" panose="020B0604020202020204" pitchFamily="34" charset="0"/>
              <a:buChar char="•"/>
            </a:pPr>
            <a:r>
              <a:rPr lang="en-US" sz="1400"/>
              <a:t>Monitor experience &amp; proactively address customer issues</a:t>
            </a:r>
          </a:p>
          <a:p>
            <a:pPr>
              <a:buNone/>
            </a:pPr>
            <a:endParaRPr lang="en-US" b="1"/>
          </a:p>
          <a:p>
            <a:pPr>
              <a:buNone/>
            </a:pPr>
            <a:r>
              <a:rPr lang="en-US" b="1">
                <a:solidFill>
                  <a:srgbClr val="35DB71"/>
                </a:solidFill>
              </a:rPr>
              <a:t>2. Implement digital-first Customer Journeys</a:t>
            </a:r>
            <a:endParaRPr lang="en-US">
              <a:solidFill>
                <a:srgbClr val="35DB71"/>
              </a:solidFill>
            </a:endParaRPr>
          </a:p>
          <a:p>
            <a:pPr marL="285750" indent="-285750">
              <a:buFont typeface="Arial" panose="020B0604020202020204" pitchFamily="34" charset="0"/>
              <a:buChar char="•"/>
            </a:pPr>
            <a:r>
              <a:rPr lang="en-US" sz="1400"/>
              <a:t>Build better CX end-to-end</a:t>
            </a:r>
          </a:p>
        </p:txBody>
      </p:sp>
      <p:graphicFrame>
        <p:nvGraphicFramePr>
          <p:cNvPr id="10" name="Table 9">
            <a:extLst>
              <a:ext uri="{FF2B5EF4-FFF2-40B4-BE49-F238E27FC236}">
                <a16:creationId xmlns:a16="http://schemas.microsoft.com/office/drawing/2014/main" id="{4E5AD489-555C-9998-5B12-4417482B5689}"/>
              </a:ext>
            </a:extLst>
          </p:cNvPr>
          <p:cNvGraphicFramePr>
            <a:graphicFrameLocks noGrp="1"/>
          </p:cNvGraphicFramePr>
          <p:nvPr>
            <p:extLst>
              <p:ext uri="{D42A27DB-BD31-4B8C-83A1-F6EECF244321}">
                <p14:modId xmlns:p14="http://schemas.microsoft.com/office/powerpoint/2010/main" val="1953829294"/>
              </p:ext>
            </p:extLst>
          </p:nvPr>
        </p:nvGraphicFramePr>
        <p:xfrm>
          <a:off x="256428" y="3569705"/>
          <a:ext cx="11521441" cy="3048003"/>
        </p:xfrm>
        <a:graphic>
          <a:graphicData uri="http://schemas.openxmlformats.org/drawingml/2006/table">
            <a:tbl>
              <a:tblPr firstRow="1" bandRow="1">
                <a:tableStyleId>{5C22544A-7EE6-4342-B048-85BDC9FD1C3A}</a:tableStyleId>
              </a:tblPr>
              <a:tblGrid>
                <a:gridCol w="1737421">
                  <a:extLst>
                    <a:ext uri="{9D8B030D-6E8A-4147-A177-3AD203B41FA5}">
                      <a16:colId xmlns:a16="http://schemas.microsoft.com/office/drawing/2014/main" val="2771542677"/>
                    </a:ext>
                  </a:extLst>
                </a:gridCol>
                <a:gridCol w="652268">
                  <a:extLst>
                    <a:ext uri="{9D8B030D-6E8A-4147-A177-3AD203B41FA5}">
                      <a16:colId xmlns:a16="http://schemas.microsoft.com/office/drawing/2014/main" val="275648250"/>
                    </a:ext>
                  </a:extLst>
                </a:gridCol>
                <a:gridCol w="652268">
                  <a:extLst>
                    <a:ext uri="{9D8B030D-6E8A-4147-A177-3AD203B41FA5}">
                      <a16:colId xmlns:a16="http://schemas.microsoft.com/office/drawing/2014/main" val="1483368791"/>
                    </a:ext>
                  </a:extLst>
                </a:gridCol>
                <a:gridCol w="652268">
                  <a:extLst>
                    <a:ext uri="{9D8B030D-6E8A-4147-A177-3AD203B41FA5}">
                      <a16:colId xmlns:a16="http://schemas.microsoft.com/office/drawing/2014/main" val="1158379822"/>
                    </a:ext>
                  </a:extLst>
                </a:gridCol>
                <a:gridCol w="652268">
                  <a:extLst>
                    <a:ext uri="{9D8B030D-6E8A-4147-A177-3AD203B41FA5}">
                      <a16:colId xmlns:a16="http://schemas.microsoft.com/office/drawing/2014/main" val="3928552191"/>
                    </a:ext>
                  </a:extLst>
                </a:gridCol>
                <a:gridCol w="652268">
                  <a:extLst>
                    <a:ext uri="{9D8B030D-6E8A-4147-A177-3AD203B41FA5}">
                      <a16:colId xmlns:a16="http://schemas.microsoft.com/office/drawing/2014/main" val="3798247957"/>
                    </a:ext>
                  </a:extLst>
                </a:gridCol>
                <a:gridCol w="652268">
                  <a:extLst>
                    <a:ext uri="{9D8B030D-6E8A-4147-A177-3AD203B41FA5}">
                      <a16:colId xmlns:a16="http://schemas.microsoft.com/office/drawing/2014/main" val="366137232"/>
                    </a:ext>
                  </a:extLst>
                </a:gridCol>
                <a:gridCol w="652268">
                  <a:extLst>
                    <a:ext uri="{9D8B030D-6E8A-4147-A177-3AD203B41FA5}">
                      <a16:colId xmlns:a16="http://schemas.microsoft.com/office/drawing/2014/main" val="671553233"/>
                    </a:ext>
                  </a:extLst>
                </a:gridCol>
                <a:gridCol w="652268">
                  <a:extLst>
                    <a:ext uri="{9D8B030D-6E8A-4147-A177-3AD203B41FA5}">
                      <a16:colId xmlns:a16="http://schemas.microsoft.com/office/drawing/2014/main" val="1903051488"/>
                    </a:ext>
                  </a:extLst>
                </a:gridCol>
                <a:gridCol w="652268">
                  <a:extLst>
                    <a:ext uri="{9D8B030D-6E8A-4147-A177-3AD203B41FA5}">
                      <a16:colId xmlns:a16="http://schemas.microsoft.com/office/drawing/2014/main" val="2577089090"/>
                    </a:ext>
                  </a:extLst>
                </a:gridCol>
                <a:gridCol w="652268">
                  <a:extLst>
                    <a:ext uri="{9D8B030D-6E8A-4147-A177-3AD203B41FA5}">
                      <a16:colId xmlns:a16="http://schemas.microsoft.com/office/drawing/2014/main" val="2125055873"/>
                    </a:ext>
                  </a:extLst>
                </a:gridCol>
                <a:gridCol w="652268">
                  <a:extLst>
                    <a:ext uri="{9D8B030D-6E8A-4147-A177-3AD203B41FA5}">
                      <a16:colId xmlns:a16="http://schemas.microsoft.com/office/drawing/2014/main" val="409387525"/>
                    </a:ext>
                  </a:extLst>
                </a:gridCol>
                <a:gridCol w="652268">
                  <a:extLst>
                    <a:ext uri="{9D8B030D-6E8A-4147-A177-3AD203B41FA5}">
                      <a16:colId xmlns:a16="http://schemas.microsoft.com/office/drawing/2014/main" val="3728043638"/>
                    </a:ext>
                  </a:extLst>
                </a:gridCol>
                <a:gridCol w="652268">
                  <a:extLst>
                    <a:ext uri="{9D8B030D-6E8A-4147-A177-3AD203B41FA5}">
                      <a16:colId xmlns:a16="http://schemas.microsoft.com/office/drawing/2014/main" val="1589876214"/>
                    </a:ext>
                  </a:extLst>
                </a:gridCol>
                <a:gridCol w="652268">
                  <a:extLst>
                    <a:ext uri="{9D8B030D-6E8A-4147-A177-3AD203B41FA5}">
                      <a16:colId xmlns:a16="http://schemas.microsoft.com/office/drawing/2014/main" val="3179169786"/>
                    </a:ext>
                  </a:extLst>
                </a:gridCol>
                <a:gridCol w="652268">
                  <a:extLst>
                    <a:ext uri="{9D8B030D-6E8A-4147-A177-3AD203B41FA5}">
                      <a16:colId xmlns:a16="http://schemas.microsoft.com/office/drawing/2014/main" val="1677767192"/>
                    </a:ext>
                  </a:extLst>
                </a:gridCol>
              </a:tblGrid>
              <a:tr h="250521">
                <a:tc rowSpan="2">
                  <a:txBody>
                    <a:bodyPr/>
                    <a:lstStyle/>
                    <a:p>
                      <a:r>
                        <a:rPr lang="en-US" sz="1200">
                          <a:solidFill>
                            <a:schemeClr val="tx1"/>
                          </a:solidFill>
                        </a:rPr>
                        <a:t>Activity / KPI</a:t>
                      </a:r>
                    </a:p>
                  </a:txBody>
                  <a:tcPr marL="45720" marT="0" marB="0" anchor="b">
                    <a:lnL w="9525" cap="flat" cmpd="sng" algn="ctr">
                      <a:solidFill>
                        <a:schemeClr val="tx1"/>
                      </a:solidFill>
                      <a:prstDash val="solid"/>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1200">
                          <a:solidFill>
                            <a:schemeClr val="tx1"/>
                          </a:solidFill>
                        </a:rPr>
                        <a:t>Q4 25</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rPr>
                        <a:t>Q1 26</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gridSpan="3">
                  <a:txBody>
                    <a:bodyPr/>
                    <a:lstStyle/>
                    <a:p>
                      <a:pPr algn="ctr"/>
                      <a:r>
                        <a:rPr lang="en-US" sz="1200">
                          <a:solidFill>
                            <a:schemeClr val="tx1"/>
                          </a:solidFill>
                        </a:rPr>
                        <a:t>Q2 26</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gridSpan="3">
                  <a:txBody>
                    <a:bodyPr/>
                    <a:lstStyle/>
                    <a:p>
                      <a:pPr algn="ctr"/>
                      <a:r>
                        <a:rPr lang="en-US" sz="1200">
                          <a:solidFill>
                            <a:schemeClr val="tx1"/>
                          </a:solidFill>
                        </a:rPr>
                        <a:t>Q3 26</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gridSpan="3">
                  <a:txBody>
                    <a:bodyPr/>
                    <a:lstStyle/>
                    <a:p>
                      <a:pPr algn="ctr"/>
                      <a:r>
                        <a:rPr lang="en-US" sz="1200">
                          <a:solidFill>
                            <a:schemeClr val="tx1"/>
                          </a:solidFill>
                        </a:rPr>
                        <a:t>Q4 26</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83817477"/>
                  </a:ext>
                </a:extLst>
              </a:tr>
              <a:tr h="250521">
                <a:tc vMerge="1">
                  <a:txBody>
                    <a:bodyPr/>
                    <a:lstStyle/>
                    <a:p>
                      <a:endParaRPr lang="en-US" sz="12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a:txBody>
                    <a:bodyPr/>
                    <a:lstStyle/>
                    <a:p>
                      <a:pPr algn="ctr"/>
                      <a:r>
                        <a:rPr lang="en-US" sz="1200" b="1">
                          <a:solidFill>
                            <a:schemeClr val="tx1"/>
                          </a:solidFill>
                        </a:rPr>
                        <a:t>Oct</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lang="en-US" sz="1200" b="1">
                          <a:solidFill>
                            <a:schemeClr val="tx1"/>
                          </a:solidFill>
                        </a:rPr>
                        <a:t>Nov</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lang="en-US" sz="1200" b="1">
                          <a:solidFill>
                            <a:schemeClr val="tx1"/>
                          </a:solidFill>
                        </a:rPr>
                        <a:t>Dec</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lang="en-US" sz="1200" b="1">
                          <a:solidFill>
                            <a:schemeClr val="tx1"/>
                          </a:solidFill>
                        </a:rPr>
                        <a:t>Jan</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lang="en-US" sz="1200" b="1">
                          <a:solidFill>
                            <a:schemeClr val="tx1"/>
                          </a:solidFill>
                        </a:rPr>
                        <a:t>Feb</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lang="en-US" sz="1200" b="1">
                          <a:solidFill>
                            <a:schemeClr val="tx1"/>
                          </a:solidFill>
                        </a:rPr>
                        <a:t>Mar</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lang="en-US" sz="1200" b="1">
                          <a:solidFill>
                            <a:schemeClr val="tx1"/>
                          </a:solidFill>
                        </a:rPr>
                        <a:t>Apr</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lang="en-US" sz="1200" b="1">
                          <a:solidFill>
                            <a:schemeClr val="tx1"/>
                          </a:solidFill>
                        </a:rPr>
                        <a:t>May</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lang="en-US" sz="1200" b="1">
                          <a:solidFill>
                            <a:schemeClr val="tx1"/>
                          </a:solidFill>
                        </a:rPr>
                        <a:t>Jun</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lang="en-US" sz="1200" b="1">
                          <a:solidFill>
                            <a:schemeClr val="tx1"/>
                          </a:solidFill>
                        </a:rPr>
                        <a:t>Jul</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lang="en-US" sz="1200" b="1">
                          <a:solidFill>
                            <a:schemeClr val="tx1"/>
                          </a:solidFill>
                        </a:rPr>
                        <a:t>Aug</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lang="en-US" sz="1200" b="1">
                          <a:solidFill>
                            <a:schemeClr val="tx1"/>
                          </a:solidFill>
                        </a:rPr>
                        <a:t>Sep</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lang="en-US" sz="1200" b="1">
                          <a:solidFill>
                            <a:schemeClr val="tx1"/>
                          </a:solidFill>
                        </a:rPr>
                        <a:t>Oct</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lang="en-US" sz="1200" b="1">
                          <a:solidFill>
                            <a:schemeClr val="tx1"/>
                          </a:solidFill>
                        </a:rPr>
                        <a:t>Nov</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lang="en-US" sz="1200" b="1">
                          <a:solidFill>
                            <a:schemeClr val="tx1"/>
                          </a:solidFill>
                        </a:rPr>
                        <a:t>Dec</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3666600"/>
                  </a:ext>
                </a:extLst>
              </a:tr>
              <a:tr h="236603">
                <a:tc>
                  <a:txBody>
                    <a:bodyPr/>
                    <a:lstStyle/>
                    <a:p>
                      <a:r>
                        <a:rPr lang="en-US" sz="1050">
                          <a:solidFill>
                            <a:schemeClr val="tx1"/>
                          </a:solidFill>
                        </a:rPr>
                        <a:t>Voice of Customer</a:t>
                      </a:r>
                    </a:p>
                  </a:txBody>
                  <a:tcPr marL="45720" marT="0" marB="0">
                    <a:lnL w="9525" cap="flat" cmpd="sng" algn="ctr">
                      <a:solidFill>
                        <a:schemeClr val="tx1"/>
                      </a:solidFill>
                      <a:prstDash val="solid"/>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solidFill>
                      <a:schemeClr val="bg1">
                        <a:lumMod val="50000"/>
                      </a:schemeClr>
                    </a:solid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solidFill>
                      <a:schemeClr val="bg1">
                        <a:lumMod val="50000"/>
                      </a:schemeClr>
                    </a:solid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solidFill>
                      <a:schemeClr val="bg1">
                        <a:lumMod val="50000"/>
                      </a:schemeClr>
                    </a:solid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41846398"/>
                  </a:ext>
                </a:extLst>
              </a:tr>
              <a:tr h="375781">
                <a:tc>
                  <a:txBody>
                    <a:bodyPr/>
                    <a:lstStyle/>
                    <a:p>
                      <a:r>
                        <a:rPr lang="en-US" sz="1050">
                          <a:solidFill>
                            <a:schemeClr val="tx1"/>
                          </a:solidFill>
                        </a:rPr>
                        <a:t>Single Platform Customer Issue Analyses</a:t>
                      </a:r>
                    </a:p>
                  </a:txBody>
                  <a:tcPr marL="45720" marT="0" marB="0">
                    <a:lnL w="9525" cap="flat" cmpd="sng" algn="ctr">
                      <a:solidFill>
                        <a:schemeClr val="tx1"/>
                      </a:solidFill>
                      <a:prstDash val="solid"/>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lumMod val="50000"/>
                      </a:schemeClr>
                    </a:solid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lumMod val="50000"/>
                      </a:schemeClr>
                    </a:solid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lumMod val="50000"/>
                      </a:schemeClr>
                    </a:solid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411384939"/>
                  </a:ext>
                </a:extLst>
              </a:tr>
              <a:tr h="236603">
                <a:tc>
                  <a:txBody>
                    <a:bodyPr/>
                    <a:lstStyle/>
                    <a:p>
                      <a:r>
                        <a:rPr lang="en-US" sz="1050">
                          <a:solidFill>
                            <a:schemeClr val="tx1"/>
                          </a:solidFill>
                        </a:rPr>
                        <a:t>Mobile + BB Observability</a:t>
                      </a:r>
                    </a:p>
                  </a:txBody>
                  <a:tcPr marL="45720" marT="0" marB="0">
                    <a:lnL w="9525" cap="flat" cmpd="sng" algn="ctr">
                      <a:solidFill>
                        <a:schemeClr val="tx1"/>
                      </a:solidFill>
                      <a:prstDash val="solid"/>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lumMod val="50000"/>
                      </a:schemeClr>
                    </a:solid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lumMod val="50000"/>
                      </a:schemeClr>
                    </a:solid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lumMod val="50000"/>
                      </a:schemeClr>
                    </a:solid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1125736536"/>
                  </a:ext>
                </a:extLst>
              </a:tr>
              <a:tr h="236603">
                <a:tc>
                  <a:txBody>
                    <a:bodyPr/>
                    <a:lstStyle/>
                    <a:p>
                      <a:r>
                        <a:rPr lang="en-US" sz="1050">
                          <a:solidFill>
                            <a:schemeClr val="tx1"/>
                          </a:solidFill>
                        </a:rPr>
                        <a:t>CLM Proactive Service</a:t>
                      </a:r>
                    </a:p>
                  </a:txBody>
                  <a:tcPr marL="45720" marT="0" marB="0">
                    <a:lnL w="9525" cap="flat" cmpd="sng" algn="ctr">
                      <a:solidFill>
                        <a:schemeClr val="tx1"/>
                      </a:solidFill>
                      <a:prstDash val="solid"/>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4045443"/>
                  </a:ext>
                </a:extLst>
              </a:tr>
              <a:tr h="375781">
                <a:tc>
                  <a:txBody>
                    <a:bodyPr/>
                    <a:lstStyle/>
                    <a:p>
                      <a:r>
                        <a:rPr lang="en-US" sz="1050">
                          <a:solidFill>
                            <a:schemeClr val="tx1"/>
                          </a:solidFill>
                        </a:rPr>
                        <a:t>Setup Customer Experience COE</a:t>
                      </a:r>
                    </a:p>
                  </a:txBody>
                  <a:tcPr marL="45720" marT="0" marB="0">
                    <a:lnL w="9525" cap="flat" cmpd="sng" algn="ctr">
                      <a:solidFill>
                        <a:schemeClr val="tx1"/>
                      </a:solidFill>
                      <a:prstDash val="solid"/>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solidFill>
                      <a:schemeClr val="bg1">
                        <a:lumMod val="50000"/>
                      </a:schemeClr>
                    </a:solid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solidFill>
                      <a:schemeClr val="bg1">
                        <a:lumMod val="50000"/>
                      </a:schemeClr>
                    </a:solid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solidFill>
                      <a:schemeClr val="bg1">
                        <a:lumMod val="50000"/>
                      </a:schemeClr>
                    </a:solid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873568815"/>
                  </a:ext>
                </a:extLst>
              </a:tr>
              <a:tr h="375781">
                <a:tc>
                  <a:txBody>
                    <a:bodyPr/>
                    <a:lstStyle/>
                    <a:p>
                      <a:r>
                        <a:rPr lang="en-US" sz="1050">
                          <a:solidFill>
                            <a:schemeClr val="tx1"/>
                          </a:solidFill>
                        </a:rPr>
                        <a:t>Implement Customer Journey Delivery Model</a:t>
                      </a:r>
                    </a:p>
                  </a:txBody>
                  <a:tcPr marL="45720" marT="0" marB="0">
                    <a:lnL w="9525" cap="flat" cmpd="sng" algn="ctr">
                      <a:solidFill>
                        <a:schemeClr val="tx1"/>
                      </a:solidFill>
                      <a:prstDash val="solid"/>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lumMod val="50000"/>
                      </a:schemeClr>
                    </a:solid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lumMod val="50000"/>
                      </a:schemeClr>
                    </a:solid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lumMod val="50000"/>
                      </a:schemeClr>
                    </a:solid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tc>
                  <a:txBody>
                    <a:bodyPr/>
                    <a:lstStyle/>
                    <a:p>
                      <a:endParaRPr lang="en-US" sz="1100">
                        <a:solidFill>
                          <a:schemeClr val="tx1"/>
                        </a:solidFill>
                      </a:endParaRP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191994362"/>
                  </a:ext>
                </a:extLst>
              </a:tr>
              <a:tr h="236603">
                <a:tc>
                  <a:txBody>
                    <a:bodyPr/>
                    <a:lstStyle/>
                    <a:p>
                      <a:r>
                        <a:rPr lang="en-US" sz="1050">
                          <a:solidFill>
                            <a:schemeClr val="tx1"/>
                          </a:solidFill>
                        </a:rPr>
                        <a:t>Number of cust. issues</a:t>
                      </a:r>
                    </a:p>
                  </a:txBody>
                  <a:tcPr marL="45720" marT="0" marB="0">
                    <a:lnL w="9525" cap="flat" cmpd="sng" algn="ctr">
                      <a:solidFill>
                        <a:schemeClr val="tx1"/>
                      </a:solidFill>
                      <a:prstDash val="solid"/>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rgbClr val="D2F8E0"/>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-5% QoQ</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rgbClr val="D2F8E0"/>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-5% QoQ</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rgbClr val="D2F8E0"/>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-5% QoQ</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rgbClr val="D2F8E0"/>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-5% QoQ</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rgbClr val="D2F8E0"/>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-5% QoQ</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rgbClr val="D2F8E0"/>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4013990614"/>
                  </a:ext>
                </a:extLst>
              </a:tr>
              <a:tr h="236603">
                <a:tc>
                  <a:txBody>
                    <a:bodyPr/>
                    <a:lstStyle/>
                    <a:p>
                      <a:r>
                        <a:rPr lang="en-US" sz="1050">
                          <a:solidFill>
                            <a:schemeClr val="tx1"/>
                          </a:solidFill>
                        </a:rPr>
                        <a:t>Number of technical issues</a:t>
                      </a:r>
                    </a:p>
                  </a:txBody>
                  <a:tcPr marL="45720" marT="0" marB="0">
                    <a:lnL w="9525" cap="flat" cmpd="sng" algn="ctr">
                      <a:solidFill>
                        <a:schemeClr val="tx1"/>
                      </a:solidFill>
                      <a:prstDash val="solid"/>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rgbClr val="D2F8E0"/>
                    </a:solidFill>
                  </a:tcPr>
                </a:tc>
                <a:tc gridSpan="3">
                  <a:txBody>
                    <a:bodyPr/>
                    <a:lstStyle/>
                    <a:p>
                      <a:pPr algn="ctr"/>
                      <a:r>
                        <a:rPr lang="en-US" sz="1100">
                          <a:solidFill>
                            <a:schemeClr val="tx1"/>
                          </a:solidFill>
                        </a:rPr>
                        <a:t>-</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rgbClr val="D2F8E0"/>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gridSpan="3">
                  <a:txBody>
                    <a:bodyPr/>
                    <a:lstStyle/>
                    <a:p>
                      <a:pPr algn="ctr"/>
                      <a:r>
                        <a:rPr lang="en-US" sz="1100">
                          <a:solidFill>
                            <a:schemeClr val="tx1"/>
                          </a:solidFill>
                        </a:rPr>
                        <a:t>-</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rgbClr val="D2F8E0"/>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gridSpan="3">
                  <a:txBody>
                    <a:bodyPr/>
                    <a:lstStyle/>
                    <a:p>
                      <a:pPr algn="ctr"/>
                      <a:r>
                        <a:rPr lang="en-US" sz="1100">
                          <a:solidFill>
                            <a:schemeClr val="tx1"/>
                          </a:solidFill>
                        </a:rPr>
                        <a:t>-2% QoQ</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rgbClr val="D2F8E0"/>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-5% QoQ</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rgbClr val="D2F8E0"/>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-5% QoQ</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rgbClr val="D2F8E0"/>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2613845850"/>
                  </a:ext>
                </a:extLst>
              </a:tr>
              <a:tr h="236603">
                <a:tc>
                  <a:txBody>
                    <a:bodyPr/>
                    <a:lstStyle/>
                    <a:p>
                      <a:r>
                        <a:rPr lang="en-US" sz="1050">
                          <a:solidFill>
                            <a:schemeClr val="tx1"/>
                          </a:solidFill>
                        </a:rPr>
                        <a:t>Service cost reduction</a:t>
                      </a:r>
                    </a:p>
                  </a:txBody>
                  <a:tcPr marL="45720" marT="0" marB="0">
                    <a:lnL w="9525" cap="flat" cmpd="sng" algn="ctr">
                      <a:solidFill>
                        <a:schemeClr val="tx1"/>
                      </a:solidFill>
                      <a:prstDash val="solid"/>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olid"/>
                      <a:round/>
                      <a:headEnd type="none" w="med" len="med"/>
                      <a:tailEnd type="none" w="med" len="med"/>
                    </a:lnB>
                    <a:solidFill>
                      <a:srgbClr val="D2F8E0"/>
                    </a:solidFill>
                  </a:tcPr>
                </a:tc>
                <a:tc gridSpan="3">
                  <a:txBody>
                    <a:bodyPr/>
                    <a:lstStyle/>
                    <a:p>
                      <a:pPr algn="ctr"/>
                      <a:r>
                        <a:rPr lang="en-US" sz="1100">
                          <a:solidFill>
                            <a:schemeClr val="tx1"/>
                          </a:solidFill>
                        </a:rPr>
                        <a:t>-</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olid"/>
                      <a:round/>
                      <a:headEnd type="none" w="med" len="med"/>
                      <a:tailEnd type="none" w="med" len="med"/>
                    </a:lnB>
                    <a:solidFill>
                      <a:srgbClr val="D2F8E0"/>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gridSpan="3">
                  <a:txBody>
                    <a:bodyPr/>
                    <a:lstStyle/>
                    <a:p>
                      <a:pPr algn="ctr"/>
                      <a:r>
                        <a:rPr lang="en-US" sz="1100">
                          <a:solidFill>
                            <a:schemeClr val="tx1"/>
                          </a:solidFill>
                        </a:rPr>
                        <a:t>$0.2M</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olid"/>
                      <a:round/>
                      <a:headEnd type="none" w="med" len="med"/>
                      <a:tailEnd type="none" w="med" len="med"/>
                    </a:lnB>
                    <a:solidFill>
                      <a:srgbClr val="D2F8E0"/>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$0.7M</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olid"/>
                      <a:round/>
                      <a:headEnd type="none" w="med" len="med"/>
                      <a:tailEnd type="none" w="med" len="med"/>
                    </a:lnB>
                    <a:solidFill>
                      <a:srgbClr val="D2F8E0"/>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$1.1M</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olid"/>
                      <a:round/>
                      <a:headEnd type="none" w="med" len="med"/>
                      <a:tailEnd type="none" w="med" len="med"/>
                    </a:lnB>
                    <a:solidFill>
                      <a:srgbClr val="D2F8E0"/>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$1.2M</a:t>
                      </a:r>
                    </a:p>
                  </a:txBody>
                  <a:tcPr marT="0" marB="0">
                    <a:lnL w="9525" cap="flat" cmpd="sng" algn="ctr">
                      <a:solidFill>
                        <a:schemeClr val="tx1"/>
                      </a:solidFill>
                      <a:prstDash val="sysDot"/>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olid"/>
                      <a:round/>
                      <a:headEnd type="none" w="med" len="med"/>
                      <a:tailEnd type="none" w="med" len="med"/>
                    </a:lnB>
                    <a:solidFill>
                      <a:srgbClr val="D2F8E0"/>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tc hMerge="1">
                  <a:txBody>
                    <a:bodyPr/>
                    <a:lstStyle/>
                    <a:p>
                      <a:endParaRPr lang="en-US" sz="1100">
                        <a:solidFill>
                          <a:schemeClr val="tx1"/>
                        </a:solidFill>
                      </a:endParaRPr>
                    </a:p>
                  </a:txBody>
                  <a:tcP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2875088183"/>
                  </a:ext>
                </a:extLst>
              </a:tr>
            </a:tbl>
          </a:graphicData>
        </a:graphic>
      </p:graphicFrame>
      <p:sp>
        <p:nvSpPr>
          <p:cNvPr id="12" name="TextBox 11">
            <a:extLst>
              <a:ext uri="{FF2B5EF4-FFF2-40B4-BE49-F238E27FC236}">
                <a16:creationId xmlns:a16="http://schemas.microsoft.com/office/drawing/2014/main" id="{7973A84D-A886-2BD8-5D56-3ADD02F3937A}"/>
              </a:ext>
            </a:extLst>
          </p:cNvPr>
          <p:cNvSpPr txBox="1"/>
          <p:nvPr/>
        </p:nvSpPr>
        <p:spPr>
          <a:xfrm>
            <a:off x="2594748" y="4101911"/>
            <a:ext cx="1862951" cy="169277"/>
          </a:xfrm>
          <a:prstGeom prst="rect">
            <a:avLst/>
          </a:prstGeom>
          <a:solidFill>
            <a:schemeClr val="bg1">
              <a:lumMod val="50000"/>
            </a:schemeClr>
          </a:solidFill>
        </p:spPr>
        <p:txBody>
          <a:bodyPr wrap="square" lIns="0" tIns="0" rIns="0" bIns="0">
            <a:spAutoFit/>
          </a:bodyPr>
          <a:lstStyle/>
          <a:p>
            <a:r>
              <a:rPr lang="en-US" sz="1100">
                <a:solidFill>
                  <a:srgbClr val="35DB71"/>
                </a:solidFill>
              </a:rPr>
              <a:t>Enhanced VOC Launched</a:t>
            </a:r>
          </a:p>
        </p:txBody>
      </p:sp>
      <p:sp>
        <p:nvSpPr>
          <p:cNvPr id="17" name="Diamond 16">
            <a:extLst>
              <a:ext uri="{FF2B5EF4-FFF2-40B4-BE49-F238E27FC236}">
                <a16:creationId xmlns:a16="http://schemas.microsoft.com/office/drawing/2014/main" id="{0B0B2DFB-A1A7-E1F0-19CB-402B7E1993ED}"/>
              </a:ext>
            </a:extLst>
          </p:cNvPr>
          <p:cNvSpPr/>
          <p:nvPr/>
        </p:nvSpPr>
        <p:spPr>
          <a:xfrm>
            <a:off x="5776853" y="4067174"/>
            <a:ext cx="240295" cy="240295"/>
          </a:xfrm>
          <a:prstGeom prst="diamond">
            <a:avLst/>
          </a:prstGeom>
          <a:solidFill>
            <a:srgbClr val="35DB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iamond 17">
            <a:extLst>
              <a:ext uri="{FF2B5EF4-FFF2-40B4-BE49-F238E27FC236}">
                <a16:creationId xmlns:a16="http://schemas.microsoft.com/office/drawing/2014/main" id="{AE018BE0-FB2D-2844-4143-AAD02CD854E7}"/>
              </a:ext>
            </a:extLst>
          </p:cNvPr>
          <p:cNvSpPr/>
          <p:nvPr/>
        </p:nvSpPr>
        <p:spPr>
          <a:xfrm>
            <a:off x="5135615" y="4308392"/>
            <a:ext cx="240295" cy="240295"/>
          </a:xfrm>
          <a:prstGeom prst="diamond">
            <a:avLst/>
          </a:prstGeom>
          <a:solidFill>
            <a:schemeClr val="bg1"/>
          </a:solidFill>
          <a:ln>
            <a:solidFill>
              <a:srgbClr val="35DB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iamond 18">
            <a:extLst>
              <a:ext uri="{FF2B5EF4-FFF2-40B4-BE49-F238E27FC236}">
                <a16:creationId xmlns:a16="http://schemas.microsoft.com/office/drawing/2014/main" id="{05A3C3F0-E062-0B3B-0963-6402366F5F11}"/>
              </a:ext>
            </a:extLst>
          </p:cNvPr>
          <p:cNvSpPr/>
          <p:nvPr/>
        </p:nvSpPr>
        <p:spPr>
          <a:xfrm>
            <a:off x="5776853" y="4684790"/>
            <a:ext cx="240295" cy="240295"/>
          </a:xfrm>
          <a:prstGeom prst="diamond">
            <a:avLst/>
          </a:prstGeom>
          <a:solidFill>
            <a:srgbClr val="35DB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iamond 19">
            <a:extLst>
              <a:ext uri="{FF2B5EF4-FFF2-40B4-BE49-F238E27FC236}">
                <a16:creationId xmlns:a16="http://schemas.microsoft.com/office/drawing/2014/main" id="{61BB1F40-79B3-E360-1B03-35AD9C5CA1C5}"/>
              </a:ext>
            </a:extLst>
          </p:cNvPr>
          <p:cNvSpPr/>
          <p:nvPr/>
        </p:nvSpPr>
        <p:spPr>
          <a:xfrm>
            <a:off x="5776853" y="4938944"/>
            <a:ext cx="240295" cy="240295"/>
          </a:xfrm>
          <a:prstGeom prst="diamond">
            <a:avLst/>
          </a:prstGeom>
          <a:solidFill>
            <a:srgbClr val="35DB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iamond 20">
            <a:extLst>
              <a:ext uri="{FF2B5EF4-FFF2-40B4-BE49-F238E27FC236}">
                <a16:creationId xmlns:a16="http://schemas.microsoft.com/office/drawing/2014/main" id="{E97796FE-EBAE-6268-92D7-111A9BD294FB}"/>
              </a:ext>
            </a:extLst>
          </p:cNvPr>
          <p:cNvSpPr/>
          <p:nvPr/>
        </p:nvSpPr>
        <p:spPr>
          <a:xfrm>
            <a:off x="9701153" y="4366967"/>
            <a:ext cx="240295" cy="240295"/>
          </a:xfrm>
          <a:prstGeom prst="diamond">
            <a:avLst/>
          </a:prstGeom>
          <a:solidFill>
            <a:srgbClr val="35DB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iamond 22">
            <a:extLst>
              <a:ext uri="{FF2B5EF4-FFF2-40B4-BE49-F238E27FC236}">
                <a16:creationId xmlns:a16="http://schemas.microsoft.com/office/drawing/2014/main" id="{AB566590-F728-FF0F-F19A-301EBA411925}"/>
              </a:ext>
            </a:extLst>
          </p:cNvPr>
          <p:cNvSpPr/>
          <p:nvPr/>
        </p:nvSpPr>
        <p:spPr>
          <a:xfrm>
            <a:off x="9702178" y="4679602"/>
            <a:ext cx="240295" cy="240295"/>
          </a:xfrm>
          <a:prstGeom prst="diamond">
            <a:avLst/>
          </a:prstGeom>
          <a:solidFill>
            <a:srgbClr val="35DB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iamond 23">
            <a:extLst>
              <a:ext uri="{FF2B5EF4-FFF2-40B4-BE49-F238E27FC236}">
                <a16:creationId xmlns:a16="http://schemas.microsoft.com/office/drawing/2014/main" id="{642F6A27-3D49-C9FD-4333-938C2962EE0D}"/>
              </a:ext>
            </a:extLst>
          </p:cNvPr>
          <p:cNvSpPr/>
          <p:nvPr/>
        </p:nvSpPr>
        <p:spPr>
          <a:xfrm>
            <a:off x="9701153" y="4925085"/>
            <a:ext cx="240295" cy="240295"/>
          </a:xfrm>
          <a:prstGeom prst="diamond">
            <a:avLst/>
          </a:prstGeom>
          <a:solidFill>
            <a:srgbClr val="35DB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Cross 27">
            <a:extLst>
              <a:ext uri="{FF2B5EF4-FFF2-40B4-BE49-F238E27FC236}">
                <a16:creationId xmlns:a16="http://schemas.microsoft.com/office/drawing/2014/main" id="{DA85FBFE-F13B-C0CA-EE23-E71DD399FF42}"/>
              </a:ext>
            </a:extLst>
          </p:cNvPr>
          <p:cNvSpPr/>
          <p:nvPr/>
        </p:nvSpPr>
        <p:spPr>
          <a:xfrm>
            <a:off x="2320812" y="4073769"/>
            <a:ext cx="213451" cy="219788"/>
          </a:xfrm>
          <a:prstGeom prst="plus">
            <a:avLst>
              <a:gd name="adj" fmla="val 36420"/>
            </a:avLst>
          </a:prstGeom>
          <a:solidFill>
            <a:srgbClr val="35DB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045B2581-93DB-53EE-9941-EF7532099B0A}"/>
              </a:ext>
            </a:extLst>
          </p:cNvPr>
          <p:cNvSpPr txBox="1"/>
          <p:nvPr/>
        </p:nvSpPr>
        <p:spPr>
          <a:xfrm>
            <a:off x="6096000" y="4105871"/>
            <a:ext cx="1862951" cy="169277"/>
          </a:xfrm>
          <a:prstGeom prst="rect">
            <a:avLst/>
          </a:prstGeom>
          <a:solidFill>
            <a:schemeClr val="bg1"/>
          </a:solidFill>
        </p:spPr>
        <p:txBody>
          <a:bodyPr wrap="square" lIns="0" tIns="0" rIns="0" bIns="0">
            <a:spAutoFit/>
          </a:bodyPr>
          <a:lstStyle/>
          <a:p>
            <a:r>
              <a:rPr lang="en-US" sz="1100"/>
              <a:t>10% Customer issues reduced</a:t>
            </a:r>
          </a:p>
        </p:txBody>
      </p:sp>
      <p:sp>
        <p:nvSpPr>
          <p:cNvPr id="30" name="TextBox 29">
            <a:extLst>
              <a:ext uri="{FF2B5EF4-FFF2-40B4-BE49-F238E27FC236}">
                <a16:creationId xmlns:a16="http://schemas.microsoft.com/office/drawing/2014/main" id="{526DA057-32CA-43D2-2284-7CCEAC461199}"/>
              </a:ext>
            </a:extLst>
          </p:cNvPr>
          <p:cNvSpPr txBox="1"/>
          <p:nvPr/>
        </p:nvSpPr>
        <p:spPr>
          <a:xfrm>
            <a:off x="4145690" y="5644558"/>
            <a:ext cx="2031745" cy="169277"/>
          </a:xfrm>
          <a:prstGeom prst="rect">
            <a:avLst/>
          </a:prstGeom>
          <a:solidFill>
            <a:schemeClr val="bg1">
              <a:lumMod val="50000"/>
            </a:schemeClr>
          </a:solidFill>
        </p:spPr>
        <p:txBody>
          <a:bodyPr wrap="square" lIns="0" tIns="0" rIns="0" bIns="0">
            <a:spAutoFit/>
          </a:bodyPr>
          <a:lstStyle/>
          <a:p>
            <a:r>
              <a:rPr lang="en-US" sz="1100">
                <a:solidFill>
                  <a:srgbClr val="35DB71"/>
                </a:solidFill>
              </a:rPr>
              <a:t>Iconic journeys Operationalized</a:t>
            </a:r>
          </a:p>
        </p:txBody>
      </p:sp>
      <p:sp>
        <p:nvSpPr>
          <p:cNvPr id="31" name="Cross 30">
            <a:extLst>
              <a:ext uri="{FF2B5EF4-FFF2-40B4-BE49-F238E27FC236}">
                <a16:creationId xmlns:a16="http://schemas.microsoft.com/office/drawing/2014/main" id="{23E8D455-5625-98A4-13FF-DEFCC8B37292}"/>
              </a:ext>
            </a:extLst>
          </p:cNvPr>
          <p:cNvSpPr/>
          <p:nvPr/>
        </p:nvSpPr>
        <p:spPr>
          <a:xfrm>
            <a:off x="3831069" y="5619302"/>
            <a:ext cx="213451" cy="219788"/>
          </a:xfrm>
          <a:prstGeom prst="plus">
            <a:avLst>
              <a:gd name="adj" fmla="val 36420"/>
            </a:avLst>
          </a:prstGeom>
          <a:solidFill>
            <a:srgbClr val="35DB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E6084402-828C-B80F-D35D-627BF790091B}"/>
              </a:ext>
            </a:extLst>
          </p:cNvPr>
          <p:cNvSpPr txBox="1"/>
          <p:nvPr/>
        </p:nvSpPr>
        <p:spPr>
          <a:xfrm>
            <a:off x="3473971" y="5185858"/>
            <a:ext cx="1643305" cy="338554"/>
          </a:xfrm>
          <a:prstGeom prst="rect">
            <a:avLst/>
          </a:prstGeom>
          <a:solidFill>
            <a:schemeClr val="bg1">
              <a:lumMod val="50000"/>
            </a:schemeClr>
          </a:solidFill>
        </p:spPr>
        <p:txBody>
          <a:bodyPr wrap="square" lIns="0" tIns="0" rIns="0" bIns="0">
            <a:spAutoFit/>
          </a:bodyPr>
          <a:lstStyle/>
          <a:p>
            <a:r>
              <a:rPr lang="en-US" sz="1100">
                <a:solidFill>
                  <a:srgbClr val="35DB71"/>
                </a:solidFill>
              </a:rPr>
              <a:t>CX &amp; Experience design practices launched</a:t>
            </a:r>
          </a:p>
        </p:txBody>
      </p:sp>
      <p:sp>
        <p:nvSpPr>
          <p:cNvPr id="35" name="Cross 34">
            <a:extLst>
              <a:ext uri="{FF2B5EF4-FFF2-40B4-BE49-F238E27FC236}">
                <a16:creationId xmlns:a16="http://schemas.microsoft.com/office/drawing/2014/main" id="{A755864C-C5B7-CAC0-D452-3D019A206C9D}"/>
              </a:ext>
            </a:extLst>
          </p:cNvPr>
          <p:cNvSpPr/>
          <p:nvPr/>
        </p:nvSpPr>
        <p:spPr>
          <a:xfrm>
            <a:off x="3180751" y="5213296"/>
            <a:ext cx="213451" cy="219788"/>
          </a:xfrm>
          <a:prstGeom prst="plus">
            <a:avLst>
              <a:gd name="adj" fmla="val 36420"/>
            </a:avLst>
          </a:prstGeom>
          <a:solidFill>
            <a:srgbClr val="35DB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Diamond 36">
            <a:extLst>
              <a:ext uri="{FF2B5EF4-FFF2-40B4-BE49-F238E27FC236}">
                <a16:creationId xmlns:a16="http://schemas.microsoft.com/office/drawing/2014/main" id="{2A9951C4-7D45-1186-03BA-E59E2F72C5CC}"/>
              </a:ext>
            </a:extLst>
          </p:cNvPr>
          <p:cNvSpPr/>
          <p:nvPr/>
        </p:nvSpPr>
        <p:spPr>
          <a:xfrm>
            <a:off x="3060603" y="4320958"/>
            <a:ext cx="240295" cy="240295"/>
          </a:xfrm>
          <a:prstGeom prst="diamond">
            <a:avLst/>
          </a:prstGeom>
          <a:solidFill>
            <a:srgbClr val="35DB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44A1FBE1-7446-47D2-7CBD-6C4D17C170BB}"/>
              </a:ext>
            </a:extLst>
          </p:cNvPr>
          <p:cNvSpPr txBox="1"/>
          <p:nvPr/>
        </p:nvSpPr>
        <p:spPr>
          <a:xfrm>
            <a:off x="3299194" y="4499555"/>
            <a:ext cx="1862951" cy="169277"/>
          </a:xfrm>
          <a:prstGeom prst="rect">
            <a:avLst/>
          </a:prstGeom>
          <a:solidFill>
            <a:schemeClr val="bg1">
              <a:lumMod val="50000"/>
            </a:schemeClr>
          </a:solidFill>
        </p:spPr>
        <p:txBody>
          <a:bodyPr wrap="square" lIns="0" tIns="0" rIns="0" bIns="0">
            <a:spAutoFit/>
          </a:bodyPr>
          <a:lstStyle/>
          <a:p>
            <a:r>
              <a:rPr lang="en-US" sz="1100">
                <a:solidFill>
                  <a:srgbClr val="35DB71"/>
                </a:solidFill>
              </a:rPr>
              <a:t>MVP launched 3 months early</a:t>
            </a:r>
          </a:p>
        </p:txBody>
      </p:sp>
      <p:cxnSp>
        <p:nvCxnSpPr>
          <p:cNvPr id="40" name="Straight Arrow Connector 39">
            <a:extLst>
              <a:ext uri="{FF2B5EF4-FFF2-40B4-BE49-F238E27FC236}">
                <a16:creationId xmlns:a16="http://schemas.microsoft.com/office/drawing/2014/main" id="{8DC5DE47-2480-5783-D530-CBFCB02B53DD}"/>
              </a:ext>
            </a:extLst>
          </p:cNvPr>
          <p:cNvCxnSpPr>
            <a:cxnSpLocks/>
          </p:cNvCxnSpPr>
          <p:nvPr/>
        </p:nvCxnSpPr>
        <p:spPr>
          <a:xfrm flipH="1">
            <a:off x="3374815" y="4428539"/>
            <a:ext cx="1742461" cy="0"/>
          </a:xfrm>
          <a:prstGeom prst="straightConnector1">
            <a:avLst/>
          </a:prstGeom>
          <a:ln w="28575">
            <a:solidFill>
              <a:srgbClr val="35DB71"/>
            </a:solidFill>
            <a:tailEnd type="triangle"/>
          </a:ln>
        </p:spPr>
        <p:style>
          <a:lnRef idx="2">
            <a:schemeClr val="accent1"/>
          </a:lnRef>
          <a:fillRef idx="0">
            <a:schemeClr val="accent1"/>
          </a:fillRef>
          <a:effectRef idx="1">
            <a:schemeClr val="accent1"/>
          </a:effectRef>
          <a:fontRef idx="minor">
            <a:schemeClr val="tx1"/>
          </a:fontRef>
        </p:style>
      </p:cxnSp>
      <p:sp>
        <p:nvSpPr>
          <p:cNvPr id="41" name="Diamond 40">
            <a:extLst>
              <a:ext uri="{FF2B5EF4-FFF2-40B4-BE49-F238E27FC236}">
                <a16:creationId xmlns:a16="http://schemas.microsoft.com/office/drawing/2014/main" id="{64585A69-3F0A-4F1C-03D1-C9C207B1ECC1}"/>
              </a:ext>
            </a:extLst>
          </p:cNvPr>
          <p:cNvSpPr/>
          <p:nvPr/>
        </p:nvSpPr>
        <p:spPr>
          <a:xfrm>
            <a:off x="6093554" y="4363569"/>
            <a:ext cx="240295" cy="240295"/>
          </a:xfrm>
          <a:prstGeom prst="diamond">
            <a:avLst/>
          </a:prstGeom>
          <a:solidFill>
            <a:srgbClr val="35DB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3AC2B6B1-D03E-C74D-3350-A53A0FBC614A}"/>
              </a:ext>
            </a:extLst>
          </p:cNvPr>
          <p:cNvSpPr txBox="1"/>
          <p:nvPr/>
        </p:nvSpPr>
        <p:spPr>
          <a:xfrm>
            <a:off x="6384063" y="4402345"/>
            <a:ext cx="1862951" cy="169277"/>
          </a:xfrm>
          <a:prstGeom prst="rect">
            <a:avLst/>
          </a:prstGeom>
          <a:solidFill>
            <a:schemeClr val="bg1"/>
          </a:solidFill>
        </p:spPr>
        <p:txBody>
          <a:bodyPr wrap="square" lIns="0" tIns="0" rIns="0" bIns="0">
            <a:spAutoFit/>
          </a:bodyPr>
          <a:lstStyle/>
          <a:p>
            <a:r>
              <a:rPr lang="en-US" sz="1100"/>
              <a:t>Phase 2</a:t>
            </a:r>
          </a:p>
        </p:txBody>
      </p:sp>
      <p:sp>
        <p:nvSpPr>
          <p:cNvPr id="44" name="TextBox 43">
            <a:extLst>
              <a:ext uri="{FF2B5EF4-FFF2-40B4-BE49-F238E27FC236}">
                <a16:creationId xmlns:a16="http://schemas.microsoft.com/office/drawing/2014/main" id="{168BDBD2-C6EE-C28A-1969-116500D05CC1}"/>
              </a:ext>
            </a:extLst>
          </p:cNvPr>
          <p:cNvSpPr txBox="1"/>
          <p:nvPr/>
        </p:nvSpPr>
        <p:spPr>
          <a:xfrm>
            <a:off x="6103082" y="4719188"/>
            <a:ext cx="1862951" cy="169277"/>
          </a:xfrm>
          <a:prstGeom prst="rect">
            <a:avLst/>
          </a:prstGeom>
          <a:solidFill>
            <a:schemeClr val="bg1"/>
          </a:solidFill>
        </p:spPr>
        <p:txBody>
          <a:bodyPr wrap="square" lIns="0" tIns="0" rIns="0" bIns="0">
            <a:spAutoFit/>
          </a:bodyPr>
          <a:lstStyle/>
          <a:p>
            <a:r>
              <a:rPr lang="en-US" sz="1100" err="1"/>
              <a:t>Fixify</a:t>
            </a:r>
            <a:r>
              <a:rPr lang="en-US" sz="1100"/>
              <a:t> + COPs Service Agent</a:t>
            </a:r>
          </a:p>
        </p:txBody>
      </p:sp>
      <p:sp>
        <p:nvSpPr>
          <p:cNvPr id="45" name="TextBox 44">
            <a:extLst>
              <a:ext uri="{FF2B5EF4-FFF2-40B4-BE49-F238E27FC236}">
                <a16:creationId xmlns:a16="http://schemas.microsoft.com/office/drawing/2014/main" id="{D6244327-6E48-8091-1C3A-48B9AB1F8057}"/>
              </a:ext>
            </a:extLst>
          </p:cNvPr>
          <p:cNvSpPr txBox="1"/>
          <p:nvPr/>
        </p:nvSpPr>
        <p:spPr>
          <a:xfrm>
            <a:off x="6093554" y="4959480"/>
            <a:ext cx="1862951" cy="169277"/>
          </a:xfrm>
          <a:prstGeom prst="rect">
            <a:avLst/>
          </a:prstGeom>
          <a:solidFill>
            <a:schemeClr val="bg1"/>
          </a:solidFill>
        </p:spPr>
        <p:txBody>
          <a:bodyPr wrap="square" lIns="0" tIns="0" rIns="0" bIns="0">
            <a:spAutoFit/>
          </a:bodyPr>
          <a:lstStyle/>
          <a:p>
            <a:r>
              <a:rPr lang="en-US" sz="1100"/>
              <a:t>Proactive Service MVP</a:t>
            </a:r>
          </a:p>
        </p:txBody>
      </p:sp>
      <p:sp>
        <p:nvSpPr>
          <p:cNvPr id="46" name="TextBox 45">
            <a:extLst>
              <a:ext uri="{FF2B5EF4-FFF2-40B4-BE49-F238E27FC236}">
                <a16:creationId xmlns:a16="http://schemas.microsoft.com/office/drawing/2014/main" id="{FE56C7D7-C4EC-7486-68C8-17B596442C11}"/>
              </a:ext>
            </a:extLst>
          </p:cNvPr>
          <p:cNvSpPr txBox="1"/>
          <p:nvPr/>
        </p:nvSpPr>
        <p:spPr>
          <a:xfrm>
            <a:off x="10027199" y="4715110"/>
            <a:ext cx="1716097" cy="169277"/>
          </a:xfrm>
          <a:prstGeom prst="rect">
            <a:avLst/>
          </a:prstGeom>
          <a:solidFill>
            <a:schemeClr val="bg1"/>
          </a:solidFill>
        </p:spPr>
        <p:txBody>
          <a:bodyPr wrap="square" lIns="0" tIns="0" rIns="0" bIns="0">
            <a:spAutoFit/>
          </a:bodyPr>
          <a:lstStyle/>
          <a:p>
            <a:r>
              <a:rPr lang="en-US" sz="1100"/>
              <a:t>Auto Alerts for customers</a:t>
            </a:r>
          </a:p>
        </p:txBody>
      </p:sp>
      <p:sp>
        <p:nvSpPr>
          <p:cNvPr id="47" name="TextBox 46">
            <a:extLst>
              <a:ext uri="{FF2B5EF4-FFF2-40B4-BE49-F238E27FC236}">
                <a16:creationId xmlns:a16="http://schemas.microsoft.com/office/drawing/2014/main" id="{462BEAED-A4EE-AB8D-76D9-84111206C6A3}"/>
              </a:ext>
            </a:extLst>
          </p:cNvPr>
          <p:cNvSpPr txBox="1"/>
          <p:nvPr/>
        </p:nvSpPr>
        <p:spPr>
          <a:xfrm>
            <a:off x="10027199" y="4947236"/>
            <a:ext cx="1658898" cy="169277"/>
          </a:xfrm>
          <a:prstGeom prst="rect">
            <a:avLst/>
          </a:prstGeom>
          <a:solidFill>
            <a:schemeClr val="bg1"/>
          </a:solidFill>
        </p:spPr>
        <p:txBody>
          <a:bodyPr wrap="square" lIns="0" tIns="0" rIns="0" bIns="0">
            <a:spAutoFit/>
          </a:bodyPr>
          <a:lstStyle/>
          <a:p>
            <a:r>
              <a:rPr lang="en-US" sz="1100"/>
              <a:t>Service Automation</a:t>
            </a:r>
          </a:p>
        </p:txBody>
      </p:sp>
      <p:sp>
        <p:nvSpPr>
          <p:cNvPr id="48" name="TextBox 47">
            <a:extLst>
              <a:ext uri="{FF2B5EF4-FFF2-40B4-BE49-F238E27FC236}">
                <a16:creationId xmlns:a16="http://schemas.microsoft.com/office/drawing/2014/main" id="{414694B5-00D3-8DCE-0941-612CFFFE54A6}"/>
              </a:ext>
            </a:extLst>
          </p:cNvPr>
          <p:cNvSpPr txBox="1"/>
          <p:nvPr/>
        </p:nvSpPr>
        <p:spPr>
          <a:xfrm>
            <a:off x="8743214" y="4414916"/>
            <a:ext cx="913070" cy="169277"/>
          </a:xfrm>
          <a:prstGeom prst="rect">
            <a:avLst/>
          </a:prstGeom>
          <a:solidFill>
            <a:schemeClr val="bg1"/>
          </a:solidFill>
        </p:spPr>
        <p:txBody>
          <a:bodyPr wrap="square" lIns="0" tIns="0" rIns="0" bIns="0">
            <a:spAutoFit/>
          </a:bodyPr>
          <a:lstStyle/>
          <a:p>
            <a:pPr algn="r"/>
            <a:r>
              <a:rPr lang="en-US" sz="1100"/>
              <a:t>Completion</a:t>
            </a:r>
          </a:p>
        </p:txBody>
      </p:sp>
      <p:sp>
        <p:nvSpPr>
          <p:cNvPr id="2" name="TextBox 1">
            <a:extLst>
              <a:ext uri="{FF2B5EF4-FFF2-40B4-BE49-F238E27FC236}">
                <a16:creationId xmlns:a16="http://schemas.microsoft.com/office/drawing/2014/main" id="{ADB0AD36-C8A8-AC30-77D5-580BFD155F87}"/>
              </a:ext>
            </a:extLst>
          </p:cNvPr>
          <p:cNvSpPr txBox="1"/>
          <p:nvPr/>
        </p:nvSpPr>
        <p:spPr>
          <a:xfrm>
            <a:off x="11931992" y="6573149"/>
            <a:ext cx="260008" cy="261610"/>
          </a:xfrm>
          <a:prstGeom prst="rect">
            <a:avLst/>
          </a:prstGeom>
          <a:noFill/>
        </p:spPr>
        <p:txBody>
          <a:bodyPr wrap="none" rtlCol="0">
            <a:spAutoFit/>
          </a:bodyPr>
          <a:lstStyle/>
          <a:p>
            <a:fld id="{946CA25D-DF5D-8344-B9AA-B6983B6411BE}" type="slidenum">
              <a:rPr lang="en-US" sz="1100" smtClean="0">
                <a:solidFill>
                  <a:schemeClr val="bg1">
                    <a:lumMod val="65000"/>
                  </a:schemeClr>
                </a:solidFill>
              </a:rPr>
              <a:t>16</a:t>
            </a:fld>
            <a:endParaRPr lang="en-US" sz="1100">
              <a:solidFill>
                <a:schemeClr val="bg1">
                  <a:lumMod val="65000"/>
                </a:schemeClr>
              </a:solidFill>
            </a:endParaRPr>
          </a:p>
        </p:txBody>
      </p:sp>
    </p:spTree>
    <p:extLst>
      <p:ext uri="{BB962C8B-B14F-4D97-AF65-F5344CB8AC3E}">
        <p14:creationId xmlns:p14="http://schemas.microsoft.com/office/powerpoint/2010/main" val="13017437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34384-DEDA-C60B-6C24-884101B8360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B5E8C13-0020-95BE-0E29-78FC61453886}"/>
              </a:ext>
            </a:extLst>
          </p:cNvPr>
          <p:cNvSpPr>
            <a:spLocks noGrp="1"/>
          </p:cNvSpPr>
          <p:nvPr>
            <p:ph type="body" sz="quarter" idx="16"/>
          </p:nvPr>
        </p:nvSpPr>
        <p:spPr>
          <a:xfrm>
            <a:off x="1163171" y="2892212"/>
            <a:ext cx="9865659" cy="1188900"/>
          </a:xfrm>
        </p:spPr>
        <p:txBody>
          <a:bodyPr>
            <a:normAutofit/>
          </a:bodyPr>
          <a:lstStyle/>
          <a:p>
            <a:r>
              <a:rPr lang="en-US" sz="3600"/>
              <a:t>Platinum Experience</a:t>
            </a:r>
          </a:p>
        </p:txBody>
      </p:sp>
    </p:spTree>
    <p:extLst>
      <p:ext uri="{BB962C8B-B14F-4D97-AF65-F5344CB8AC3E}">
        <p14:creationId xmlns:p14="http://schemas.microsoft.com/office/powerpoint/2010/main" val="110363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5170A-442D-09DA-7338-F1DF9AEFBCDF}"/>
            </a:ext>
          </a:extLst>
        </p:cNvPr>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CB611621-FF85-F194-018D-92B56CC41402}"/>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9" name="think-cell data - do not delete" hidden="1">
                        <a:extLst>
                          <a:ext uri="{FF2B5EF4-FFF2-40B4-BE49-F238E27FC236}">
                            <a16:creationId xmlns:a16="http://schemas.microsoft.com/office/drawing/2014/main" id="{CB611621-FF85-F194-018D-92B56CC4140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10" name="TextBox 209">
            <a:extLst>
              <a:ext uri="{FF2B5EF4-FFF2-40B4-BE49-F238E27FC236}">
                <a16:creationId xmlns:a16="http://schemas.microsoft.com/office/drawing/2014/main" id="{38CB4AAC-8E90-FD36-8BDC-E96274C60617}"/>
              </a:ext>
            </a:extLst>
          </p:cNvPr>
          <p:cNvSpPr txBox="1"/>
          <p:nvPr/>
        </p:nvSpPr>
        <p:spPr>
          <a:xfrm>
            <a:off x="506628" y="1162807"/>
            <a:ext cx="5589372" cy="338554"/>
          </a:xfrm>
          <a:prstGeom prst="rect">
            <a:avLst/>
          </a:prstGeom>
          <a:noFill/>
        </p:spPr>
        <p:txBody>
          <a:bodyPr wrap="square" rtlCol="0">
            <a:spAutoFit/>
          </a:bodyPr>
          <a:lstStyle/>
          <a:p>
            <a:r>
              <a:rPr lang="en-US" sz="1600" b="1">
                <a:latin typeface="Segoe UI" panose="020B0502040204020203" pitchFamily="34" charset="0"/>
                <a:cs typeface="Segoe UI" panose="020B0502040204020203" pitchFamily="34" charset="0"/>
              </a:rPr>
              <a:t>Platinum Customer Experience and performance</a:t>
            </a:r>
            <a:endParaRPr lang="en-SG" sz="1600" b="1">
              <a:latin typeface="Segoe UI" panose="020B0502040204020203" pitchFamily="34" charset="0"/>
              <a:cs typeface="Segoe UI" panose="020B0502040204020203" pitchFamily="34" charset="0"/>
            </a:endParaRPr>
          </a:p>
        </p:txBody>
      </p:sp>
      <p:sp>
        <p:nvSpPr>
          <p:cNvPr id="61" name="TextBox 60">
            <a:extLst>
              <a:ext uri="{FF2B5EF4-FFF2-40B4-BE49-F238E27FC236}">
                <a16:creationId xmlns:a16="http://schemas.microsoft.com/office/drawing/2014/main" id="{0748FFD4-59F9-5695-9571-3D38A2F0CCE2}"/>
              </a:ext>
            </a:extLst>
          </p:cNvPr>
          <p:cNvSpPr txBox="1"/>
          <p:nvPr/>
        </p:nvSpPr>
        <p:spPr>
          <a:xfrm>
            <a:off x="6749167" y="2126501"/>
            <a:ext cx="2947646" cy="661448"/>
          </a:xfrm>
          <a:prstGeom prst="rect">
            <a:avLst/>
          </a:prstGeom>
          <a:noFill/>
        </p:spPr>
        <p:txBody>
          <a:bodyPr wrap="square" rtlCol="0">
            <a:noAutofit/>
          </a:bodyPr>
          <a:lstStyle/>
          <a:p>
            <a:r>
              <a:rPr lang="en-US" sz="1400" b="1">
                <a:solidFill>
                  <a:srgbClr val="1BD760"/>
                </a:solidFill>
                <a:latin typeface="Segoe UI" panose="020B0502040204020203" pitchFamily="34" charset="0"/>
                <a:cs typeface="Segoe UI" panose="020B0502040204020203" pitchFamily="34" charset="0"/>
              </a:rPr>
              <a:t>Supernova Platinum Eligibility</a:t>
            </a:r>
          </a:p>
          <a:p>
            <a:r>
              <a:rPr lang="en-US" sz="1200">
                <a:latin typeface="Segoe UI" panose="020B0502040204020203" pitchFamily="34" charset="0"/>
                <a:cs typeface="Segoe UI" panose="020B0502040204020203" pitchFamily="34" charset="0"/>
              </a:rPr>
              <a:t>Supernova Elite plans instantly make our customers eligible for Platinum status.</a:t>
            </a:r>
            <a:endParaRPr lang="en-SG" sz="1200">
              <a:latin typeface="Segoe UI" panose="020B0502040204020203" pitchFamily="34" charset="0"/>
              <a:cs typeface="Segoe UI" panose="020B0502040204020203" pitchFamily="34" charset="0"/>
            </a:endParaRPr>
          </a:p>
        </p:txBody>
      </p:sp>
      <p:graphicFrame>
        <p:nvGraphicFramePr>
          <p:cNvPr id="34" name="Chart 33">
            <a:extLst>
              <a:ext uri="{FF2B5EF4-FFF2-40B4-BE49-F238E27FC236}">
                <a16:creationId xmlns:a16="http://schemas.microsoft.com/office/drawing/2014/main" id="{22AB190C-FA4D-FD82-F674-A318F9E92C0D}"/>
              </a:ext>
            </a:extLst>
          </p:cNvPr>
          <p:cNvGraphicFramePr/>
          <p:nvPr/>
        </p:nvGraphicFramePr>
        <p:xfrm>
          <a:off x="506627" y="2277686"/>
          <a:ext cx="2684858" cy="1670742"/>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5" name="Chart 34">
            <a:extLst>
              <a:ext uri="{FF2B5EF4-FFF2-40B4-BE49-F238E27FC236}">
                <a16:creationId xmlns:a16="http://schemas.microsoft.com/office/drawing/2014/main" id="{B3BBB25B-1ECE-E8FA-8EBE-F3939F70B7B5}"/>
              </a:ext>
            </a:extLst>
          </p:cNvPr>
          <p:cNvGraphicFramePr/>
          <p:nvPr>
            <p:extLst>
              <p:ext uri="{D42A27DB-BD31-4B8C-83A1-F6EECF244321}">
                <p14:modId xmlns:p14="http://schemas.microsoft.com/office/powerpoint/2010/main" val="2623034941"/>
              </p:ext>
            </p:extLst>
          </p:nvPr>
        </p:nvGraphicFramePr>
        <p:xfrm>
          <a:off x="3328087" y="2277686"/>
          <a:ext cx="2684858" cy="1670742"/>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36" name="Chart 35">
            <a:extLst>
              <a:ext uri="{FF2B5EF4-FFF2-40B4-BE49-F238E27FC236}">
                <a16:creationId xmlns:a16="http://schemas.microsoft.com/office/drawing/2014/main" id="{7E4122CC-9BCC-A490-0077-C42C1A136636}"/>
              </a:ext>
            </a:extLst>
          </p:cNvPr>
          <p:cNvGraphicFramePr/>
          <p:nvPr/>
        </p:nvGraphicFramePr>
        <p:xfrm>
          <a:off x="506627" y="4022384"/>
          <a:ext cx="2684858" cy="1670742"/>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37" name="Chart 36">
            <a:extLst>
              <a:ext uri="{FF2B5EF4-FFF2-40B4-BE49-F238E27FC236}">
                <a16:creationId xmlns:a16="http://schemas.microsoft.com/office/drawing/2014/main" id="{FBA32339-315E-75E0-96C4-11A48914E539}"/>
              </a:ext>
            </a:extLst>
          </p:cNvPr>
          <p:cNvGraphicFramePr/>
          <p:nvPr/>
        </p:nvGraphicFramePr>
        <p:xfrm>
          <a:off x="3328087" y="4022384"/>
          <a:ext cx="2684858" cy="1670742"/>
        </p:xfrm>
        <a:graphic>
          <a:graphicData uri="http://schemas.openxmlformats.org/drawingml/2006/chart">
            <c:chart xmlns:c="http://schemas.openxmlformats.org/drawingml/2006/chart" xmlns:r="http://schemas.openxmlformats.org/officeDocument/2006/relationships" r:id="rId9"/>
          </a:graphicData>
        </a:graphic>
      </p:graphicFrame>
      <p:sp>
        <p:nvSpPr>
          <p:cNvPr id="46" name="TextBox 45">
            <a:extLst>
              <a:ext uri="{FF2B5EF4-FFF2-40B4-BE49-F238E27FC236}">
                <a16:creationId xmlns:a16="http://schemas.microsoft.com/office/drawing/2014/main" id="{3D17D391-C3EA-BC00-310C-3E100CA898F9}"/>
              </a:ext>
            </a:extLst>
          </p:cNvPr>
          <p:cNvSpPr txBox="1"/>
          <p:nvPr/>
        </p:nvSpPr>
        <p:spPr>
          <a:xfrm>
            <a:off x="506627" y="1570464"/>
            <a:ext cx="5811169" cy="515460"/>
          </a:xfrm>
          <a:prstGeom prst="rect">
            <a:avLst/>
          </a:prstGeom>
          <a:noFill/>
        </p:spPr>
        <p:txBody>
          <a:bodyPr wrap="square" rtlCol="0" anchor="t">
            <a:noAutofit/>
          </a:bodyPr>
          <a:lstStyle/>
          <a:p>
            <a:r>
              <a:rPr lang="en-US" sz="1200">
                <a:latin typeface="Segoe UI" panose="020B0502040204020203" pitchFamily="34" charset="0"/>
                <a:cs typeface="Segoe UI" panose="020B0502040204020203" pitchFamily="34" charset="0"/>
              </a:rPr>
              <a:t>Over the past 6 quarters we managed to uplift the Platinum Customer Experience across channels, as well as uplift the non-platinum CX to comparable levels.</a:t>
            </a:r>
            <a:endParaRPr lang="en-SG" sz="1200">
              <a:latin typeface="Segoe UI" panose="020B0502040204020203" pitchFamily="34" charset="0"/>
              <a:cs typeface="Segoe UI" panose="020B0502040204020203" pitchFamily="34" charset="0"/>
            </a:endParaRPr>
          </a:p>
        </p:txBody>
      </p:sp>
      <p:cxnSp>
        <p:nvCxnSpPr>
          <p:cNvPr id="48" name="Straight Connector 47">
            <a:extLst>
              <a:ext uri="{FF2B5EF4-FFF2-40B4-BE49-F238E27FC236}">
                <a16:creationId xmlns:a16="http://schemas.microsoft.com/office/drawing/2014/main" id="{3A10D3C8-8BDB-B616-8F70-BB02FF34BBE6}"/>
              </a:ext>
            </a:extLst>
          </p:cNvPr>
          <p:cNvCxnSpPr>
            <a:cxnSpLocks/>
          </p:cNvCxnSpPr>
          <p:nvPr/>
        </p:nvCxnSpPr>
        <p:spPr>
          <a:xfrm>
            <a:off x="589409" y="1501361"/>
            <a:ext cx="5728388"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6DD6357A-56D5-530A-5E7A-BE6F39B467F1}"/>
              </a:ext>
            </a:extLst>
          </p:cNvPr>
          <p:cNvSpPr txBox="1"/>
          <p:nvPr/>
        </p:nvSpPr>
        <p:spPr>
          <a:xfrm>
            <a:off x="6735967" y="1134282"/>
            <a:ext cx="5122498" cy="338554"/>
          </a:xfrm>
          <a:prstGeom prst="rect">
            <a:avLst/>
          </a:prstGeom>
          <a:noFill/>
        </p:spPr>
        <p:txBody>
          <a:bodyPr wrap="square" rtlCol="0">
            <a:spAutoFit/>
          </a:bodyPr>
          <a:lstStyle/>
          <a:p>
            <a:r>
              <a:rPr lang="en-US" sz="1600" b="1">
                <a:latin typeface="Segoe UI" panose="020B0502040204020203" pitchFamily="34" charset="0"/>
                <a:cs typeface="Segoe UI" panose="020B0502040204020203" pitchFamily="34" charset="0"/>
              </a:rPr>
              <a:t>2026 Platinum Program</a:t>
            </a:r>
            <a:endParaRPr lang="en-SG" sz="1600" b="1">
              <a:latin typeface="Segoe UI" panose="020B0502040204020203" pitchFamily="34" charset="0"/>
              <a:cs typeface="Segoe UI" panose="020B0502040204020203" pitchFamily="34" charset="0"/>
            </a:endParaRPr>
          </a:p>
        </p:txBody>
      </p:sp>
      <p:sp>
        <p:nvSpPr>
          <p:cNvPr id="55" name="TextBox 54">
            <a:extLst>
              <a:ext uri="{FF2B5EF4-FFF2-40B4-BE49-F238E27FC236}">
                <a16:creationId xmlns:a16="http://schemas.microsoft.com/office/drawing/2014/main" id="{11EF8F9C-C9DE-E159-9352-F9E184C7C142}"/>
              </a:ext>
            </a:extLst>
          </p:cNvPr>
          <p:cNvSpPr txBox="1"/>
          <p:nvPr/>
        </p:nvSpPr>
        <p:spPr>
          <a:xfrm>
            <a:off x="6735967" y="1541939"/>
            <a:ext cx="5122498" cy="515460"/>
          </a:xfrm>
          <a:prstGeom prst="rect">
            <a:avLst/>
          </a:prstGeom>
          <a:noFill/>
        </p:spPr>
        <p:txBody>
          <a:bodyPr wrap="square" rtlCol="0" anchor="t">
            <a:noAutofit/>
          </a:bodyPr>
          <a:lstStyle/>
          <a:p>
            <a:r>
              <a:rPr lang="en-US" sz="1200">
                <a:latin typeface="Segoe UI" panose="020B0502040204020203" pitchFamily="34" charset="0"/>
                <a:cs typeface="Segoe UI" panose="020B0502040204020203" pitchFamily="34" charset="0"/>
              </a:rPr>
              <a:t>Across 2026 we are planning a range of strategic initiatives to further drive engagement, satisfaction and value across our Platinum segment.</a:t>
            </a:r>
            <a:endParaRPr lang="en-SG" sz="1200">
              <a:latin typeface="Segoe UI" panose="020B0502040204020203" pitchFamily="34" charset="0"/>
              <a:cs typeface="Segoe UI" panose="020B0502040204020203" pitchFamily="34" charset="0"/>
            </a:endParaRPr>
          </a:p>
        </p:txBody>
      </p:sp>
      <p:cxnSp>
        <p:nvCxnSpPr>
          <p:cNvPr id="56" name="Straight Connector 55">
            <a:extLst>
              <a:ext uri="{FF2B5EF4-FFF2-40B4-BE49-F238E27FC236}">
                <a16:creationId xmlns:a16="http://schemas.microsoft.com/office/drawing/2014/main" id="{F1B24AE7-6C7D-C3C1-70DA-18E176485280}"/>
              </a:ext>
            </a:extLst>
          </p:cNvPr>
          <p:cNvCxnSpPr>
            <a:cxnSpLocks/>
          </p:cNvCxnSpPr>
          <p:nvPr/>
        </p:nvCxnSpPr>
        <p:spPr>
          <a:xfrm>
            <a:off x="6818748" y="1472836"/>
            <a:ext cx="5038043" cy="0"/>
          </a:xfrm>
          <a:prstGeom prst="line">
            <a:avLst/>
          </a:prstGeom>
          <a:ln w="285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60" name="Picture 59" descr="A green rectangle with white text&#10;&#10;AI-generated content may be incorrect.">
            <a:extLst>
              <a:ext uri="{FF2B5EF4-FFF2-40B4-BE49-F238E27FC236}">
                <a16:creationId xmlns:a16="http://schemas.microsoft.com/office/drawing/2014/main" id="{411C26F6-C39E-6431-7402-FA8A73E740BB}"/>
              </a:ext>
            </a:extLst>
          </p:cNvPr>
          <p:cNvPicPr>
            <a:picLocks noChangeAspect="1"/>
          </p:cNvPicPr>
          <p:nvPr/>
        </p:nvPicPr>
        <p:blipFill>
          <a:blip r:embed="rId10"/>
          <a:stretch>
            <a:fillRect/>
          </a:stretch>
        </p:blipFill>
        <p:spPr>
          <a:xfrm>
            <a:off x="10053554" y="2129268"/>
            <a:ext cx="1955800" cy="609600"/>
          </a:xfrm>
          <a:prstGeom prst="rect">
            <a:avLst/>
          </a:prstGeom>
        </p:spPr>
      </p:pic>
      <p:sp>
        <p:nvSpPr>
          <p:cNvPr id="63" name="TextBox 62">
            <a:extLst>
              <a:ext uri="{FF2B5EF4-FFF2-40B4-BE49-F238E27FC236}">
                <a16:creationId xmlns:a16="http://schemas.microsoft.com/office/drawing/2014/main" id="{785E6229-4935-97FF-50B9-3DB47E7F7D4E}"/>
              </a:ext>
            </a:extLst>
          </p:cNvPr>
          <p:cNvSpPr txBox="1"/>
          <p:nvPr/>
        </p:nvSpPr>
        <p:spPr>
          <a:xfrm>
            <a:off x="6749167" y="2966448"/>
            <a:ext cx="2947646" cy="661448"/>
          </a:xfrm>
          <a:prstGeom prst="rect">
            <a:avLst/>
          </a:prstGeom>
          <a:noFill/>
        </p:spPr>
        <p:txBody>
          <a:bodyPr wrap="square" rtlCol="0">
            <a:noAutofit/>
          </a:bodyPr>
          <a:lstStyle/>
          <a:p>
            <a:r>
              <a:rPr lang="en-US" sz="1400" b="1" err="1">
                <a:solidFill>
                  <a:srgbClr val="1BD760"/>
                </a:solidFill>
                <a:latin typeface="Segoe UI" panose="020B0502040204020203" pitchFamily="34" charset="0"/>
                <a:cs typeface="Segoe UI" panose="020B0502040204020203" pitchFamily="34" charset="0"/>
              </a:rPr>
              <a:t>Hubbing</a:t>
            </a:r>
            <a:r>
              <a:rPr lang="en-US" sz="1400" b="1">
                <a:solidFill>
                  <a:srgbClr val="1BD760"/>
                </a:solidFill>
                <a:latin typeface="Segoe UI" panose="020B0502040204020203" pitchFamily="34" charset="0"/>
                <a:cs typeface="Segoe UI" panose="020B0502040204020203" pitchFamily="34" charset="0"/>
              </a:rPr>
              <a:t> Marketplace Benefits</a:t>
            </a:r>
          </a:p>
          <a:p>
            <a:r>
              <a:rPr lang="en-US" sz="1200">
                <a:latin typeface="Segoe UI" panose="020B0502040204020203" pitchFamily="34" charset="0"/>
                <a:cs typeface="Segoe UI" panose="020B0502040204020203" pitchFamily="34" charset="0"/>
              </a:rPr>
              <a:t>Platinum and Gold customers will enjoy exclusive deals and discounts on Entertainment, T2 services and more.</a:t>
            </a:r>
            <a:endParaRPr lang="en-SG" sz="1200">
              <a:latin typeface="Segoe UI" panose="020B0502040204020203" pitchFamily="34" charset="0"/>
              <a:cs typeface="Segoe UI" panose="020B0502040204020203" pitchFamily="34" charset="0"/>
            </a:endParaRPr>
          </a:p>
        </p:txBody>
      </p:sp>
      <p:pic>
        <p:nvPicPr>
          <p:cNvPr id="128" name="Picture 127" descr="A screenshot of a phone&#10;&#10;AI-generated content may be incorrect.">
            <a:extLst>
              <a:ext uri="{FF2B5EF4-FFF2-40B4-BE49-F238E27FC236}">
                <a16:creationId xmlns:a16="http://schemas.microsoft.com/office/drawing/2014/main" id="{F2897CB0-4228-729F-6797-A0E83CB790FA}"/>
              </a:ext>
            </a:extLst>
          </p:cNvPr>
          <p:cNvPicPr>
            <a:picLocks noChangeAspect="1"/>
          </p:cNvPicPr>
          <p:nvPr/>
        </p:nvPicPr>
        <p:blipFill>
          <a:blip r:embed="rId11"/>
          <a:srcRect t="55271" r="33899" b="32447"/>
          <a:stretch>
            <a:fillRect/>
          </a:stretch>
        </p:blipFill>
        <p:spPr>
          <a:xfrm>
            <a:off x="10053554" y="2966448"/>
            <a:ext cx="1662559" cy="461196"/>
          </a:xfrm>
          <a:prstGeom prst="rect">
            <a:avLst/>
          </a:prstGeom>
        </p:spPr>
      </p:pic>
      <p:sp>
        <p:nvSpPr>
          <p:cNvPr id="136" name="TextBox 135">
            <a:extLst>
              <a:ext uri="{FF2B5EF4-FFF2-40B4-BE49-F238E27FC236}">
                <a16:creationId xmlns:a16="http://schemas.microsoft.com/office/drawing/2014/main" id="{139831E5-C902-EED5-0A2D-611CC78BC02B}"/>
              </a:ext>
            </a:extLst>
          </p:cNvPr>
          <p:cNvSpPr txBox="1"/>
          <p:nvPr/>
        </p:nvSpPr>
        <p:spPr>
          <a:xfrm>
            <a:off x="6735966" y="5286029"/>
            <a:ext cx="3034913" cy="1039931"/>
          </a:xfrm>
          <a:prstGeom prst="rect">
            <a:avLst/>
          </a:prstGeom>
          <a:noFill/>
        </p:spPr>
        <p:txBody>
          <a:bodyPr wrap="square" rtlCol="0">
            <a:noAutofit/>
          </a:bodyPr>
          <a:lstStyle/>
          <a:p>
            <a:r>
              <a:rPr lang="en-US" sz="1400" b="1">
                <a:solidFill>
                  <a:srgbClr val="1BD760"/>
                </a:solidFill>
                <a:latin typeface="Segoe UI" panose="020B0502040204020203" pitchFamily="34" charset="0"/>
                <a:cs typeface="Segoe UI" panose="020B0502040204020203" pitchFamily="34" charset="0"/>
              </a:rPr>
              <a:t>Expanded Platinum Lounge Experience</a:t>
            </a:r>
          </a:p>
          <a:p>
            <a:r>
              <a:rPr lang="en-US" sz="1200">
                <a:latin typeface="Segoe UI" panose="020B0502040204020203" pitchFamily="34" charset="0"/>
                <a:cs typeface="Segoe UI" panose="020B0502040204020203" pitchFamily="34" charset="0"/>
              </a:rPr>
              <a:t>We will be uplifting the entire end-to-end Platinum Retail experience to further delight our most valued customers</a:t>
            </a:r>
            <a:endParaRPr lang="en-SG" sz="1200">
              <a:latin typeface="Segoe UI" panose="020B0502040204020203" pitchFamily="34" charset="0"/>
              <a:cs typeface="Segoe UI" panose="020B0502040204020203" pitchFamily="34" charset="0"/>
            </a:endParaRPr>
          </a:p>
        </p:txBody>
      </p:sp>
      <p:sp>
        <p:nvSpPr>
          <p:cNvPr id="138" name="TextBox 137">
            <a:extLst>
              <a:ext uri="{FF2B5EF4-FFF2-40B4-BE49-F238E27FC236}">
                <a16:creationId xmlns:a16="http://schemas.microsoft.com/office/drawing/2014/main" id="{6A10C182-4371-795C-B805-29F2D5FDBFFC}"/>
              </a:ext>
            </a:extLst>
          </p:cNvPr>
          <p:cNvSpPr txBox="1"/>
          <p:nvPr/>
        </p:nvSpPr>
        <p:spPr>
          <a:xfrm>
            <a:off x="1615034" y="5768758"/>
            <a:ext cx="1713053" cy="515460"/>
          </a:xfrm>
          <a:prstGeom prst="rect">
            <a:avLst/>
          </a:prstGeom>
          <a:noFill/>
        </p:spPr>
        <p:txBody>
          <a:bodyPr wrap="square" rtlCol="0">
            <a:noAutofit/>
          </a:bodyPr>
          <a:lstStyle/>
          <a:p>
            <a:r>
              <a:rPr lang="en-US" sz="1200" b="1">
                <a:latin typeface="Segoe UI" panose="020B0502040204020203" pitchFamily="34" charset="0"/>
                <a:cs typeface="Segoe UI" panose="020B0502040204020203" pitchFamily="34" charset="0"/>
              </a:rPr>
              <a:t>Cross-sell among platinum customers</a:t>
            </a:r>
            <a:endParaRPr lang="en-SG" sz="1200" b="1">
              <a:latin typeface="Segoe UI" panose="020B0502040204020203" pitchFamily="34" charset="0"/>
              <a:cs typeface="Segoe UI" panose="020B0502040204020203" pitchFamily="34" charset="0"/>
            </a:endParaRPr>
          </a:p>
        </p:txBody>
      </p:sp>
      <p:sp>
        <p:nvSpPr>
          <p:cNvPr id="142" name="Rounded Rectangle 141">
            <a:extLst>
              <a:ext uri="{FF2B5EF4-FFF2-40B4-BE49-F238E27FC236}">
                <a16:creationId xmlns:a16="http://schemas.microsoft.com/office/drawing/2014/main" id="{8BBDB826-D083-00FF-2B6E-69B6DEAA0FE8}"/>
              </a:ext>
            </a:extLst>
          </p:cNvPr>
          <p:cNvSpPr/>
          <p:nvPr/>
        </p:nvSpPr>
        <p:spPr>
          <a:xfrm>
            <a:off x="866310" y="5788856"/>
            <a:ext cx="748724" cy="457349"/>
          </a:xfrm>
          <a:prstGeom prst="roundRect">
            <a:avLst/>
          </a:prstGeom>
          <a:solidFill>
            <a:srgbClr val="1B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latin typeface="Segoe UI" panose="020B0502040204020203" pitchFamily="34" charset="0"/>
                <a:cs typeface="Segoe UI" panose="020B0502040204020203" pitchFamily="34" charset="0"/>
              </a:rPr>
              <a:t>2.2x</a:t>
            </a:r>
            <a:endParaRPr lang="en-US">
              <a:solidFill>
                <a:schemeClr val="bg1"/>
              </a:solidFill>
            </a:endParaRPr>
          </a:p>
        </p:txBody>
      </p:sp>
      <p:sp>
        <p:nvSpPr>
          <p:cNvPr id="143" name="TextBox 142">
            <a:extLst>
              <a:ext uri="{FF2B5EF4-FFF2-40B4-BE49-F238E27FC236}">
                <a16:creationId xmlns:a16="http://schemas.microsoft.com/office/drawing/2014/main" id="{C1F577CF-7F1D-F14F-B37C-9E46C2A9F3D8}"/>
              </a:ext>
            </a:extLst>
          </p:cNvPr>
          <p:cNvSpPr txBox="1"/>
          <p:nvPr/>
        </p:nvSpPr>
        <p:spPr>
          <a:xfrm>
            <a:off x="4299892" y="5768758"/>
            <a:ext cx="1713053" cy="515460"/>
          </a:xfrm>
          <a:prstGeom prst="rect">
            <a:avLst/>
          </a:prstGeom>
          <a:noFill/>
        </p:spPr>
        <p:txBody>
          <a:bodyPr wrap="square" rtlCol="0">
            <a:noAutofit/>
          </a:bodyPr>
          <a:lstStyle/>
          <a:p>
            <a:r>
              <a:rPr lang="en-US" sz="1200" b="1">
                <a:latin typeface="Segoe UI" panose="020B0502040204020203" pitchFamily="34" charset="0"/>
                <a:cs typeface="Segoe UI" panose="020B0502040204020203" pitchFamily="34" charset="0"/>
              </a:rPr>
              <a:t>Lower churn among platinum customers</a:t>
            </a:r>
            <a:endParaRPr lang="en-SG" sz="1200" b="1">
              <a:latin typeface="Segoe UI" panose="020B0502040204020203" pitchFamily="34" charset="0"/>
              <a:cs typeface="Segoe UI" panose="020B0502040204020203" pitchFamily="34" charset="0"/>
            </a:endParaRPr>
          </a:p>
        </p:txBody>
      </p:sp>
      <p:sp>
        <p:nvSpPr>
          <p:cNvPr id="144" name="Rounded Rectangle 143">
            <a:extLst>
              <a:ext uri="{FF2B5EF4-FFF2-40B4-BE49-F238E27FC236}">
                <a16:creationId xmlns:a16="http://schemas.microsoft.com/office/drawing/2014/main" id="{BC6EE9BF-0C09-9654-02D4-C66C4675CAA9}"/>
              </a:ext>
            </a:extLst>
          </p:cNvPr>
          <p:cNvSpPr/>
          <p:nvPr/>
        </p:nvSpPr>
        <p:spPr>
          <a:xfrm>
            <a:off x="3551168" y="5788856"/>
            <a:ext cx="748724" cy="457349"/>
          </a:xfrm>
          <a:prstGeom prst="roundRect">
            <a:avLst/>
          </a:prstGeom>
          <a:solidFill>
            <a:srgbClr val="1BD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latin typeface="Segoe UI" panose="020B0502040204020203" pitchFamily="34" charset="0"/>
                <a:cs typeface="Segoe UI" panose="020B0502040204020203" pitchFamily="34" charset="0"/>
              </a:rPr>
              <a:t>3.1x</a:t>
            </a:r>
            <a:endParaRPr lang="en-US">
              <a:solidFill>
                <a:schemeClr val="bg1"/>
              </a:solidFill>
            </a:endParaRPr>
          </a:p>
        </p:txBody>
      </p:sp>
      <p:pic>
        <p:nvPicPr>
          <p:cNvPr id="146" name="Picture 145" descr="A white lit up sign&#10;&#10;AI-generated content may be incorrect.">
            <a:extLst>
              <a:ext uri="{FF2B5EF4-FFF2-40B4-BE49-F238E27FC236}">
                <a16:creationId xmlns:a16="http://schemas.microsoft.com/office/drawing/2014/main" id="{C4A6AD4B-D05B-1B35-495F-6BA539466735}"/>
              </a:ext>
            </a:extLst>
          </p:cNvPr>
          <p:cNvPicPr>
            <a:picLocks noChangeAspect="1"/>
          </p:cNvPicPr>
          <p:nvPr/>
        </p:nvPicPr>
        <p:blipFill>
          <a:blip r:embed="rId12"/>
          <a:stretch>
            <a:fillRect/>
          </a:stretch>
        </p:blipFill>
        <p:spPr>
          <a:xfrm>
            <a:off x="10053554" y="5338001"/>
            <a:ext cx="1346586" cy="771434"/>
          </a:xfrm>
          <a:prstGeom prst="rect">
            <a:avLst/>
          </a:prstGeom>
        </p:spPr>
      </p:pic>
      <p:sp>
        <p:nvSpPr>
          <p:cNvPr id="147" name="TextBox 146">
            <a:extLst>
              <a:ext uri="{FF2B5EF4-FFF2-40B4-BE49-F238E27FC236}">
                <a16:creationId xmlns:a16="http://schemas.microsoft.com/office/drawing/2014/main" id="{E2EA2AF3-32B5-D0CE-FBD2-AE2CA96F6E7F}"/>
              </a:ext>
            </a:extLst>
          </p:cNvPr>
          <p:cNvSpPr txBox="1"/>
          <p:nvPr/>
        </p:nvSpPr>
        <p:spPr>
          <a:xfrm>
            <a:off x="6749166" y="4012844"/>
            <a:ext cx="3034913" cy="1039930"/>
          </a:xfrm>
          <a:prstGeom prst="rect">
            <a:avLst/>
          </a:prstGeom>
          <a:noFill/>
        </p:spPr>
        <p:txBody>
          <a:bodyPr wrap="square" rtlCol="0">
            <a:noAutofit/>
          </a:bodyPr>
          <a:lstStyle/>
          <a:p>
            <a:r>
              <a:rPr lang="en-US" sz="1400" b="1">
                <a:solidFill>
                  <a:srgbClr val="1BD760"/>
                </a:solidFill>
                <a:latin typeface="Segoe UI" panose="020B0502040204020203" pitchFamily="34" charset="0"/>
                <a:cs typeface="Segoe UI" panose="020B0502040204020203" pitchFamily="34" charset="0"/>
              </a:rPr>
              <a:t>Platinum Broadband Installations</a:t>
            </a:r>
          </a:p>
          <a:p>
            <a:r>
              <a:rPr lang="en-US" sz="1200">
                <a:latin typeface="Segoe UI" panose="020B0502040204020203" pitchFamily="34" charset="0"/>
                <a:cs typeface="Segoe UI" panose="020B0502040204020203" pitchFamily="34" charset="0"/>
              </a:rPr>
              <a:t>Platinum customers will enjoy Premium installation services for a full home connectivity setup, delivered by our best </a:t>
            </a:r>
            <a:r>
              <a:rPr lang="en-US" sz="1200" err="1">
                <a:latin typeface="Segoe UI" panose="020B0502040204020203" pitchFamily="34" charset="0"/>
                <a:cs typeface="Segoe UI" panose="020B0502040204020203" pitchFamily="34" charset="0"/>
              </a:rPr>
              <a:t>Hubtroopers</a:t>
            </a:r>
            <a:r>
              <a:rPr lang="en-US" sz="1200">
                <a:latin typeface="Segoe UI" panose="020B0502040204020203" pitchFamily="34" charset="0"/>
                <a:cs typeface="Segoe UI" panose="020B0502040204020203" pitchFamily="34" charset="0"/>
              </a:rPr>
              <a:t>.</a:t>
            </a:r>
            <a:endParaRPr lang="en-SG" sz="1200" b="1">
              <a:solidFill>
                <a:srgbClr val="FF0000"/>
              </a:solidFill>
              <a:latin typeface="Segoe UI" panose="020B0502040204020203" pitchFamily="34" charset="0"/>
              <a:cs typeface="Segoe UI" panose="020B0502040204020203" pitchFamily="34" charset="0"/>
            </a:endParaRPr>
          </a:p>
        </p:txBody>
      </p:sp>
      <p:grpSp>
        <p:nvGrpSpPr>
          <p:cNvPr id="2" name="Group 1">
            <a:extLst>
              <a:ext uri="{FF2B5EF4-FFF2-40B4-BE49-F238E27FC236}">
                <a16:creationId xmlns:a16="http://schemas.microsoft.com/office/drawing/2014/main" id="{A9BFF1A5-7EDF-A1E0-639D-328586B064E9}"/>
              </a:ext>
            </a:extLst>
          </p:cNvPr>
          <p:cNvGrpSpPr/>
          <p:nvPr/>
        </p:nvGrpSpPr>
        <p:grpSpPr>
          <a:xfrm>
            <a:off x="10131955" y="4094994"/>
            <a:ext cx="1798998" cy="437815"/>
            <a:chOff x="10145169" y="4184337"/>
            <a:chExt cx="1798998" cy="437815"/>
          </a:xfrm>
        </p:grpSpPr>
        <p:sp>
          <p:nvSpPr>
            <p:cNvPr id="11" name="Rounded Rectangle 10">
              <a:extLst>
                <a:ext uri="{FF2B5EF4-FFF2-40B4-BE49-F238E27FC236}">
                  <a16:creationId xmlns:a16="http://schemas.microsoft.com/office/drawing/2014/main" id="{E579AA5F-8B45-4ACB-6A2A-66D095003155}"/>
                </a:ext>
              </a:extLst>
            </p:cNvPr>
            <p:cNvSpPr/>
            <p:nvPr/>
          </p:nvSpPr>
          <p:spPr>
            <a:xfrm>
              <a:off x="10145169" y="4184337"/>
              <a:ext cx="1798998" cy="437815"/>
            </a:xfrm>
            <a:prstGeom prst="roundRect">
              <a:avLst>
                <a:gd name="adj" fmla="val 26196"/>
              </a:avLst>
            </a:prstGeom>
            <a:solidFill>
              <a:srgbClr val="35DB7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a:t>        Hub Trooper</a:t>
              </a:r>
            </a:p>
          </p:txBody>
        </p:sp>
        <p:grpSp>
          <p:nvGrpSpPr>
            <p:cNvPr id="17" name="Group 16">
              <a:extLst>
                <a:ext uri="{FF2B5EF4-FFF2-40B4-BE49-F238E27FC236}">
                  <a16:creationId xmlns:a16="http://schemas.microsoft.com/office/drawing/2014/main" id="{0651EE1C-6EDB-C61B-5C41-2C61A934D211}"/>
                </a:ext>
              </a:extLst>
            </p:cNvPr>
            <p:cNvGrpSpPr/>
            <p:nvPr/>
          </p:nvGrpSpPr>
          <p:grpSpPr>
            <a:xfrm>
              <a:off x="10198191" y="4184337"/>
              <a:ext cx="388156" cy="388156"/>
              <a:chOff x="10233160" y="4093206"/>
              <a:chExt cx="574279" cy="574279"/>
            </a:xfrm>
          </p:grpSpPr>
          <p:pic>
            <p:nvPicPr>
              <p:cNvPr id="15" name="Graphic 14" descr="Home with solid fill">
                <a:extLst>
                  <a:ext uri="{FF2B5EF4-FFF2-40B4-BE49-F238E27FC236}">
                    <a16:creationId xmlns:a16="http://schemas.microsoft.com/office/drawing/2014/main" id="{E9B5FE0C-C997-3222-2F01-AB03C0F1DC0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233160" y="4093206"/>
                <a:ext cx="574279" cy="574279"/>
              </a:xfrm>
              <a:prstGeom prst="rect">
                <a:avLst/>
              </a:prstGeom>
            </p:spPr>
          </p:pic>
          <p:sp>
            <p:nvSpPr>
              <p:cNvPr id="16" name="Rectangle 15">
                <a:extLst>
                  <a:ext uri="{FF2B5EF4-FFF2-40B4-BE49-F238E27FC236}">
                    <a16:creationId xmlns:a16="http://schemas.microsoft.com/office/drawing/2014/main" id="{4A1C6A06-B53D-B658-2779-A5CCB1777D5F}"/>
                  </a:ext>
                </a:extLst>
              </p:cNvPr>
              <p:cNvSpPr/>
              <p:nvPr/>
            </p:nvSpPr>
            <p:spPr>
              <a:xfrm>
                <a:off x="10407813" y="4421202"/>
                <a:ext cx="224971" cy="1747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Wireless with solid fill">
                <a:extLst>
                  <a:ext uri="{FF2B5EF4-FFF2-40B4-BE49-F238E27FC236}">
                    <a16:creationId xmlns:a16="http://schemas.microsoft.com/office/drawing/2014/main" id="{2B6397ED-AA6E-6D61-8ED4-50B74A18CD63}"/>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2700000">
                <a:off x="10385143" y="4321677"/>
                <a:ext cx="270311" cy="270311"/>
              </a:xfrm>
              <a:prstGeom prst="rect">
                <a:avLst/>
              </a:prstGeom>
            </p:spPr>
          </p:pic>
        </p:grpSp>
      </p:grpSp>
      <p:sp>
        <p:nvSpPr>
          <p:cNvPr id="20" name="Text Placeholder 6">
            <a:extLst>
              <a:ext uri="{FF2B5EF4-FFF2-40B4-BE49-F238E27FC236}">
                <a16:creationId xmlns:a16="http://schemas.microsoft.com/office/drawing/2014/main" id="{7CA3A0C0-FCBF-6D67-A5B3-E60ADA9F135C}"/>
              </a:ext>
            </a:extLst>
          </p:cNvPr>
          <p:cNvSpPr txBox="1">
            <a:spLocks/>
          </p:cNvSpPr>
          <p:nvPr/>
        </p:nvSpPr>
        <p:spPr>
          <a:xfrm>
            <a:off x="758078" y="134098"/>
            <a:ext cx="10804728" cy="58578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None/>
              <a:defRPr sz="3200" b="1" i="0" kern="1200" baseline="0">
                <a:solidFill>
                  <a:srgbClr val="1ED760"/>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defRPr/>
            </a:pPr>
            <a:r>
              <a:rPr lang="en-US">
                <a:latin typeface="Segoe UI" panose="020B0502040204020203" pitchFamily="34" charset="0"/>
                <a:cs typeface="Segoe UI" panose="020B0502040204020203" pitchFamily="34" charset="0"/>
              </a:rPr>
              <a:t>Platinum customer segment performance &amp; roadmap</a:t>
            </a:r>
          </a:p>
        </p:txBody>
      </p:sp>
      <p:sp>
        <p:nvSpPr>
          <p:cNvPr id="21" name="Text Placeholder 2">
            <a:extLst>
              <a:ext uri="{FF2B5EF4-FFF2-40B4-BE49-F238E27FC236}">
                <a16:creationId xmlns:a16="http://schemas.microsoft.com/office/drawing/2014/main" id="{9BA72C0E-4353-3403-5FD1-32F09DAF9FC0}"/>
              </a:ext>
            </a:extLst>
          </p:cNvPr>
          <p:cNvSpPr txBox="1">
            <a:spLocks/>
          </p:cNvSpPr>
          <p:nvPr/>
        </p:nvSpPr>
        <p:spPr>
          <a:xfrm>
            <a:off x="758078" y="627222"/>
            <a:ext cx="11306378" cy="489026"/>
          </a:xfrm>
          <a:prstGeom prst="rect">
            <a:avLst/>
          </a:prstGeom>
        </p:spPr>
        <p:txBody>
          <a:bodyPr lIns="91440" tIns="45720" rIns="91440" bIns="45720" anchor="t">
            <a:no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en-US" sz="1600">
                <a:solidFill>
                  <a:srgbClr val="1BD760"/>
                </a:solidFill>
                <a:cs typeface="Segoe UI" panose="020B0502040204020203" pitchFamily="34" charset="0"/>
              </a:rPr>
              <a:t>The maturing of our Platinum customer program in 2026 will continue to drive satisfaction among platinum customers</a:t>
            </a:r>
          </a:p>
        </p:txBody>
      </p:sp>
      <p:sp>
        <p:nvSpPr>
          <p:cNvPr id="3" name="TextBox 2">
            <a:extLst>
              <a:ext uri="{FF2B5EF4-FFF2-40B4-BE49-F238E27FC236}">
                <a16:creationId xmlns:a16="http://schemas.microsoft.com/office/drawing/2014/main" id="{4D273A2C-ADC7-1669-24C5-0DEED959DDB2}"/>
              </a:ext>
            </a:extLst>
          </p:cNvPr>
          <p:cNvSpPr txBox="1"/>
          <p:nvPr/>
        </p:nvSpPr>
        <p:spPr>
          <a:xfrm>
            <a:off x="11931992" y="6573149"/>
            <a:ext cx="260008" cy="261610"/>
          </a:xfrm>
          <a:prstGeom prst="rect">
            <a:avLst/>
          </a:prstGeom>
          <a:noFill/>
        </p:spPr>
        <p:txBody>
          <a:bodyPr wrap="none" rtlCol="0">
            <a:spAutoFit/>
          </a:bodyPr>
          <a:lstStyle/>
          <a:p>
            <a:fld id="{946CA25D-DF5D-8344-B9AA-B6983B6411BE}" type="slidenum">
              <a:rPr lang="en-US" sz="1100" smtClean="0">
                <a:solidFill>
                  <a:schemeClr val="bg1">
                    <a:lumMod val="65000"/>
                  </a:schemeClr>
                </a:solidFill>
              </a:rPr>
              <a:t>18</a:t>
            </a:fld>
            <a:endParaRPr lang="en-US" sz="1100">
              <a:solidFill>
                <a:schemeClr val="bg1">
                  <a:lumMod val="65000"/>
                </a:schemeClr>
              </a:solidFill>
            </a:endParaRPr>
          </a:p>
        </p:txBody>
      </p:sp>
    </p:spTree>
    <p:extLst>
      <p:ext uri="{BB962C8B-B14F-4D97-AF65-F5344CB8AC3E}">
        <p14:creationId xmlns:p14="http://schemas.microsoft.com/office/powerpoint/2010/main" val="1067990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B8450-C97C-DB4C-E747-BD660F65D388}"/>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B9FE3D7F-6BA6-E56E-F249-AF2540441A2F}"/>
              </a:ext>
            </a:extLst>
          </p:cNvPr>
          <p:cNvSpPr>
            <a:spLocks noGrp="1"/>
          </p:cNvSpPr>
          <p:nvPr>
            <p:ph type="body" sz="quarter" idx="13"/>
          </p:nvPr>
        </p:nvSpPr>
        <p:spPr>
          <a:xfrm>
            <a:off x="1041601" y="2796192"/>
            <a:ext cx="10108799" cy="1417220"/>
          </a:xfrm>
        </p:spPr>
        <p:txBody>
          <a:bodyPr>
            <a:normAutofit/>
          </a:bodyPr>
          <a:lstStyle/>
          <a:p>
            <a:pPr algn="ctr"/>
            <a:r>
              <a:rPr lang="en-US"/>
              <a:t>Network Experience</a:t>
            </a:r>
          </a:p>
        </p:txBody>
      </p:sp>
    </p:spTree>
    <p:extLst>
      <p:ext uri="{BB962C8B-B14F-4D97-AF65-F5344CB8AC3E}">
        <p14:creationId xmlns:p14="http://schemas.microsoft.com/office/powerpoint/2010/main" val="34765315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393BA-0166-9554-D627-29BF653F6DE6}"/>
            </a:ext>
          </a:extLst>
        </p:cNvPr>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2BD35769-3211-D8F6-1CAE-1EE4F389456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9" name="think-cell data - do not delete" hidden="1">
                        <a:extLst>
                          <a:ext uri="{FF2B5EF4-FFF2-40B4-BE49-F238E27FC236}">
                            <a16:creationId xmlns:a16="http://schemas.microsoft.com/office/drawing/2014/main" id="{2BD35769-3211-D8F6-1CAE-1EE4F389456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A3AF9D8F-AD6A-C40A-67C3-55165384433D}"/>
              </a:ext>
            </a:extLst>
          </p:cNvPr>
          <p:cNvSpPr/>
          <p:nvPr/>
        </p:nvSpPr>
        <p:spPr>
          <a:xfrm>
            <a:off x="3167903" y="2299447"/>
            <a:ext cx="5856194" cy="22591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a:t>Network Slides to be pasted here</a:t>
            </a:r>
          </a:p>
        </p:txBody>
      </p:sp>
    </p:spTree>
    <p:extLst>
      <p:ext uri="{BB962C8B-B14F-4D97-AF65-F5344CB8AC3E}">
        <p14:creationId xmlns:p14="http://schemas.microsoft.com/office/powerpoint/2010/main" val="23448936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tarHub Digital Font">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arHub PPT Template_25th Anniversary" id="{3EBA83B6-CC2C-43B0-AE6E-652B05D7B1D0}" vid="{D6939FFE-A24F-482A-8AD6-6C891A896F0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2485</Words>
  <Application>Microsoft Macintosh PowerPoint</Application>
  <PresentationFormat>Widescreen</PresentationFormat>
  <Paragraphs>660</Paragraphs>
  <Slides>20</Slides>
  <Notes>6</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20</vt:i4>
      </vt:variant>
    </vt:vector>
  </HeadingPairs>
  <TitlesOfParts>
    <vt:vector size="33" baseType="lpstr">
      <vt:lpstr>Aptos</vt:lpstr>
      <vt:lpstr>Aptos Display</vt:lpstr>
      <vt:lpstr>Aptos Narrow</vt:lpstr>
      <vt:lpstr>Arial</vt:lpstr>
      <vt:lpstr>Bliss Light</vt:lpstr>
      <vt:lpstr>Bliss Medium</vt:lpstr>
      <vt:lpstr>Noto Sans Symbols</vt:lpstr>
      <vt:lpstr>Quattrocento Sans</vt:lpstr>
      <vt:lpstr>Segoe UI</vt:lpstr>
      <vt:lpstr>Wingdings</vt:lpstr>
      <vt:lpstr>Office Theme</vt:lpstr>
      <vt:lpstr>2_Office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VAN DE MEER</dc:creator>
  <cp:lastModifiedBy>Aswin SREENIVAS</cp:lastModifiedBy>
  <cp:revision>2</cp:revision>
  <dcterms:created xsi:type="dcterms:W3CDTF">2025-12-11T02:06:32Z</dcterms:created>
  <dcterms:modified xsi:type="dcterms:W3CDTF">2026-01-09T07:24:59Z</dcterms:modified>
</cp:coreProperties>
</file>